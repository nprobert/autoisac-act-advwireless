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9"/>
  </p:notesMasterIdLst>
  <p:sldIdLst>
    <p:sldId id="508" r:id="rId6"/>
    <p:sldId id="509" r:id="rId7"/>
    <p:sldId id="510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rtual Box" id="{CAC26D38-A0B5-405B-8045-57259533A223}">
          <p14:sldIdLst>
            <p14:sldId id="508"/>
          </p14:sldIdLst>
        </p14:section>
        <p14:section name="Kali Linux" id="{AF6FF401-F398-49CD-982E-520170691C75}">
          <p14:sldIdLst>
            <p14:sldId id="509"/>
          </p14:sldIdLst>
        </p14:section>
        <p14:section name="Kali Setups" id="{F21FF69F-C6E5-4856-A936-324FF15B4646}">
          <p14:sldIdLst>
            <p14:sldId id="5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Title, Verdana Bold 28pt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+mn-lt"/>
              </a:defRPr>
            </a:lvl1pPr>
          </a:lstStyle>
          <a:p>
            <a:pPr lvl="0"/>
            <a:r>
              <a:rPr kumimoji="1" lang="en-US" altLang="ja-JP" dirty="0"/>
              <a:t>Body Title, Verdana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latin typeface="+mn-lt"/>
              </a:defRPr>
            </a:lvl1pPr>
          </a:lstStyle>
          <a:p>
            <a:pPr lvl="0"/>
            <a:r>
              <a:rPr kumimoji="1" lang="en-US" altLang="ja-JP" dirty="0"/>
              <a:t>Body Text, Verdana 18pt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23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9">
          <p15:clr>
            <a:srgbClr val="FBAE40"/>
          </p15:clr>
        </p15:guide>
        <p15:guide id="5" orient="horz" pos="6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virtualization/virtualbox/6.0/user/intro-installing.html" TargetMode="External"/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fewire.com/install-virtualbox-extension-pack-4782422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7-zip.org/download.html" TargetMode="External"/><Relationship Id="rId2" Type="http://schemas.openxmlformats.org/officeDocument/2006/relationships/hyperlink" Target="https://www.kali.org/get-kali/#kali-virtual-machin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li.org/docs/usb/live-usb-install-with-windows/" TargetMode="External"/><Relationship Id="rId5" Type="http://schemas.openxmlformats.org/officeDocument/2006/relationships/hyperlink" Target="https://www.kali.org/get-kali/#kali-installer-images" TargetMode="External"/><Relationship Id="rId4" Type="http://schemas.openxmlformats.org/officeDocument/2006/relationships/hyperlink" Target="https://www.linuxfordevices.com/tutorials/kali-linux/install-kali-linux-in-virtualbox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probert/AutoISAC-ACT-AdvWireless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B79438-1929-B66C-5A54-EEE0BFBB59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Auto-ISAC Virtual Box Setup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3296E-8822-77F5-4641-9716D98ADC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415" y="685800"/>
            <a:ext cx="11658059" cy="5359400"/>
          </a:xfrm>
        </p:spPr>
        <p:txBody>
          <a:bodyPr/>
          <a:lstStyle/>
          <a:p>
            <a:r>
              <a:rPr lang="en-US" dirty="0"/>
              <a:t>VirtualBox is a general-purpose full virtualization software for x86_64 hardware (with version 7.1 additionally for macOS/Arm and with version 7.2 also for Windows/Arm), targeted at laptop, desktop, server and embedded use.</a:t>
            </a:r>
          </a:p>
          <a:p>
            <a:r>
              <a:rPr lang="en-US" dirty="0"/>
              <a:t>The Auto-ISAC provided laptop comes with VirtualBox setup with a Kali Linux VM and additional applications needed.</a:t>
            </a:r>
          </a:p>
          <a:p>
            <a:r>
              <a:rPr lang="en-US" dirty="0"/>
              <a:t>But if you want to DYI on your own laptop with Windows 10/11 with VirtualBox, here are some instructions to get started: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from here: </a:t>
            </a:r>
            <a:r>
              <a:rPr lang="en-US" dirty="0">
                <a:hlinkClick r:id="rId2"/>
              </a:rPr>
              <a:t>Downloads – Oracle VirtualBox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both the Windows (or Linux) hosts platform package and the VirtualBox Extension Pack</a:t>
            </a:r>
          </a:p>
          <a:p>
            <a:pPr marL="971550" lvl="1" indent="-285750"/>
            <a:r>
              <a:rPr lang="en-US" sz="1600" dirty="0"/>
              <a:t>Current version is 7.2.14</a:t>
            </a:r>
          </a:p>
          <a:p>
            <a:pPr marL="971550" lvl="1" indent="-285750"/>
            <a:r>
              <a:rPr lang="en-US" sz="1600" dirty="0">
                <a:hlinkClick r:id="rId3"/>
              </a:rPr>
              <a:t>1.5. Installing Oracle VM VirtualBox and Extension Packs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VirtualBox</a:t>
            </a:r>
          </a:p>
          <a:p>
            <a:pPr marL="971550" lvl="1" indent="-285750"/>
            <a:r>
              <a:rPr lang="en-US" sz="1600" dirty="0"/>
              <a:t>Run VirtualBox</a:t>
            </a:r>
          </a:p>
          <a:p>
            <a:pPr marL="971550" lvl="1" indent="-285750"/>
            <a:r>
              <a:rPr lang="en-US" sz="1600" dirty="0"/>
              <a:t>The Extension Pack is installed from inside VirtualBox</a:t>
            </a:r>
          </a:p>
          <a:p>
            <a:pPr marL="1428750" lvl="2" indent="-285750"/>
            <a:r>
              <a:rPr lang="en-US" sz="1400" dirty="0">
                <a:hlinkClick r:id="rId4"/>
              </a:rPr>
              <a:t>How to Install VirtualBox Extension Pack</a:t>
            </a:r>
            <a:endParaRPr lang="en-US" sz="1400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Personally, I prefer Kali Linux installed directly on the laptop to avoid Windows 11 + VirtualBox problems.</a:t>
            </a:r>
          </a:p>
          <a:p>
            <a:pPr marL="285750" indent="-285750"/>
            <a:r>
              <a:rPr lang="en-US" dirty="0"/>
              <a:t>Next Slide: Kali Linux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3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A7F1C4-B3CB-5335-CD67-EDAD8D2A63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Kali Linux Setup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1CE8A-4CFB-AD02-DB70-80AB233B1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415" y="640080"/>
            <a:ext cx="11658059" cy="60098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Kali Linux is an open-source, Debian-based Linux distribution geared towards various information security tasks, such as Penetration Testing, Security Research, Computer Forensics and Reverse Engineering.</a:t>
            </a:r>
          </a:p>
          <a:p>
            <a:r>
              <a:rPr lang="en-US" dirty="0"/>
              <a:t>If you want to DYI on your own laptop, there are 2 ways to go about 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Kali Linux VirtualBox VM</a:t>
            </a:r>
            <a:endParaRPr lang="en-US" sz="2200" b="1" dirty="0">
              <a:hlinkClick r:id="rId2"/>
            </a:endParaRPr>
          </a:p>
          <a:p>
            <a:pPr marL="971550" lvl="1" indent="-285750"/>
            <a:r>
              <a:rPr lang="en-US" sz="1600" dirty="0"/>
              <a:t>Install VirtualBox (previous slide) </a:t>
            </a:r>
          </a:p>
          <a:p>
            <a:pPr marL="971550" lvl="1" indent="-285750"/>
            <a:r>
              <a:rPr lang="en-US" sz="1600" dirty="0">
                <a:hlinkClick r:id="rId2"/>
              </a:rPr>
              <a:t>Get Kali | Kali Linux</a:t>
            </a:r>
            <a:r>
              <a:rPr lang="en-US" sz="1600" dirty="0"/>
              <a:t> and download the VirtualBox version</a:t>
            </a:r>
          </a:p>
          <a:p>
            <a:pPr marL="971550" lvl="1" indent="-285750"/>
            <a:r>
              <a:rPr lang="en-US" sz="1600" dirty="0"/>
              <a:t>Unpack the .7z file (install 7-Zip from </a:t>
            </a:r>
            <a:r>
              <a:rPr lang="en-US" sz="1600" dirty="0">
                <a:hlinkClick r:id="rId3"/>
              </a:rPr>
              <a:t>https://7-zip.org/download.html</a:t>
            </a:r>
            <a:r>
              <a:rPr lang="en-US" sz="1600" dirty="0"/>
              <a:t> and use that to unpack it) </a:t>
            </a:r>
          </a:p>
          <a:p>
            <a:pPr marL="1428750" lvl="2" indent="-285750"/>
            <a:r>
              <a:rPr lang="en-US" sz="1200" dirty="0"/>
              <a:t>On Windows 11, you may have to show more options after right clicking</a:t>
            </a:r>
          </a:p>
          <a:p>
            <a:pPr marL="1428750" lvl="2" indent="-285750"/>
            <a:r>
              <a:rPr lang="en-US" sz="1200" dirty="0"/>
              <a:t>Extract Here (from Download directory)</a:t>
            </a:r>
          </a:p>
          <a:p>
            <a:pPr marL="971550" lvl="1" indent="-285750"/>
            <a:r>
              <a:rPr lang="en-US" sz="1600" dirty="0"/>
              <a:t>Add the VM and open the .</a:t>
            </a:r>
            <a:r>
              <a:rPr lang="en-US" sz="1600" dirty="0" err="1"/>
              <a:t>vbox</a:t>
            </a:r>
            <a:r>
              <a:rPr lang="en-US" sz="1600" dirty="0"/>
              <a:t> file from inside VirtualBox </a:t>
            </a:r>
          </a:p>
          <a:p>
            <a:pPr marL="971550" lvl="1" indent="-285750"/>
            <a:r>
              <a:rPr lang="en-US" sz="1600" dirty="0">
                <a:hlinkClick r:id="rId4"/>
              </a:rPr>
              <a:t>How to Install Kali Linux in VirtualBox: Complete Setup Guide – </a:t>
            </a:r>
            <a:r>
              <a:rPr lang="en-US" sz="1600" dirty="0" err="1">
                <a:hlinkClick r:id="rId4"/>
              </a:rPr>
              <a:t>LinuxForDevices</a:t>
            </a:r>
            <a:endParaRPr lang="en-US" sz="1600" dirty="0"/>
          </a:p>
          <a:p>
            <a:pPr marL="971550" lvl="1" indent="-285750"/>
            <a:r>
              <a:rPr lang="en-US" sz="1600" dirty="0"/>
              <a:t>Default </a:t>
            </a:r>
            <a:r>
              <a:rPr lang="en-US" sz="1600" dirty="0" err="1"/>
              <a:t>userid</a:t>
            </a:r>
            <a:r>
              <a:rPr lang="en-US" sz="1600" dirty="0"/>
              <a:t> &amp; password are both “kali”</a:t>
            </a:r>
          </a:p>
          <a:p>
            <a:pPr marL="971550" lvl="1" indent="-285750"/>
            <a:r>
              <a:rPr lang="en-US" sz="1600" dirty="0"/>
              <a:t>You may experience difficulties managing USB devices</a:t>
            </a:r>
          </a:p>
          <a:p>
            <a:pPr marL="971550" lvl="1" indent="-285750"/>
            <a:r>
              <a:rPr lang="en-US" sz="1700" b="1" dirty="0"/>
              <a:t>Installing Guest Additions/s</a:t>
            </a:r>
          </a:p>
          <a:p>
            <a:pPr marL="1428750" lvl="2" indent="-285750"/>
            <a:r>
              <a:rPr lang="en-US" sz="1400" dirty="0"/>
              <a:t>From the Menu bar/Devices/Insert Guest Additions CD image…</a:t>
            </a:r>
          </a:p>
          <a:p>
            <a:pPr marL="1428750" lvl="2" indent="-285750"/>
            <a:r>
              <a:rPr lang="en-US" sz="1400" dirty="0"/>
              <a:t>From Terminal Emulator Window:</a:t>
            </a:r>
          </a:p>
          <a:p>
            <a:pPr marL="1885950" lvl="3" indent="-285750"/>
            <a:r>
              <a:rPr lang="en-US" sz="1100" dirty="0">
                <a:latin typeface="Consolas" panose="020B0609020204030204" pitchFamily="49" charset="0"/>
              </a:rPr>
              <a:t>cd /run/media/kali/VBox_Gas_7.2.20</a:t>
            </a:r>
          </a:p>
          <a:p>
            <a:pPr marL="1885950" lvl="3" indent="-285750"/>
            <a:r>
              <a:rPr lang="en-US" sz="1100" dirty="0" err="1">
                <a:latin typeface="Consolas" panose="020B0609020204030204" pitchFamily="49" charset="0"/>
              </a:rPr>
              <a:t>sudo</a:t>
            </a:r>
            <a:r>
              <a:rPr lang="en-US" sz="1100" dirty="0">
                <a:latin typeface="Consolas" panose="020B0609020204030204" pitchFamily="49" charset="0"/>
              </a:rPr>
              <a:t> apt-get install -y </a:t>
            </a:r>
            <a:r>
              <a:rPr lang="en-US" sz="1100" dirty="0" err="1">
                <a:latin typeface="Consolas" panose="020B0609020204030204" pitchFamily="49" charset="0"/>
              </a:rPr>
              <a:t>linux</a:t>
            </a:r>
            <a:r>
              <a:rPr lang="en-US" sz="1100" dirty="0">
                <a:latin typeface="Consolas" panose="020B0609020204030204" pitchFamily="49" charset="0"/>
              </a:rPr>
              <a:t>-headers-$(</a:t>
            </a:r>
            <a:r>
              <a:rPr lang="en-US" sz="1100" dirty="0" err="1">
                <a:latin typeface="Consolas" panose="020B0609020204030204" pitchFamily="49" charset="0"/>
              </a:rPr>
              <a:t>uname</a:t>
            </a:r>
            <a:r>
              <a:rPr lang="en-US" sz="1100" dirty="0">
                <a:latin typeface="Consolas" panose="020B0609020204030204" pitchFamily="49" charset="0"/>
              </a:rPr>
              <a:t> -r)</a:t>
            </a:r>
          </a:p>
          <a:p>
            <a:pPr marL="1885950" lvl="3" indent="-285750"/>
            <a:r>
              <a:rPr lang="en-US" sz="1100" dirty="0" err="1">
                <a:latin typeface="Consolas" panose="020B0609020204030204" pitchFamily="49" charset="0"/>
              </a:rPr>
              <a:t>sudo</a:t>
            </a:r>
            <a:r>
              <a:rPr lang="en-US" sz="1100" dirty="0">
                <a:latin typeface="Consolas" panose="020B0609020204030204" pitchFamily="49" charset="0"/>
              </a:rPr>
              <a:t> ./</a:t>
            </a:r>
            <a:r>
              <a:rPr lang="en-US" sz="1100" dirty="0" err="1">
                <a:latin typeface="Consolas" panose="020B0609020204030204" pitchFamily="49" charset="0"/>
              </a:rPr>
              <a:t>VBoxLinuxAdditions.run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Bare metal Kali Linux (recommended)</a:t>
            </a:r>
          </a:p>
          <a:p>
            <a:pPr marL="971550" lvl="1" indent="-285750"/>
            <a:r>
              <a:rPr lang="en-US" sz="1500" dirty="0"/>
              <a:t>I prefer this approach as it avoids Windows 11 and VirtualBox</a:t>
            </a:r>
          </a:p>
          <a:p>
            <a:pPr marL="971550" lvl="1" indent="-285750"/>
            <a:r>
              <a:rPr lang="en-US" sz="1600" dirty="0">
                <a:hlinkClick r:id="rId5"/>
              </a:rPr>
              <a:t>Get Kali | Kali Linux</a:t>
            </a:r>
            <a:r>
              <a:rPr lang="en-US" sz="1600" dirty="0"/>
              <a:t> and download the ISO image to put on a bootable USB thumb drive</a:t>
            </a:r>
          </a:p>
          <a:p>
            <a:pPr marL="971550" lvl="1" indent="-285750"/>
            <a:r>
              <a:rPr lang="en-US" sz="1600" dirty="0"/>
              <a:t>This gets you a Kali Linux that boots up on your Laptop or Workstation</a:t>
            </a:r>
          </a:p>
          <a:p>
            <a:pPr marL="971550" lvl="1" indent="-285750"/>
            <a:r>
              <a:rPr lang="en-US" sz="1600" dirty="0"/>
              <a:t>However, you may wipe out existing Windows installation or create a dual boot.  Either way you must have space for it on your disk</a:t>
            </a:r>
          </a:p>
          <a:p>
            <a:pPr marL="971550" lvl="1" indent="-285750"/>
            <a:r>
              <a:rPr lang="en-US" sz="1600" dirty="0">
                <a:hlinkClick r:id="rId6"/>
              </a:rPr>
              <a:t>Making a Kali Bootable USB Drive on Windows | Kali Linux Documentation</a:t>
            </a:r>
            <a:endParaRPr lang="en-US" sz="1600" dirty="0"/>
          </a:p>
          <a:p>
            <a:pPr marL="971550" lvl="1" indent="-285750"/>
            <a:r>
              <a:rPr lang="en-US" sz="1600" dirty="0"/>
              <a:t>Remember your </a:t>
            </a:r>
            <a:r>
              <a:rPr lang="en-US" sz="1600" dirty="0" err="1"/>
              <a:t>userid</a:t>
            </a:r>
            <a:r>
              <a:rPr lang="en-US" sz="1600" dirty="0"/>
              <a:t> &amp; 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Updating it</a:t>
            </a:r>
          </a:p>
          <a:p>
            <a:pPr lvl="1"/>
            <a:r>
              <a:rPr lang="en-US" sz="1600" dirty="0"/>
              <a:t>Recommend updating Kali Linux by opening a Terminal Emulator Window.  </a:t>
            </a:r>
            <a:r>
              <a:rPr lang="en-US" sz="1600" dirty="0">
                <a:solidFill>
                  <a:srgbClr val="FF0000"/>
                </a:solidFill>
              </a:rPr>
              <a:t>This may take awhile</a:t>
            </a:r>
          </a:p>
          <a:p>
            <a:pPr lvl="2"/>
            <a:r>
              <a:rPr lang="en-US" sz="1400" dirty="0" err="1"/>
              <a:t>sudo</a:t>
            </a:r>
            <a:r>
              <a:rPr lang="en-US" sz="1400" dirty="0"/>
              <a:t> apt update; </a:t>
            </a:r>
            <a:r>
              <a:rPr lang="en-US" sz="1400" dirty="0" err="1"/>
              <a:t>sudo</a:t>
            </a:r>
            <a:r>
              <a:rPr lang="en-US" sz="1400" dirty="0"/>
              <a:t> apt </a:t>
            </a:r>
            <a:r>
              <a:rPr lang="en-US" sz="1400" dirty="0" err="1"/>
              <a:t>dist</a:t>
            </a:r>
            <a:r>
              <a:rPr lang="en-US" sz="1400" dirty="0"/>
              <a:t>-upgrade</a:t>
            </a:r>
          </a:p>
          <a:p>
            <a:pPr lvl="1"/>
            <a:r>
              <a:rPr lang="en-US" sz="1600" dirty="0"/>
              <a:t>Reboot</a:t>
            </a:r>
          </a:p>
          <a:p>
            <a:pPr marL="971550" lvl="1" indent="-285750"/>
            <a:endParaRPr lang="en-US" sz="1600" dirty="0"/>
          </a:p>
          <a:p>
            <a:pPr marL="971550" lvl="1" indent="-285750"/>
            <a:endParaRPr lang="en-US" sz="1600" dirty="0"/>
          </a:p>
          <a:p>
            <a:pPr marL="285750" indent="-285750"/>
            <a:endParaRPr lang="en-US" sz="1000" dirty="0"/>
          </a:p>
          <a:p>
            <a:pPr marL="285750" indent="-285750"/>
            <a:endParaRPr lang="en-US" sz="1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33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78F6F-F291-7F57-329C-4313E6D4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CF6202-2596-ACE7-3DF0-7B2F529829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Extra Kali Linux Setups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768AE-10AC-5DA9-217E-2CCC11B2E0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415" y="640080"/>
            <a:ext cx="11658059" cy="6009888"/>
          </a:xfrm>
        </p:spPr>
        <p:txBody>
          <a:bodyPr>
            <a:normAutofit/>
          </a:bodyPr>
          <a:lstStyle/>
          <a:p>
            <a:r>
              <a:rPr lang="en-US" dirty="0"/>
              <a:t>We’ll need to install some additional software and enable it for our labs:</a:t>
            </a:r>
          </a:p>
          <a:p>
            <a:r>
              <a:rPr lang="en-US" dirty="0"/>
              <a:t>First we’ll need to clone the </a:t>
            </a:r>
            <a:r>
              <a:rPr lang="en-US" dirty="0" err="1"/>
              <a:t>Github</a:t>
            </a:r>
            <a:r>
              <a:rPr lang="en-US" dirty="0"/>
              <a:t> repository and run a command: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git clone </a:t>
            </a:r>
            <a:r>
              <a:rPr lang="en-US" sz="1200" u="sng" dirty="0">
                <a:latin typeface="Consolas" panose="020B0609020204030204" pitchFamily="49" charset="0"/>
                <a:hlinkClick r:id="rId2"/>
              </a:rPr>
              <a:t>https://github.com/nprobert/AutoISAC-ACT-AdvWireless.git</a:t>
            </a:r>
            <a:endParaRPr lang="en-US" sz="1200" u="sng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u="sng" dirty="0">
                <a:latin typeface="Consolas" panose="020B0609020204030204" pitchFamily="49" charset="0"/>
              </a:rPr>
              <a:t>cd Auto-ISAC-ACT-</a:t>
            </a:r>
            <a:r>
              <a:rPr lang="en-US" sz="1200" u="sng" dirty="0" err="1">
                <a:latin typeface="Consolas" panose="020B0609020204030204" pitchFamily="49" charset="0"/>
              </a:rPr>
              <a:t>AdvWireless</a:t>
            </a:r>
            <a:r>
              <a:rPr lang="en-US" sz="1200" u="sng" dirty="0">
                <a:latin typeface="Consolas" panose="020B0609020204030204" pitchFamily="49" charset="0"/>
              </a:rPr>
              <a:t>/Linux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u="sng" dirty="0">
                <a:latin typeface="Consolas" panose="020B0609020204030204" pitchFamily="49" charset="0"/>
              </a:rPr>
              <a:t>./kali-setup.sh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971550" lvl="1" indent="-285750"/>
            <a:endParaRPr lang="en-US" sz="1600" dirty="0"/>
          </a:p>
          <a:p>
            <a:pPr marL="971550" lvl="1" indent="-285750"/>
            <a:endParaRPr lang="en-US" sz="1600" dirty="0"/>
          </a:p>
          <a:p>
            <a:pPr marL="285750" indent="-285750"/>
            <a:endParaRPr lang="en-US" sz="1000" dirty="0"/>
          </a:p>
          <a:p>
            <a:pPr marL="285750" indent="-285750"/>
            <a:endParaRPr lang="en-US" sz="1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1138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2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546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Wingdings</vt:lpstr>
      <vt:lpstr>Custom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35</cp:revision>
  <dcterms:created xsi:type="dcterms:W3CDTF">2026-03-11T18:02:03Z</dcterms:created>
  <dcterms:modified xsi:type="dcterms:W3CDTF">2026-10-27T14:02:49Z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