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22"/>
  </p:notesMasterIdLst>
  <p:sldIdLst>
    <p:sldId id="741" r:id="rId6"/>
    <p:sldId id="284" r:id="rId7"/>
    <p:sldId id="789" r:id="rId8"/>
    <p:sldId id="790" r:id="rId9"/>
    <p:sldId id="285" r:id="rId10"/>
    <p:sldId id="286" r:id="rId11"/>
    <p:sldId id="287" r:id="rId12"/>
    <p:sldId id="288" r:id="rId13"/>
    <p:sldId id="289" r:id="rId14"/>
    <p:sldId id="730" r:id="rId15"/>
    <p:sldId id="783" r:id="rId16"/>
    <p:sldId id="734" r:id="rId17"/>
    <p:sldId id="784" r:id="rId18"/>
    <p:sldId id="785" r:id="rId19"/>
    <p:sldId id="786" r:id="rId20"/>
    <p:sldId id="787" r:id="rId21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luetooth" id="{CE274DD4-88AE-4FF5-8622-BD38CA4270E3}">
          <p14:sldIdLst>
            <p14:sldId id="741"/>
          </p14:sldIdLst>
        </p14:section>
        <p14:section name="Bluetooth Setup" id="{6FC33726-A5BC-48F2-8372-80AED2550395}">
          <p14:sldIdLst>
            <p14:sldId id="284"/>
            <p14:sldId id="789"/>
            <p14:sldId id="790"/>
          </p14:sldIdLst>
        </p14:section>
        <p14:section name="Bluetooth Scanning" id="{F2532195-E8AC-471F-ABDF-F5499F792DB7}">
          <p14:sldIdLst>
            <p14:sldId id="285"/>
            <p14:sldId id="286"/>
            <p14:sldId id="287"/>
          </p14:sldIdLst>
        </p14:section>
        <p14:section name=" Bluetooth Enumeration" id="{68166EB0-8075-43B7-ADC5-9D86910720E9}">
          <p14:sldIdLst>
            <p14:sldId id="288"/>
            <p14:sldId id="289"/>
          </p14:sldIdLst>
        </p14:section>
        <p14:section name="Bluetooth Services" id="{5A79DE84-06D5-4FB9-8C5A-73BC5BFAEEB0}">
          <p14:sldIdLst/>
        </p14:section>
        <p14:section name="Bluetooth Pairing" id="{C6B06CB6-A763-4B09-A261-C79BD8740F77}">
          <p14:sldIdLst/>
        </p14:section>
        <p14:section name="Bluetooth Data" id="{2BC74A79-D2CC-4608-B0DC-841A54C94B1F}">
          <p14:sldIdLst/>
        </p14:section>
        <p14:section name="Appendix" id="{E0C2AA82-A7F3-4893-9EAF-4E6510C304BE}">
          <p14:sldIdLst>
            <p14:sldId id="730"/>
            <p14:sldId id="783"/>
            <p14:sldId id="734"/>
            <p14:sldId id="784"/>
            <p14:sldId id="785"/>
            <p14:sldId id="786"/>
            <p14:sldId id="7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10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797427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11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168916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12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4006360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13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4205914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14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536154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15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554466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16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1015599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993990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aclookup.app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uetooth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List_of_Bluetooth_protocols" TargetMode="External"/><Relationship Id="rId4" Type="http://schemas.openxmlformats.org/officeDocument/2006/relationships/hyperlink" Target="https://en.wikipedia.org/wiki/Bluetooth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levenpaths.com/labstools/dirtytooth-para-raspberry-pi-2/index.html" TargetMode="External"/><Relationship Id="rId3" Type="http://schemas.openxmlformats.org/officeDocument/2006/relationships/hyperlink" Target="https://www.armis.com/blueborne/" TargetMode="External"/><Relationship Id="rId7" Type="http://schemas.openxmlformats.org/officeDocument/2006/relationships/hyperlink" Target="http://www.dirtytooth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irodump.net/bluetooth-security-vulnerabilities/" TargetMode="External"/><Relationship Id="rId11" Type="http://schemas.openxmlformats.org/officeDocument/2006/relationships/hyperlink" Target="https://www.sans.org/reading-room/whitepapers/wireless/bluetooth-inherent-security-issues-945" TargetMode="External"/><Relationship Id="rId5" Type="http://schemas.openxmlformats.org/officeDocument/2006/relationships/hyperlink" Target="https://en.wikipedia.org/wiki/Bluesnarfing" TargetMode="External"/><Relationship Id="rId10" Type="http://schemas.openxmlformats.org/officeDocument/2006/relationships/hyperlink" Target="https://csrc.nist.gov/csrc/media/publications/sp/800-121/rev-2/draft/documents/sp800_121_r2_draft.pdf" TargetMode="External"/><Relationship Id="rId4" Type="http://schemas.openxmlformats.org/officeDocument/2006/relationships/hyperlink" Target="https://en.wikipedia.org/wiki/Bluejacking" TargetMode="External"/><Relationship Id="rId9" Type="http://schemas.openxmlformats.org/officeDocument/2006/relationships/hyperlink" Target="http://cve.mitre.org/cgi-bin/cvekey.cgi?keyword=bluetooth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store/p/bluetooth-analyzer/9wzdncrdhhw6?activetab=pivot:overviewtab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irsoft.net/utils/bluetooth_viewe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2" descr="Image result for small bluetooth 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4416" y="1172245"/>
            <a:ext cx="4912116" cy="4698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 result for bluetooth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430" y="159320"/>
            <a:ext cx="1258318" cy="1258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164756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460564" y="747654"/>
            <a:ext cx="4588511" cy="23519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200" dirty="0"/>
              <a:t> </a:t>
            </a:r>
            <a:r>
              <a:rPr spc="-55" dirty="0"/>
              <a:t>Getting</a:t>
            </a:r>
            <a:r>
              <a:rPr spc="-195" dirty="0"/>
              <a:t> </a:t>
            </a:r>
            <a:r>
              <a:rPr spc="-40" dirty="0"/>
              <a:t>Started</a:t>
            </a:r>
            <a:br>
              <a:rPr lang="en-US" spc="-40" dirty="0"/>
            </a:br>
            <a:br>
              <a:rPr lang="en-US" spc="-40" dirty="0"/>
            </a:br>
            <a:r>
              <a:rPr lang="en-US" sz="3200" spc="-40" dirty="0"/>
              <a:t>Find BT Scanner in the Microsoft Store and install it.</a:t>
            </a:r>
            <a:endParaRPr spc="-40" dirty="0"/>
          </a:p>
        </p:txBody>
      </p:sp>
      <p:sp>
        <p:nvSpPr>
          <p:cNvPr id="5" name="object 2" descr="$PPTXTitle">
            <a:extLst>
              <a:ext uri="{FF2B5EF4-FFF2-40B4-BE49-F238E27FC236}">
                <a16:creationId xmlns:a16="http://schemas.microsoft.com/office/drawing/2014/main" id="{0A99B574-4EB3-874B-D372-0652085B8A06}"/>
              </a:ext>
            </a:extLst>
          </p:cNvPr>
          <p:cNvSpPr txBox="1"/>
          <p:nvPr/>
        </p:nvSpPr>
        <p:spPr>
          <a:xfrm>
            <a:off x="78739" y="0"/>
            <a:ext cx="9940672" cy="804772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 marR="5080" lvl="0" indent="142875" algn="ctr" defTabSz="914400" eaLnBrk="1" fontAlgn="auto" latinLnBrk="0" hangingPunct="1">
              <a:lnSpc>
                <a:spcPts val="5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0" cap="none" spc="-4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Bluetooth</a:t>
            </a:r>
            <a:r>
              <a:rPr kumimoji="0" sz="3600" b="1" i="0" u="none" strike="noStrike" kern="0" cap="none" spc="-409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3600" b="1" i="0" u="none" strike="noStrike" kern="0" cap="none" spc="-1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</a:t>
            </a:r>
            <a:r>
              <a:rPr kumimoji="0" lang="en-US" sz="3600" b="1" i="0" u="none" strike="noStrike" kern="0" cap="none" spc="-7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Windows PC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C413C6-6E17-8322-F1A3-99CCE1502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1086208"/>
            <a:ext cx="6277773" cy="493359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8FFE1-C5F3-2678-DE73-510FEE7E0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45DB4F9-B7D1-563B-4B11-FE253752067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60564" y="912437"/>
            <a:ext cx="4588511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200" dirty="0"/>
              <a:t> </a:t>
            </a:r>
            <a:r>
              <a:rPr spc="-55" dirty="0"/>
              <a:t>Getting</a:t>
            </a:r>
            <a:r>
              <a:rPr spc="-195" dirty="0"/>
              <a:t> </a:t>
            </a:r>
            <a:r>
              <a:rPr spc="-40" dirty="0"/>
              <a:t>Started</a:t>
            </a:r>
            <a:br>
              <a:rPr lang="en-US" spc="-40" dirty="0"/>
            </a:br>
            <a:br>
              <a:rPr lang="en-US" spc="-40" dirty="0"/>
            </a:br>
            <a:r>
              <a:rPr lang="en-US" sz="3200" kern="0" spc="-10" dirty="0">
                <a:solidFill>
                  <a:srgbClr val="404040"/>
                </a:solidFill>
                <a:latin typeface="Calibri"/>
                <a:cs typeface="Calibri"/>
              </a:rPr>
              <a:t>There are a few Bluetooth scanning apps available for Android (BLE Scanner, Bluetooth Scan).</a:t>
            </a:r>
            <a:endParaRPr sz="3200" spc="-40" dirty="0"/>
          </a:p>
        </p:txBody>
      </p:sp>
      <p:sp>
        <p:nvSpPr>
          <p:cNvPr id="5" name="object 2" descr="$PPTXTitle">
            <a:extLst>
              <a:ext uri="{FF2B5EF4-FFF2-40B4-BE49-F238E27FC236}">
                <a16:creationId xmlns:a16="http://schemas.microsoft.com/office/drawing/2014/main" id="{A7CDCA54-490B-7F4D-CB7E-F9061743040F}"/>
              </a:ext>
            </a:extLst>
          </p:cNvPr>
          <p:cNvSpPr txBox="1"/>
          <p:nvPr/>
        </p:nvSpPr>
        <p:spPr>
          <a:xfrm>
            <a:off x="78739" y="0"/>
            <a:ext cx="9940672" cy="804772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 marR="5080" lvl="0" indent="142875" algn="ctr" defTabSz="914400" eaLnBrk="1" fontAlgn="auto" latinLnBrk="0" hangingPunct="1">
              <a:lnSpc>
                <a:spcPts val="5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0" cap="none" spc="-4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Bluetooth</a:t>
            </a:r>
            <a:r>
              <a:rPr kumimoji="0" sz="3600" b="1" i="0" u="none" strike="noStrike" kern="0" cap="none" spc="-409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3600" b="1" i="0" u="none" strike="noStrike" kern="0" cap="none" spc="-1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</a:t>
            </a:r>
            <a:r>
              <a:rPr kumimoji="0" lang="en-US" sz="3600" b="1" i="0" u="none" strike="noStrike" kern="0" cap="none" spc="-7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Android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53D5CF-5BBB-5FFF-4101-0DFED55DA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501" y="1472409"/>
            <a:ext cx="6013551" cy="21508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C4B5B4-A82B-5C01-3656-3A2EEC324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288" y="3833895"/>
            <a:ext cx="6183764" cy="21508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80974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D5C6F-233A-F151-7D35-B581B48CF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E681CD3-B921-4764-CC97-A5AC0747560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60564" y="1158658"/>
            <a:ext cx="4588511" cy="28443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200" dirty="0"/>
              <a:t> </a:t>
            </a:r>
            <a:r>
              <a:rPr spc="-55" dirty="0"/>
              <a:t>Getting</a:t>
            </a:r>
            <a:r>
              <a:rPr spc="-195" dirty="0"/>
              <a:t> </a:t>
            </a:r>
            <a:r>
              <a:rPr spc="-40" dirty="0"/>
              <a:t>Started</a:t>
            </a:r>
            <a:br>
              <a:rPr lang="en-US" spc="-40" dirty="0"/>
            </a:br>
            <a:br>
              <a:rPr lang="en-US" spc="-40" dirty="0"/>
            </a:br>
            <a:r>
              <a:rPr lang="en-US" sz="3200" kern="0" spc="-10" dirty="0">
                <a:solidFill>
                  <a:srgbClr val="404040"/>
                </a:solidFill>
                <a:latin typeface="Calibri"/>
                <a:cs typeface="Calibri"/>
              </a:rPr>
              <a:t>There are a few Bluetooth scanning apps available for Apple iPhone or Tablet.</a:t>
            </a:r>
            <a:endParaRPr sz="3200" spc="-40" dirty="0"/>
          </a:p>
        </p:txBody>
      </p:sp>
      <p:sp>
        <p:nvSpPr>
          <p:cNvPr id="5" name="object 2" descr="$PPTXTitle">
            <a:extLst>
              <a:ext uri="{FF2B5EF4-FFF2-40B4-BE49-F238E27FC236}">
                <a16:creationId xmlns:a16="http://schemas.microsoft.com/office/drawing/2014/main" id="{8AC343FC-435C-FA6C-E6B1-0BFC94EC0C4B}"/>
              </a:ext>
            </a:extLst>
          </p:cNvPr>
          <p:cNvSpPr txBox="1"/>
          <p:nvPr/>
        </p:nvSpPr>
        <p:spPr>
          <a:xfrm>
            <a:off x="78739" y="0"/>
            <a:ext cx="9940672" cy="804772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 marR="5080" lvl="0" indent="142875" algn="ctr" defTabSz="914400" eaLnBrk="1" fontAlgn="auto" latinLnBrk="0" hangingPunct="1">
              <a:lnSpc>
                <a:spcPts val="5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0" cap="none" spc="-4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Bluetooth</a:t>
            </a:r>
            <a:r>
              <a:rPr kumimoji="0" sz="3600" b="1" i="0" u="none" strike="noStrike" kern="0" cap="none" spc="-409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3600" b="1" i="0" u="none" strike="noStrike" kern="0" cap="none" spc="-1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</a:t>
            </a:r>
            <a:r>
              <a:rPr kumimoji="0" lang="en-US" sz="3600" b="1" i="0" u="none" strike="noStrike" kern="0" cap="none" spc="-7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Apple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C0134B-E665-CE74-D00C-E0CEC6E27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379" y="1381125"/>
            <a:ext cx="6291057" cy="325589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48801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190" dirty="0"/>
              <a:t> </a:t>
            </a:r>
            <a:r>
              <a:rPr spc="-55" dirty="0"/>
              <a:t>Bluetooth</a:t>
            </a:r>
            <a:r>
              <a:rPr spc="-190" dirty="0"/>
              <a:t> </a:t>
            </a:r>
            <a:r>
              <a:rPr spc="-35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8557"/>
            <a:ext cx="5621020" cy="443005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325755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good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any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type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security assessment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searching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nearby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endParaRPr lang="en-US" sz="24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marR="325755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area.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sz="2400" b="0" i="1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lang="en-US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  <a:p>
            <a:pPr marL="12700" marR="5080" lvl="0" indent="0" algn="just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kern="0" spc="-1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12700" marR="5080" algn="just">
              <a:lnSpc>
                <a:spcPct val="90000"/>
              </a:lnSpc>
              <a:defRPr/>
            </a:pP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Scanning</a:t>
            </a:r>
            <a:r>
              <a:rPr lang="en-US" sz="2400" kern="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lang="en-US" sz="2400" kern="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BT</a:t>
            </a:r>
            <a:r>
              <a:rPr lang="en-US" sz="2400" kern="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devices</a:t>
            </a:r>
            <a:r>
              <a:rPr lang="en-US" sz="2400" kern="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lang="en-US" sz="2400" kern="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our</a:t>
            </a:r>
            <a:r>
              <a:rPr lang="en-US" sz="2400" kern="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proximity</a:t>
            </a:r>
            <a:r>
              <a:rPr lang="en-US" sz="2400" kern="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20" dirty="0">
                <a:solidFill>
                  <a:srgbClr val="404040"/>
                </a:solidFill>
                <a:latin typeface="Calibri"/>
                <a:cs typeface="Calibri"/>
              </a:rPr>
              <a:t>will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let</a:t>
            </a:r>
            <a:r>
              <a:rPr lang="en-US" sz="2400" kern="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us</a:t>
            </a:r>
            <a:r>
              <a:rPr lang="en-US" sz="2400" kern="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find</a:t>
            </a:r>
            <a:r>
              <a:rPr lang="en-US" sz="2400" kern="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lang="en-US" sz="2400" kern="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target</a:t>
            </a:r>
            <a:r>
              <a:rPr lang="en-US" sz="2400" kern="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device</a:t>
            </a:r>
            <a:r>
              <a:rPr lang="en-US" sz="2400" kern="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lang="en-US" sz="2400" kern="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it’s</a:t>
            </a:r>
            <a:r>
              <a:rPr lang="en-US" sz="2400" kern="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25" dirty="0">
                <a:solidFill>
                  <a:srgbClr val="404040"/>
                </a:solidFill>
                <a:latin typeface="Calibri"/>
                <a:cs typeface="Calibri"/>
              </a:rPr>
              <a:t>BT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address</a:t>
            </a:r>
            <a:endParaRPr lang="en-US" sz="24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kern="0" spc="-1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See if you can find your own person BT devices!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0292842" y="3375405"/>
            <a:ext cx="770255" cy="1440815"/>
            <a:chOff x="10292842" y="3375405"/>
            <a:chExt cx="770255" cy="1440815"/>
          </a:xfrm>
        </p:grpSpPr>
        <p:sp>
          <p:nvSpPr>
            <p:cNvPr id="6" name="object 6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378713" y="0"/>
                  </a:moveTo>
                  <a:lnTo>
                    <a:pt x="0" y="378714"/>
                  </a:lnTo>
                  <a:lnTo>
                    <a:pt x="189356" y="378714"/>
                  </a:lnTo>
                  <a:lnTo>
                    <a:pt x="189356" y="1427988"/>
                  </a:lnTo>
                  <a:lnTo>
                    <a:pt x="568071" y="1427988"/>
                  </a:lnTo>
                  <a:lnTo>
                    <a:pt x="568071" y="378714"/>
                  </a:lnTo>
                  <a:lnTo>
                    <a:pt x="757427" y="378714"/>
                  </a:lnTo>
                  <a:lnTo>
                    <a:pt x="37871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189356" y="1427988"/>
                  </a:moveTo>
                  <a:lnTo>
                    <a:pt x="189356" y="378714"/>
                  </a:lnTo>
                  <a:lnTo>
                    <a:pt x="0" y="378714"/>
                  </a:lnTo>
                  <a:lnTo>
                    <a:pt x="378713" y="0"/>
                  </a:lnTo>
                  <a:lnTo>
                    <a:pt x="757427" y="378714"/>
                  </a:lnTo>
                  <a:lnTo>
                    <a:pt x="568071" y="378714"/>
                  </a:lnTo>
                  <a:lnTo>
                    <a:pt x="568071" y="1427988"/>
                  </a:lnTo>
                  <a:lnTo>
                    <a:pt x="189356" y="14279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71606" y="3990933"/>
            <a:ext cx="254000" cy="4019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USB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28218" y="1107470"/>
            <a:ext cx="1367790" cy="2837180"/>
            <a:chOff x="8328218" y="1107470"/>
            <a:chExt cx="1367790" cy="2837180"/>
          </a:xfrm>
        </p:grpSpPr>
        <p:sp>
          <p:nvSpPr>
            <p:cNvPr id="10" name="object 10"/>
            <p:cNvSpPr/>
            <p:nvPr/>
          </p:nvSpPr>
          <p:spPr>
            <a:xfrm>
              <a:off x="8328218" y="1229257"/>
              <a:ext cx="1367790" cy="2715260"/>
            </a:xfrm>
            <a:custGeom>
              <a:avLst/>
              <a:gdLst/>
              <a:ahLst/>
              <a:cxnLst/>
              <a:rect l="l" t="t" r="r" b="b"/>
              <a:pathLst>
                <a:path w="1367790" h="2715260">
                  <a:moveTo>
                    <a:pt x="764036" y="1591707"/>
                  </a:moveTo>
                  <a:lnTo>
                    <a:pt x="571260" y="1591707"/>
                  </a:lnTo>
                  <a:lnTo>
                    <a:pt x="571260" y="2715246"/>
                  </a:lnTo>
                  <a:lnTo>
                    <a:pt x="1036790" y="2250399"/>
                  </a:lnTo>
                  <a:lnTo>
                    <a:pt x="764036" y="2250399"/>
                  </a:lnTo>
                  <a:lnTo>
                    <a:pt x="764036" y="1591707"/>
                  </a:lnTo>
                  <a:close/>
                </a:path>
                <a:path w="1367790" h="2715260">
                  <a:moveTo>
                    <a:pt x="1037457" y="1590099"/>
                  </a:moveTo>
                  <a:lnTo>
                    <a:pt x="764036" y="1590099"/>
                  </a:lnTo>
                  <a:lnTo>
                    <a:pt x="1094647" y="1920249"/>
                  </a:lnTo>
                  <a:lnTo>
                    <a:pt x="764036" y="2250399"/>
                  </a:lnTo>
                  <a:lnTo>
                    <a:pt x="1036790" y="2250399"/>
                  </a:lnTo>
                  <a:lnTo>
                    <a:pt x="1367425" y="1920249"/>
                  </a:lnTo>
                  <a:lnTo>
                    <a:pt x="1037457" y="1590099"/>
                  </a:lnTo>
                  <a:close/>
                </a:path>
                <a:path w="1367790" h="2715260">
                  <a:moveTo>
                    <a:pt x="136228" y="688375"/>
                  </a:moveTo>
                  <a:lnTo>
                    <a:pt x="0" y="824678"/>
                  </a:lnTo>
                  <a:lnTo>
                    <a:pt x="532704" y="1357676"/>
                  </a:lnTo>
                  <a:lnTo>
                    <a:pt x="0" y="1890674"/>
                  </a:lnTo>
                  <a:lnTo>
                    <a:pt x="136228" y="2026977"/>
                  </a:lnTo>
                  <a:lnTo>
                    <a:pt x="571260" y="1591707"/>
                  </a:lnTo>
                  <a:lnTo>
                    <a:pt x="764036" y="1591707"/>
                  </a:lnTo>
                  <a:lnTo>
                    <a:pt x="764036" y="1590099"/>
                  </a:lnTo>
                  <a:lnTo>
                    <a:pt x="1037457" y="1590099"/>
                  </a:lnTo>
                  <a:lnTo>
                    <a:pt x="805161" y="1357676"/>
                  </a:lnTo>
                  <a:lnTo>
                    <a:pt x="1036493" y="1126217"/>
                  </a:lnTo>
                  <a:lnTo>
                    <a:pt x="764036" y="1126217"/>
                  </a:lnTo>
                  <a:lnTo>
                    <a:pt x="764036" y="1123646"/>
                  </a:lnTo>
                  <a:lnTo>
                    <a:pt x="571260" y="1123646"/>
                  </a:lnTo>
                  <a:lnTo>
                    <a:pt x="136228" y="688375"/>
                  </a:lnTo>
                  <a:close/>
                </a:path>
                <a:path w="1367790" h="2715260">
                  <a:moveTo>
                    <a:pt x="1036834" y="464953"/>
                  </a:moveTo>
                  <a:lnTo>
                    <a:pt x="764036" y="464953"/>
                  </a:lnTo>
                  <a:lnTo>
                    <a:pt x="1094647" y="795103"/>
                  </a:lnTo>
                  <a:lnTo>
                    <a:pt x="764036" y="1126217"/>
                  </a:lnTo>
                  <a:lnTo>
                    <a:pt x="1036493" y="1126217"/>
                  </a:lnTo>
                  <a:lnTo>
                    <a:pt x="1367425" y="795103"/>
                  </a:lnTo>
                  <a:lnTo>
                    <a:pt x="1036834" y="464953"/>
                  </a:lnTo>
                  <a:close/>
                </a:path>
                <a:path w="1367790" h="2715260">
                  <a:moveTo>
                    <a:pt x="571259" y="0"/>
                  </a:moveTo>
                  <a:lnTo>
                    <a:pt x="571260" y="1123646"/>
                  </a:lnTo>
                  <a:lnTo>
                    <a:pt x="764036" y="1123646"/>
                  </a:lnTo>
                  <a:lnTo>
                    <a:pt x="764036" y="464953"/>
                  </a:lnTo>
                  <a:lnTo>
                    <a:pt x="1036834" y="464953"/>
                  </a:lnTo>
                  <a:lnTo>
                    <a:pt x="571259" y="0"/>
                  </a:lnTo>
                  <a:close/>
                </a:path>
              </a:pathLst>
            </a:custGeom>
            <a:solidFill>
              <a:srgbClr val="455FD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20652" y="1107470"/>
              <a:ext cx="237818" cy="238126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0219840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19840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19840" y="285136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19840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219840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219840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034235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34235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034235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034235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34235" y="285136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034235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691953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880798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78637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597530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40868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503107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945179" y="3288313"/>
            <a:ext cx="1449705" cy="2417445"/>
            <a:chOff x="9945179" y="3288313"/>
            <a:chExt cx="1449705" cy="2417445"/>
          </a:xfrm>
        </p:grpSpPr>
        <p:sp>
          <p:nvSpPr>
            <p:cNvPr id="31" name="object 31"/>
            <p:cNvSpPr/>
            <p:nvPr/>
          </p:nvSpPr>
          <p:spPr>
            <a:xfrm>
              <a:off x="10408679" y="3288322"/>
              <a:ext cx="519430" cy="83185"/>
            </a:xfrm>
            <a:custGeom>
              <a:avLst/>
              <a:gdLst/>
              <a:ahLst/>
              <a:cxnLst/>
              <a:rect l="l" t="t" r="r" b="b"/>
              <a:pathLst>
                <a:path w="519429" h="83185">
                  <a:moveTo>
                    <a:pt x="47218" y="82664"/>
                  </a:moveTo>
                  <a:lnTo>
                    <a:pt x="47205" y="0"/>
                  </a:lnTo>
                  <a:lnTo>
                    <a:pt x="0" y="0"/>
                  </a:lnTo>
                  <a:lnTo>
                    <a:pt x="0" y="82664"/>
                  </a:lnTo>
                  <a:lnTo>
                    <a:pt x="47218" y="82664"/>
                  </a:lnTo>
                  <a:close/>
                </a:path>
                <a:path w="519429" h="83185">
                  <a:moveTo>
                    <a:pt x="141630" y="0"/>
                  </a:moveTo>
                  <a:lnTo>
                    <a:pt x="94424" y="0"/>
                  </a:lnTo>
                  <a:lnTo>
                    <a:pt x="94424" y="82664"/>
                  </a:lnTo>
                  <a:lnTo>
                    <a:pt x="141630" y="82664"/>
                  </a:lnTo>
                  <a:lnTo>
                    <a:pt x="141630" y="0"/>
                  </a:lnTo>
                  <a:close/>
                </a:path>
                <a:path w="519429" h="83185">
                  <a:moveTo>
                    <a:pt x="236054" y="0"/>
                  </a:moveTo>
                  <a:lnTo>
                    <a:pt x="188849" y="0"/>
                  </a:lnTo>
                  <a:lnTo>
                    <a:pt x="188849" y="82664"/>
                  </a:lnTo>
                  <a:lnTo>
                    <a:pt x="236054" y="82664"/>
                  </a:lnTo>
                  <a:lnTo>
                    <a:pt x="236054" y="0"/>
                  </a:lnTo>
                  <a:close/>
                </a:path>
                <a:path w="519429" h="83185">
                  <a:moveTo>
                    <a:pt x="330479" y="0"/>
                  </a:moveTo>
                  <a:lnTo>
                    <a:pt x="283273" y="0"/>
                  </a:lnTo>
                  <a:lnTo>
                    <a:pt x="283273" y="82664"/>
                  </a:lnTo>
                  <a:lnTo>
                    <a:pt x="330479" y="82664"/>
                  </a:lnTo>
                  <a:lnTo>
                    <a:pt x="330479" y="0"/>
                  </a:lnTo>
                  <a:close/>
                </a:path>
                <a:path w="519429" h="83185">
                  <a:moveTo>
                    <a:pt x="424903" y="0"/>
                  </a:moveTo>
                  <a:lnTo>
                    <a:pt x="377685" y="0"/>
                  </a:lnTo>
                  <a:lnTo>
                    <a:pt x="377685" y="82664"/>
                  </a:lnTo>
                  <a:lnTo>
                    <a:pt x="424903" y="82664"/>
                  </a:lnTo>
                  <a:lnTo>
                    <a:pt x="424903" y="0"/>
                  </a:lnTo>
                  <a:close/>
                </a:path>
                <a:path w="519429" h="83185">
                  <a:moveTo>
                    <a:pt x="519328" y="0"/>
                  </a:moveTo>
                  <a:lnTo>
                    <a:pt x="472109" y="0"/>
                  </a:lnTo>
                  <a:lnTo>
                    <a:pt x="472109" y="82664"/>
                  </a:lnTo>
                  <a:lnTo>
                    <a:pt x="519328" y="82664"/>
                  </a:lnTo>
                  <a:lnTo>
                    <a:pt x="51932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9945179" y="4724136"/>
              <a:ext cx="1449705" cy="981075"/>
            </a:xfrm>
            <a:custGeom>
              <a:avLst/>
              <a:gdLst/>
              <a:ahLst/>
              <a:cxnLst/>
              <a:rect l="l" t="t" r="r" b="b"/>
              <a:pathLst>
                <a:path w="1449704" h="981075">
                  <a:moveTo>
                    <a:pt x="1364122" y="0"/>
                  </a:moveTo>
                  <a:lnTo>
                    <a:pt x="85257" y="0"/>
                  </a:lnTo>
                  <a:lnTo>
                    <a:pt x="52153" y="6731"/>
                  </a:lnTo>
                  <a:lnTo>
                    <a:pt x="25044" y="25058"/>
                  </a:lnTo>
                  <a:lnTo>
                    <a:pt x="6727" y="52182"/>
                  </a:lnTo>
                  <a:lnTo>
                    <a:pt x="0" y="85304"/>
                  </a:lnTo>
                  <a:lnTo>
                    <a:pt x="0" y="981002"/>
                  </a:lnTo>
                  <a:lnTo>
                    <a:pt x="1449380" y="981002"/>
                  </a:lnTo>
                  <a:lnTo>
                    <a:pt x="1449380" y="853045"/>
                  </a:lnTo>
                  <a:lnTo>
                    <a:pt x="127886" y="853045"/>
                  </a:lnTo>
                  <a:lnTo>
                    <a:pt x="127886" y="127956"/>
                  </a:lnTo>
                  <a:lnTo>
                    <a:pt x="1449380" y="127956"/>
                  </a:lnTo>
                  <a:lnTo>
                    <a:pt x="1449380" y="85304"/>
                  </a:lnTo>
                  <a:lnTo>
                    <a:pt x="1442652" y="52182"/>
                  </a:lnTo>
                  <a:lnTo>
                    <a:pt x="1424335" y="25058"/>
                  </a:lnTo>
                  <a:lnTo>
                    <a:pt x="1397226" y="6731"/>
                  </a:lnTo>
                  <a:lnTo>
                    <a:pt x="1364122" y="0"/>
                  </a:lnTo>
                  <a:close/>
                </a:path>
                <a:path w="1449704" h="981075">
                  <a:moveTo>
                    <a:pt x="1449380" y="127956"/>
                  </a:moveTo>
                  <a:lnTo>
                    <a:pt x="1321493" y="127956"/>
                  </a:lnTo>
                  <a:lnTo>
                    <a:pt x="1321493" y="853045"/>
                  </a:lnTo>
                  <a:lnTo>
                    <a:pt x="1449380" y="853045"/>
                  </a:lnTo>
                  <a:lnTo>
                    <a:pt x="1449380" y="127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object 33"/>
          <p:cNvSpPr/>
          <p:nvPr/>
        </p:nvSpPr>
        <p:spPr>
          <a:xfrm>
            <a:off x="10349662" y="2603372"/>
            <a:ext cx="637540" cy="638175"/>
          </a:xfrm>
          <a:custGeom>
            <a:avLst/>
            <a:gdLst/>
            <a:ahLst/>
            <a:cxnLst/>
            <a:rect l="l" t="t" r="r" b="b"/>
            <a:pathLst>
              <a:path w="637540" h="638175">
                <a:moveTo>
                  <a:pt x="472122" y="165341"/>
                </a:moveTo>
                <a:lnTo>
                  <a:pt x="165239" y="165341"/>
                </a:lnTo>
                <a:lnTo>
                  <a:pt x="165239" y="472376"/>
                </a:lnTo>
                <a:lnTo>
                  <a:pt x="472122" y="472376"/>
                </a:lnTo>
                <a:lnTo>
                  <a:pt x="472122" y="165341"/>
                </a:lnTo>
                <a:close/>
              </a:path>
              <a:path w="637540" h="638175">
                <a:moveTo>
                  <a:pt x="637362" y="47244"/>
                </a:moveTo>
                <a:lnTo>
                  <a:pt x="633641" y="28854"/>
                </a:lnTo>
                <a:lnTo>
                  <a:pt x="623531" y="13843"/>
                </a:lnTo>
                <a:lnTo>
                  <a:pt x="608520" y="3721"/>
                </a:lnTo>
                <a:lnTo>
                  <a:pt x="590143" y="0"/>
                </a:lnTo>
                <a:lnTo>
                  <a:pt x="519328" y="0"/>
                </a:lnTo>
                <a:lnTo>
                  <a:pt x="519328" y="118097"/>
                </a:lnTo>
                <a:lnTo>
                  <a:pt x="519328" y="519620"/>
                </a:lnTo>
                <a:lnTo>
                  <a:pt x="118033" y="519620"/>
                </a:lnTo>
                <a:lnTo>
                  <a:pt x="118033" y="118097"/>
                </a:lnTo>
                <a:lnTo>
                  <a:pt x="519328" y="118097"/>
                </a:lnTo>
                <a:lnTo>
                  <a:pt x="519328" y="0"/>
                </a:lnTo>
                <a:lnTo>
                  <a:pt x="47218" y="0"/>
                </a:lnTo>
                <a:lnTo>
                  <a:pt x="28841" y="3721"/>
                </a:lnTo>
                <a:lnTo>
                  <a:pt x="13830" y="13843"/>
                </a:lnTo>
                <a:lnTo>
                  <a:pt x="3708" y="28854"/>
                </a:lnTo>
                <a:lnTo>
                  <a:pt x="0" y="47244"/>
                </a:lnTo>
                <a:lnTo>
                  <a:pt x="0" y="590473"/>
                </a:lnTo>
                <a:lnTo>
                  <a:pt x="3708" y="608863"/>
                </a:lnTo>
                <a:lnTo>
                  <a:pt x="13830" y="623874"/>
                </a:lnTo>
                <a:lnTo>
                  <a:pt x="28841" y="633996"/>
                </a:lnTo>
                <a:lnTo>
                  <a:pt x="47218" y="637705"/>
                </a:lnTo>
                <a:lnTo>
                  <a:pt x="590143" y="637705"/>
                </a:lnTo>
                <a:lnTo>
                  <a:pt x="608520" y="633996"/>
                </a:lnTo>
                <a:lnTo>
                  <a:pt x="623531" y="623874"/>
                </a:lnTo>
                <a:lnTo>
                  <a:pt x="633641" y="608863"/>
                </a:lnTo>
                <a:lnTo>
                  <a:pt x="637362" y="590473"/>
                </a:lnTo>
                <a:lnTo>
                  <a:pt x="637362" y="519620"/>
                </a:lnTo>
                <a:lnTo>
                  <a:pt x="637362" y="118097"/>
                </a:lnTo>
                <a:lnTo>
                  <a:pt x="637362" y="4724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06526" y="4510887"/>
            <a:ext cx="953135" cy="853440"/>
          </a:xfrm>
          <a:custGeom>
            <a:avLst/>
            <a:gdLst/>
            <a:ahLst/>
            <a:cxnLst/>
            <a:rect l="l" t="t" r="r" b="b"/>
            <a:pathLst>
              <a:path w="953134" h="853439">
                <a:moveTo>
                  <a:pt x="716153" y="511822"/>
                </a:moveTo>
                <a:lnTo>
                  <a:pt x="713028" y="465683"/>
                </a:lnTo>
                <a:lnTo>
                  <a:pt x="703922" y="421386"/>
                </a:lnTo>
                <a:lnTo>
                  <a:pt x="689254" y="379336"/>
                </a:lnTo>
                <a:lnTo>
                  <a:pt x="669429" y="339953"/>
                </a:lnTo>
                <a:lnTo>
                  <a:pt x="644867" y="303644"/>
                </a:lnTo>
                <a:lnTo>
                  <a:pt x="615975" y="270840"/>
                </a:lnTo>
                <a:lnTo>
                  <a:pt x="583196" y="241935"/>
                </a:lnTo>
                <a:lnTo>
                  <a:pt x="546912" y="217360"/>
                </a:lnTo>
                <a:lnTo>
                  <a:pt x="507542" y="197523"/>
                </a:lnTo>
                <a:lnTo>
                  <a:pt x="465518" y="182841"/>
                </a:lnTo>
                <a:lnTo>
                  <a:pt x="421246" y="173736"/>
                </a:lnTo>
                <a:lnTo>
                  <a:pt x="375132" y="170599"/>
                </a:lnTo>
                <a:lnTo>
                  <a:pt x="329018" y="173736"/>
                </a:lnTo>
                <a:lnTo>
                  <a:pt x="284734" y="182841"/>
                </a:lnTo>
                <a:lnTo>
                  <a:pt x="242709" y="197523"/>
                </a:lnTo>
                <a:lnTo>
                  <a:pt x="203352" y="217360"/>
                </a:lnTo>
                <a:lnTo>
                  <a:pt x="167068" y="241935"/>
                </a:lnTo>
                <a:lnTo>
                  <a:pt x="134277" y="270840"/>
                </a:lnTo>
                <a:lnTo>
                  <a:pt x="105397" y="303644"/>
                </a:lnTo>
                <a:lnTo>
                  <a:pt x="80835" y="339953"/>
                </a:lnTo>
                <a:lnTo>
                  <a:pt x="61010" y="379336"/>
                </a:lnTo>
                <a:lnTo>
                  <a:pt x="46329" y="421386"/>
                </a:lnTo>
                <a:lnTo>
                  <a:pt x="37223" y="465683"/>
                </a:lnTo>
                <a:lnTo>
                  <a:pt x="34099" y="511822"/>
                </a:lnTo>
                <a:lnTo>
                  <a:pt x="37223" y="557961"/>
                </a:lnTo>
                <a:lnTo>
                  <a:pt x="46329" y="602259"/>
                </a:lnTo>
                <a:lnTo>
                  <a:pt x="61010" y="644309"/>
                </a:lnTo>
                <a:lnTo>
                  <a:pt x="80835" y="683691"/>
                </a:lnTo>
                <a:lnTo>
                  <a:pt x="105397" y="720001"/>
                </a:lnTo>
                <a:lnTo>
                  <a:pt x="134277" y="752805"/>
                </a:lnTo>
                <a:lnTo>
                  <a:pt x="167068" y="781710"/>
                </a:lnTo>
                <a:lnTo>
                  <a:pt x="203352" y="806284"/>
                </a:lnTo>
                <a:lnTo>
                  <a:pt x="242709" y="826109"/>
                </a:lnTo>
                <a:lnTo>
                  <a:pt x="284734" y="840790"/>
                </a:lnTo>
                <a:lnTo>
                  <a:pt x="329018" y="849909"/>
                </a:lnTo>
                <a:lnTo>
                  <a:pt x="375132" y="853033"/>
                </a:lnTo>
                <a:lnTo>
                  <a:pt x="390042" y="853033"/>
                </a:lnTo>
                <a:lnTo>
                  <a:pt x="396443" y="850912"/>
                </a:lnTo>
                <a:lnTo>
                  <a:pt x="396443" y="746404"/>
                </a:lnTo>
                <a:lnTo>
                  <a:pt x="397243" y="732015"/>
                </a:lnTo>
                <a:lnTo>
                  <a:pt x="409232" y="688822"/>
                </a:lnTo>
                <a:lnTo>
                  <a:pt x="439343" y="649643"/>
                </a:lnTo>
                <a:lnTo>
                  <a:pt x="483831" y="624852"/>
                </a:lnTo>
                <a:lnTo>
                  <a:pt x="714032" y="548081"/>
                </a:lnTo>
                <a:lnTo>
                  <a:pt x="715264" y="538810"/>
                </a:lnTo>
                <a:lnTo>
                  <a:pt x="715899" y="529945"/>
                </a:lnTo>
                <a:lnTo>
                  <a:pt x="716127" y="521081"/>
                </a:lnTo>
                <a:lnTo>
                  <a:pt x="716153" y="511822"/>
                </a:lnTo>
                <a:close/>
              </a:path>
              <a:path w="953134" h="853439">
                <a:moveTo>
                  <a:pt x="952754" y="426516"/>
                </a:moveTo>
                <a:lnTo>
                  <a:pt x="949388" y="409956"/>
                </a:lnTo>
                <a:lnTo>
                  <a:pt x="940231" y="396392"/>
                </a:lnTo>
                <a:lnTo>
                  <a:pt x="926668" y="387235"/>
                </a:lnTo>
                <a:lnTo>
                  <a:pt x="910120" y="383870"/>
                </a:lnTo>
                <a:lnTo>
                  <a:pt x="871753" y="383870"/>
                </a:lnTo>
                <a:lnTo>
                  <a:pt x="857275" y="337680"/>
                </a:lnTo>
                <a:lnTo>
                  <a:pt x="838657" y="293433"/>
                </a:lnTo>
                <a:lnTo>
                  <a:pt x="816114" y="251358"/>
                </a:lnTo>
                <a:lnTo>
                  <a:pt x="789889" y="211696"/>
                </a:lnTo>
                <a:lnTo>
                  <a:pt x="760209" y="174688"/>
                </a:lnTo>
                <a:lnTo>
                  <a:pt x="727290" y="140563"/>
                </a:lnTo>
                <a:lnTo>
                  <a:pt x="691375" y="109562"/>
                </a:lnTo>
                <a:lnTo>
                  <a:pt x="657428" y="85293"/>
                </a:lnTo>
                <a:lnTo>
                  <a:pt x="611466" y="57873"/>
                </a:lnTo>
                <a:lnTo>
                  <a:pt x="567918" y="37668"/>
                </a:lnTo>
                <a:lnTo>
                  <a:pt x="522274" y="21539"/>
                </a:lnTo>
                <a:lnTo>
                  <a:pt x="474789" y="9728"/>
                </a:lnTo>
                <a:lnTo>
                  <a:pt x="426224" y="2552"/>
                </a:lnTo>
                <a:lnTo>
                  <a:pt x="427367" y="2552"/>
                </a:lnTo>
                <a:lnTo>
                  <a:pt x="375132" y="0"/>
                </a:lnTo>
                <a:lnTo>
                  <a:pt x="323811" y="2552"/>
                </a:lnTo>
                <a:lnTo>
                  <a:pt x="273913" y="10058"/>
                </a:lnTo>
                <a:lnTo>
                  <a:pt x="225679" y="22263"/>
                </a:lnTo>
                <a:lnTo>
                  <a:pt x="179298" y="38912"/>
                </a:lnTo>
                <a:lnTo>
                  <a:pt x="135026" y="59766"/>
                </a:lnTo>
                <a:lnTo>
                  <a:pt x="93078" y="84569"/>
                </a:lnTo>
                <a:lnTo>
                  <a:pt x="53670" y="113068"/>
                </a:lnTo>
                <a:lnTo>
                  <a:pt x="17043" y="145008"/>
                </a:lnTo>
                <a:lnTo>
                  <a:pt x="0" y="179133"/>
                </a:lnTo>
                <a:lnTo>
                  <a:pt x="3327" y="195529"/>
                </a:lnTo>
                <a:lnTo>
                  <a:pt x="3352" y="195694"/>
                </a:lnTo>
                <a:lnTo>
                  <a:pt x="12522" y="209257"/>
                </a:lnTo>
                <a:lnTo>
                  <a:pt x="26073" y="218414"/>
                </a:lnTo>
                <a:lnTo>
                  <a:pt x="42621" y="221780"/>
                </a:lnTo>
                <a:lnTo>
                  <a:pt x="51777" y="220980"/>
                </a:lnTo>
                <a:lnTo>
                  <a:pt x="59944" y="218592"/>
                </a:lnTo>
                <a:lnTo>
                  <a:pt x="66903" y="214591"/>
                </a:lnTo>
                <a:lnTo>
                  <a:pt x="72466" y="208991"/>
                </a:lnTo>
                <a:lnTo>
                  <a:pt x="107911" y="177965"/>
                </a:lnTo>
                <a:lnTo>
                  <a:pt x="146443" y="150888"/>
                </a:lnTo>
                <a:lnTo>
                  <a:pt x="187782" y="128079"/>
                </a:lnTo>
                <a:lnTo>
                  <a:pt x="231622" y="109804"/>
                </a:lnTo>
                <a:lnTo>
                  <a:pt x="277660" y="96393"/>
                </a:lnTo>
                <a:lnTo>
                  <a:pt x="325589" y="88125"/>
                </a:lnTo>
                <a:lnTo>
                  <a:pt x="375132" y="85293"/>
                </a:lnTo>
                <a:lnTo>
                  <a:pt x="421411" y="87807"/>
                </a:lnTo>
                <a:lnTo>
                  <a:pt x="466280" y="95186"/>
                </a:lnTo>
                <a:lnTo>
                  <a:pt x="509498" y="107137"/>
                </a:lnTo>
                <a:lnTo>
                  <a:pt x="550773" y="123418"/>
                </a:lnTo>
                <a:lnTo>
                  <a:pt x="589851" y="143751"/>
                </a:lnTo>
                <a:lnTo>
                  <a:pt x="626465" y="167868"/>
                </a:lnTo>
                <a:lnTo>
                  <a:pt x="660361" y="195529"/>
                </a:lnTo>
                <a:lnTo>
                  <a:pt x="691248" y="226441"/>
                </a:lnTo>
                <a:lnTo>
                  <a:pt x="718883" y="260337"/>
                </a:lnTo>
                <a:lnTo>
                  <a:pt x="743000" y="296976"/>
                </a:lnTo>
                <a:lnTo>
                  <a:pt x="763320" y="336080"/>
                </a:lnTo>
                <a:lnTo>
                  <a:pt x="779589" y="377380"/>
                </a:lnTo>
                <a:lnTo>
                  <a:pt x="791540" y="420611"/>
                </a:lnTo>
                <a:lnTo>
                  <a:pt x="798906" y="465518"/>
                </a:lnTo>
                <a:lnTo>
                  <a:pt x="801420" y="511822"/>
                </a:lnTo>
                <a:lnTo>
                  <a:pt x="801420" y="609917"/>
                </a:lnTo>
                <a:lnTo>
                  <a:pt x="556298" y="690956"/>
                </a:lnTo>
                <a:lnTo>
                  <a:pt x="548309" y="687832"/>
                </a:lnTo>
                <a:lnTo>
                  <a:pt x="540321" y="685101"/>
                </a:lnTo>
                <a:lnTo>
                  <a:pt x="532320" y="683158"/>
                </a:lnTo>
                <a:lnTo>
                  <a:pt x="524332" y="682434"/>
                </a:lnTo>
                <a:lnTo>
                  <a:pt x="499046" y="687324"/>
                </a:lnTo>
                <a:lnTo>
                  <a:pt x="478764" y="700824"/>
                </a:lnTo>
                <a:lnTo>
                  <a:pt x="465277" y="721118"/>
                </a:lnTo>
                <a:lnTo>
                  <a:pt x="460387" y="746404"/>
                </a:lnTo>
                <a:lnTo>
                  <a:pt x="465277" y="771702"/>
                </a:lnTo>
                <a:lnTo>
                  <a:pt x="478764" y="791997"/>
                </a:lnTo>
                <a:lnTo>
                  <a:pt x="499046" y="805484"/>
                </a:lnTo>
                <a:lnTo>
                  <a:pt x="524332" y="810387"/>
                </a:lnTo>
                <a:lnTo>
                  <a:pt x="542950" y="807681"/>
                </a:lnTo>
                <a:lnTo>
                  <a:pt x="559765" y="799985"/>
                </a:lnTo>
                <a:lnTo>
                  <a:pt x="573786" y="787895"/>
                </a:lnTo>
                <a:lnTo>
                  <a:pt x="584009" y="771994"/>
                </a:lnTo>
                <a:lnTo>
                  <a:pt x="826998" y="690956"/>
                </a:lnTo>
                <a:lnTo>
                  <a:pt x="922909" y="658977"/>
                </a:lnTo>
                <a:lnTo>
                  <a:pt x="950480" y="631977"/>
                </a:lnTo>
                <a:lnTo>
                  <a:pt x="952754" y="618451"/>
                </a:lnTo>
                <a:lnTo>
                  <a:pt x="952754" y="426516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99600" y="4637278"/>
            <a:ext cx="4850765" cy="1494790"/>
            <a:chOff x="6799600" y="4637278"/>
            <a:chExt cx="4850765" cy="1494790"/>
          </a:xfrm>
        </p:grpSpPr>
        <p:sp>
          <p:nvSpPr>
            <p:cNvPr id="36" name="object 36"/>
            <p:cNvSpPr/>
            <p:nvPr/>
          </p:nvSpPr>
          <p:spPr>
            <a:xfrm>
              <a:off x="9689406" y="5790443"/>
              <a:ext cx="1961514" cy="128270"/>
            </a:xfrm>
            <a:custGeom>
              <a:avLst/>
              <a:gdLst/>
              <a:ahLst/>
              <a:cxnLst/>
              <a:rect l="l" t="t" r="r" b="b"/>
              <a:pathLst>
                <a:path w="1961515" h="128270">
                  <a:moveTo>
                    <a:pt x="1960926" y="0"/>
                  </a:moveTo>
                  <a:lnTo>
                    <a:pt x="1108349" y="0"/>
                  </a:lnTo>
                  <a:lnTo>
                    <a:pt x="1106817" y="30056"/>
                  </a:lnTo>
                  <a:lnTo>
                    <a:pt x="1095760" y="41119"/>
                  </a:lnTo>
                  <a:lnTo>
                    <a:pt x="865165" y="41119"/>
                  </a:lnTo>
                  <a:lnTo>
                    <a:pt x="854108" y="30056"/>
                  </a:lnTo>
                  <a:lnTo>
                    <a:pt x="852576" y="0"/>
                  </a:lnTo>
                  <a:lnTo>
                    <a:pt x="0" y="0"/>
                  </a:lnTo>
                  <a:lnTo>
                    <a:pt x="0" y="42652"/>
                  </a:lnTo>
                  <a:lnTo>
                    <a:pt x="6727" y="75774"/>
                  </a:lnTo>
                  <a:lnTo>
                    <a:pt x="25044" y="102898"/>
                  </a:lnTo>
                  <a:lnTo>
                    <a:pt x="52153" y="121225"/>
                  </a:lnTo>
                  <a:lnTo>
                    <a:pt x="85257" y="127956"/>
                  </a:lnTo>
                  <a:lnTo>
                    <a:pt x="1875668" y="127956"/>
                  </a:lnTo>
                  <a:lnTo>
                    <a:pt x="1908772" y="121225"/>
                  </a:lnTo>
                  <a:lnTo>
                    <a:pt x="1935881" y="102898"/>
                  </a:lnTo>
                  <a:lnTo>
                    <a:pt x="1954198" y="75774"/>
                  </a:lnTo>
                  <a:lnTo>
                    <a:pt x="1960926" y="42652"/>
                  </a:lnTo>
                  <a:lnTo>
                    <a:pt x="1960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799600" y="5449225"/>
              <a:ext cx="1364615" cy="682625"/>
            </a:xfrm>
            <a:custGeom>
              <a:avLst/>
              <a:gdLst/>
              <a:ahLst/>
              <a:cxnLst/>
              <a:rect l="l" t="t" r="r" b="b"/>
              <a:pathLst>
                <a:path w="1364615" h="682625">
                  <a:moveTo>
                    <a:pt x="682061" y="0"/>
                  </a:moveTo>
                  <a:lnTo>
                    <a:pt x="588277" y="5371"/>
                  </a:lnTo>
                  <a:lnTo>
                    <a:pt x="494494" y="20220"/>
                  </a:lnTo>
                  <a:lnTo>
                    <a:pt x="400710" y="42652"/>
                  </a:lnTo>
                  <a:lnTo>
                    <a:pt x="349630" y="58793"/>
                  </a:lnTo>
                  <a:lnTo>
                    <a:pt x="249260" y="99281"/>
                  </a:lnTo>
                  <a:lnTo>
                    <a:pt x="154259" y="148723"/>
                  </a:lnTo>
                  <a:lnTo>
                    <a:pt x="68206" y="204730"/>
                  </a:lnTo>
                  <a:lnTo>
                    <a:pt x="39564" y="233254"/>
                  </a:lnTo>
                  <a:lnTo>
                    <a:pt x="18117" y="266576"/>
                  </a:lnTo>
                  <a:lnTo>
                    <a:pt x="4662" y="303097"/>
                  </a:lnTo>
                  <a:lnTo>
                    <a:pt x="0" y="341218"/>
                  </a:lnTo>
                  <a:lnTo>
                    <a:pt x="0" y="682436"/>
                  </a:lnTo>
                  <a:lnTo>
                    <a:pt x="1364122" y="682436"/>
                  </a:lnTo>
                  <a:lnTo>
                    <a:pt x="1364122" y="341218"/>
                  </a:lnTo>
                  <a:lnTo>
                    <a:pt x="1359459" y="303097"/>
                  </a:lnTo>
                  <a:lnTo>
                    <a:pt x="1346005" y="266576"/>
                  </a:lnTo>
                  <a:lnTo>
                    <a:pt x="1324557" y="233254"/>
                  </a:lnTo>
                  <a:lnTo>
                    <a:pt x="1295916" y="204730"/>
                  </a:lnTo>
                  <a:lnTo>
                    <a:pt x="1254232" y="173369"/>
                  </a:lnTo>
                  <a:lnTo>
                    <a:pt x="1209863" y="144992"/>
                  </a:lnTo>
                  <a:lnTo>
                    <a:pt x="1163257" y="119451"/>
                  </a:lnTo>
                  <a:lnTo>
                    <a:pt x="1114861" y="96595"/>
                  </a:lnTo>
                  <a:lnTo>
                    <a:pt x="1014491" y="58345"/>
                  </a:lnTo>
                  <a:lnTo>
                    <a:pt x="920072" y="30606"/>
                  </a:lnTo>
                  <a:lnTo>
                    <a:pt x="829130" y="11729"/>
                  </a:lnTo>
                  <a:lnTo>
                    <a:pt x="732505" y="1382"/>
                  </a:lnTo>
                  <a:lnTo>
                    <a:pt x="682061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1012698" y="0"/>
                  </a:moveTo>
                  <a:lnTo>
                    <a:pt x="1012698" y="336423"/>
                  </a:lnTo>
                  <a:lnTo>
                    <a:pt x="0" y="336423"/>
                  </a:lnTo>
                  <a:lnTo>
                    <a:pt x="0" y="1009269"/>
                  </a:lnTo>
                  <a:lnTo>
                    <a:pt x="1012698" y="1009269"/>
                  </a:lnTo>
                  <a:lnTo>
                    <a:pt x="1012698" y="1345692"/>
                  </a:lnTo>
                  <a:lnTo>
                    <a:pt x="1685544" y="672846"/>
                  </a:lnTo>
                  <a:lnTo>
                    <a:pt x="101269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0" y="336423"/>
                  </a:moveTo>
                  <a:lnTo>
                    <a:pt x="1012698" y="336423"/>
                  </a:lnTo>
                  <a:lnTo>
                    <a:pt x="1012698" y="0"/>
                  </a:lnTo>
                  <a:lnTo>
                    <a:pt x="1685544" y="672846"/>
                  </a:lnTo>
                  <a:lnTo>
                    <a:pt x="1012698" y="1345692"/>
                  </a:lnTo>
                  <a:lnTo>
                    <a:pt x="1012698" y="1009269"/>
                  </a:lnTo>
                  <a:lnTo>
                    <a:pt x="0" y="1009269"/>
                  </a:lnTo>
                  <a:lnTo>
                    <a:pt x="0" y="336423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680831" y="5152771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VM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423153" y="16519"/>
            <a:ext cx="827405" cy="976630"/>
          </a:xfrm>
          <a:custGeom>
            <a:avLst/>
            <a:gdLst/>
            <a:ahLst/>
            <a:cxnLst/>
            <a:rect l="l" t="t" r="r" b="b"/>
            <a:pathLst>
              <a:path w="827404" h="976630">
                <a:moveTo>
                  <a:pt x="413607" y="0"/>
                </a:moveTo>
                <a:lnTo>
                  <a:pt x="365394" y="2857"/>
                </a:lnTo>
                <a:lnTo>
                  <a:pt x="318390" y="11108"/>
                </a:lnTo>
                <a:lnTo>
                  <a:pt x="273482" y="24413"/>
                </a:lnTo>
                <a:lnTo>
                  <a:pt x="230956" y="42452"/>
                </a:lnTo>
                <a:lnTo>
                  <a:pt x="191101" y="64901"/>
                </a:lnTo>
                <a:lnTo>
                  <a:pt x="154203" y="91440"/>
                </a:lnTo>
                <a:lnTo>
                  <a:pt x="120551" y="121745"/>
                </a:lnTo>
                <a:lnTo>
                  <a:pt x="90432" y="155496"/>
                </a:lnTo>
                <a:lnTo>
                  <a:pt x="64133" y="192369"/>
                </a:lnTo>
                <a:lnTo>
                  <a:pt x="41941" y="232043"/>
                </a:lnTo>
                <a:lnTo>
                  <a:pt x="24144" y="274196"/>
                </a:lnTo>
                <a:lnTo>
                  <a:pt x="11030" y="318506"/>
                </a:lnTo>
                <a:lnTo>
                  <a:pt x="2886" y="364651"/>
                </a:lnTo>
                <a:lnTo>
                  <a:pt x="0" y="412309"/>
                </a:lnTo>
                <a:lnTo>
                  <a:pt x="194567" y="412309"/>
                </a:lnTo>
                <a:lnTo>
                  <a:pt x="200340" y="362109"/>
                </a:lnTo>
                <a:lnTo>
                  <a:pt x="216797" y="316026"/>
                </a:lnTo>
                <a:lnTo>
                  <a:pt x="242624" y="275374"/>
                </a:lnTo>
                <a:lnTo>
                  <a:pt x="276507" y="241468"/>
                </a:lnTo>
                <a:lnTo>
                  <a:pt x="317133" y="215622"/>
                </a:lnTo>
                <a:lnTo>
                  <a:pt x="363189" y="199150"/>
                </a:lnTo>
                <a:lnTo>
                  <a:pt x="413360" y="193368"/>
                </a:lnTo>
                <a:lnTo>
                  <a:pt x="463532" y="199150"/>
                </a:lnTo>
                <a:lnTo>
                  <a:pt x="509588" y="215619"/>
                </a:lnTo>
                <a:lnTo>
                  <a:pt x="550216" y="241462"/>
                </a:lnTo>
                <a:lnTo>
                  <a:pt x="584102" y="275366"/>
                </a:lnTo>
                <a:lnTo>
                  <a:pt x="609934" y="316015"/>
                </a:lnTo>
                <a:lnTo>
                  <a:pt x="626398" y="362096"/>
                </a:lnTo>
                <a:lnTo>
                  <a:pt x="632181" y="412295"/>
                </a:lnTo>
                <a:lnTo>
                  <a:pt x="627639" y="456691"/>
                </a:lnTo>
                <a:lnTo>
                  <a:pt x="614450" y="498627"/>
                </a:lnTo>
                <a:lnTo>
                  <a:pt x="593272" y="536916"/>
                </a:lnTo>
                <a:lnTo>
                  <a:pt x="564761" y="570371"/>
                </a:lnTo>
                <a:lnTo>
                  <a:pt x="529574" y="597804"/>
                </a:lnTo>
                <a:lnTo>
                  <a:pt x="487585" y="626929"/>
                </a:lnTo>
                <a:lnTo>
                  <a:pt x="449609" y="660257"/>
                </a:lnTo>
                <a:lnTo>
                  <a:pt x="415884" y="697367"/>
                </a:lnTo>
                <a:lnTo>
                  <a:pt x="386646" y="737843"/>
                </a:lnTo>
                <a:lnTo>
                  <a:pt x="362131" y="781264"/>
                </a:lnTo>
                <a:lnTo>
                  <a:pt x="342576" y="827213"/>
                </a:lnTo>
                <a:lnTo>
                  <a:pt x="328218" y="875271"/>
                </a:lnTo>
                <a:lnTo>
                  <a:pt x="319293" y="925020"/>
                </a:lnTo>
                <a:lnTo>
                  <a:pt x="316037" y="976040"/>
                </a:lnTo>
                <a:lnTo>
                  <a:pt x="510604" y="976040"/>
                </a:lnTo>
                <a:lnTo>
                  <a:pt x="516629" y="924554"/>
                </a:lnTo>
                <a:lnTo>
                  <a:pt x="532686" y="876090"/>
                </a:lnTo>
                <a:lnTo>
                  <a:pt x="557985" y="832023"/>
                </a:lnTo>
                <a:lnTo>
                  <a:pt x="591738" y="793730"/>
                </a:lnTo>
                <a:lnTo>
                  <a:pt x="671794" y="735263"/>
                </a:lnTo>
                <a:lnTo>
                  <a:pt x="706603" y="704122"/>
                </a:lnTo>
                <a:lnTo>
                  <a:pt x="737390" y="669565"/>
                </a:lnTo>
                <a:lnTo>
                  <a:pt x="763962" y="631992"/>
                </a:lnTo>
                <a:lnTo>
                  <a:pt x="786126" y="591803"/>
                </a:lnTo>
                <a:lnTo>
                  <a:pt x="803691" y="549399"/>
                </a:lnTo>
                <a:lnTo>
                  <a:pt x="816463" y="505179"/>
                </a:lnTo>
                <a:lnTo>
                  <a:pt x="824250" y="459544"/>
                </a:lnTo>
                <a:lnTo>
                  <a:pt x="826860" y="412893"/>
                </a:lnTo>
                <a:lnTo>
                  <a:pt x="824100" y="365628"/>
                </a:lnTo>
                <a:lnTo>
                  <a:pt x="815734" y="318034"/>
                </a:lnTo>
                <a:lnTo>
                  <a:pt x="802237" y="272686"/>
                </a:lnTo>
                <a:lnTo>
                  <a:pt x="783954" y="229855"/>
                </a:lnTo>
                <a:lnTo>
                  <a:pt x="761229" y="189814"/>
                </a:lnTo>
                <a:lnTo>
                  <a:pt x="734406" y="152837"/>
                </a:lnTo>
                <a:lnTo>
                  <a:pt x="703829" y="119195"/>
                </a:lnTo>
                <a:lnTo>
                  <a:pt x="669843" y="89161"/>
                </a:lnTo>
                <a:lnTo>
                  <a:pt x="632792" y="63008"/>
                </a:lnTo>
                <a:lnTo>
                  <a:pt x="593020" y="41009"/>
                </a:lnTo>
                <a:lnTo>
                  <a:pt x="550871" y="23436"/>
                </a:lnTo>
                <a:lnTo>
                  <a:pt x="506690" y="10561"/>
                </a:lnTo>
                <a:lnTo>
                  <a:pt x="460821" y="2658"/>
                </a:lnTo>
                <a:lnTo>
                  <a:pt x="413607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495557" y="1548345"/>
            <a:ext cx="946150" cy="1212850"/>
            <a:chOff x="6495557" y="1548345"/>
            <a:chExt cx="946150" cy="1212850"/>
          </a:xfrm>
        </p:grpSpPr>
        <p:sp>
          <p:nvSpPr>
            <p:cNvPr id="43" name="object 43"/>
            <p:cNvSpPr/>
            <p:nvPr/>
          </p:nvSpPr>
          <p:spPr>
            <a:xfrm>
              <a:off x="6495557" y="1548345"/>
              <a:ext cx="826769" cy="945515"/>
            </a:xfrm>
            <a:custGeom>
              <a:avLst/>
              <a:gdLst/>
              <a:ahLst/>
              <a:cxnLst/>
              <a:rect l="l" t="t" r="r" b="b"/>
              <a:pathLst>
                <a:path w="826770" h="945514">
                  <a:moveTo>
                    <a:pt x="199800" y="59288"/>
                  </a:moveTo>
                  <a:lnTo>
                    <a:pt x="160002" y="86640"/>
                  </a:lnTo>
                  <a:lnTo>
                    <a:pt x="124025" y="117985"/>
                  </a:lnTo>
                  <a:lnTo>
                    <a:pt x="92454" y="152575"/>
                  </a:lnTo>
                  <a:lnTo>
                    <a:pt x="65367" y="189985"/>
                  </a:lnTo>
                  <a:lnTo>
                    <a:pt x="42845" y="229793"/>
                  </a:lnTo>
                  <a:lnTo>
                    <a:pt x="24968" y="271572"/>
                  </a:lnTo>
                  <a:lnTo>
                    <a:pt x="11815" y="314900"/>
                  </a:lnTo>
                  <a:lnTo>
                    <a:pt x="3465" y="359352"/>
                  </a:lnTo>
                  <a:lnTo>
                    <a:pt x="0" y="404505"/>
                  </a:lnTo>
                  <a:lnTo>
                    <a:pt x="1497" y="449933"/>
                  </a:lnTo>
                  <a:lnTo>
                    <a:pt x="8038" y="495212"/>
                  </a:lnTo>
                  <a:lnTo>
                    <a:pt x="19701" y="539919"/>
                  </a:lnTo>
                  <a:lnTo>
                    <a:pt x="36567" y="583630"/>
                  </a:lnTo>
                  <a:lnTo>
                    <a:pt x="58715" y="625919"/>
                  </a:lnTo>
                  <a:lnTo>
                    <a:pt x="225279" y="525408"/>
                  </a:lnTo>
                  <a:lnTo>
                    <a:pt x="204289" y="479451"/>
                  </a:lnTo>
                  <a:lnTo>
                    <a:pt x="194571" y="431499"/>
                  </a:lnTo>
                  <a:lnTo>
                    <a:pt x="195680" y="383356"/>
                  </a:lnTo>
                  <a:lnTo>
                    <a:pt x="207171" y="336826"/>
                  </a:lnTo>
                  <a:lnTo>
                    <a:pt x="228598" y="293713"/>
                  </a:lnTo>
                  <a:lnTo>
                    <a:pt x="259516" y="255821"/>
                  </a:lnTo>
                  <a:lnTo>
                    <a:pt x="299480" y="224952"/>
                  </a:lnTo>
                  <a:lnTo>
                    <a:pt x="345417" y="203984"/>
                  </a:lnTo>
                  <a:lnTo>
                    <a:pt x="393353" y="194291"/>
                  </a:lnTo>
                  <a:lnTo>
                    <a:pt x="441483" y="195427"/>
                  </a:lnTo>
                  <a:lnTo>
                    <a:pt x="488006" y="206945"/>
                  </a:lnTo>
                  <a:lnTo>
                    <a:pt x="531119" y="228400"/>
                  </a:lnTo>
                  <a:lnTo>
                    <a:pt x="569018" y="259344"/>
                  </a:lnTo>
                  <a:lnTo>
                    <a:pt x="599902" y="299330"/>
                  </a:lnTo>
                  <a:lnTo>
                    <a:pt x="618947" y="339682"/>
                  </a:lnTo>
                  <a:lnTo>
                    <a:pt x="629320" y="382396"/>
                  </a:lnTo>
                  <a:lnTo>
                    <a:pt x="630970" y="426115"/>
                  </a:lnTo>
                  <a:lnTo>
                    <a:pt x="623845" y="469483"/>
                  </a:lnTo>
                  <a:lnTo>
                    <a:pt x="607894" y="511145"/>
                  </a:lnTo>
                  <a:lnTo>
                    <a:pt x="586994" y="557769"/>
                  </a:lnTo>
                  <a:lnTo>
                    <a:pt x="571701" y="605917"/>
                  </a:lnTo>
                  <a:lnTo>
                    <a:pt x="562001" y="655109"/>
                  </a:lnTo>
                  <a:lnTo>
                    <a:pt x="557880" y="704863"/>
                  </a:lnTo>
                  <a:lnTo>
                    <a:pt x="559324" y="754699"/>
                  </a:lnTo>
                  <a:lnTo>
                    <a:pt x="566320" y="804136"/>
                  </a:lnTo>
                  <a:lnTo>
                    <a:pt x="578855" y="852695"/>
                  </a:lnTo>
                  <a:lnTo>
                    <a:pt x="596913" y="899894"/>
                  </a:lnTo>
                  <a:lnTo>
                    <a:pt x="620483" y="945253"/>
                  </a:lnTo>
                  <a:lnTo>
                    <a:pt x="787046" y="844742"/>
                  </a:lnTo>
                  <a:lnTo>
                    <a:pt x="765607" y="797554"/>
                  </a:lnTo>
                  <a:lnTo>
                    <a:pt x="754317" y="747770"/>
                  </a:lnTo>
                  <a:lnTo>
                    <a:pt x="753210" y="696976"/>
                  </a:lnTo>
                  <a:lnTo>
                    <a:pt x="762324" y="646759"/>
                  </a:lnTo>
                  <a:lnTo>
                    <a:pt x="800654" y="555350"/>
                  </a:lnTo>
                  <a:lnTo>
                    <a:pt x="814366" y="510709"/>
                  </a:lnTo>
                  <a:lnTo>
                    <a:pt x="822870" y="465222"/>
                  </a:lnTo>
                  <a:lnTo>
                    <a:pt x="826208" y="419330"/>
                  </a:lnTo>
                  <a:lnTo>
                    <a:pt x="824421" y="373476"/>
                  </a:lnTo>
                  <a:lnTo>
                    <a:pt x="817552" y="328101"/>
                  </a:lnTo>
                  <a:lnTo>
                    <a:pt x="805642" y="283647"/>
                  </a:lnTo>
                  <a:lnTo>
                    <a:pt x="788734" y="240558"/>
                  </a:lnTo>
                  <a:lnTo>
                    <a:pt x="766870" y="199273"/>
                  </a:lnTo>
                  <a:lnTo>
                    <a:pt x="740090" y="160236"/>
                  </a:lnTo>
                  <a:lnTo>
                    <a:pt x="708342" y="123814"/>
                  </a:lnTo>
                  <a:lnTo>
                    <a:pt x="673361" y="91965"/>
                  </a:lnTo>
                  <a:lnTo>
                    <a:pt x="635583" y="64744"/>
                  </a:lnTo>
                  <a:lnTo>
                    <a:pt x="595445" y="42206"/>
                  </a:lnTo>
                  <a:lnTo>
                    <a:pt x="553380" y="24407"/>
                  </a:lnTo>
                  <a:lnTo>
                    <a:pt x="509825" y="11402"/>
                  </a:lnTo>
                  <a:lnTo>
                    <a:pt x="465216" y="3248"/>
                  </a:lnTo>
                  <a:lnTo>
                    <a:pt x="419987" y="0"/>
                  </a:lnTo>
                  <a:lnTo>
                    <a:pt x="374575" y="1712"/>
                  </a:lnTo>
                  <a:lnTo>
                    <a:pt x="329414" y="8442"/>
                  </a:lnTo>
                  <a:lnTo>
                    <a:pt x="284941" y="20244"/>
                  </a:lnTo>
                  <a:lnTo>
                    <a:pt x="241591" y="37174"/>
                  </a:lnTo>
                  <a:lnTo>
                    <a:pt x="199800" y="5928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04056" y="2524452"/>
              <a:ext cx="237644" cy="236460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173587" y="3026172"/>
            <a:ext cx="907415" cy="1234440"/>
            <a:chOff x="6173587" y="3026172"/>
            <a:chExt cx="907415" cy="1234440"/>
          </a:xfrm>
        </p:grpSpPr>
        <p:sp>
          <p:nvSpPr>
            <p:cNvPr id="46" name="object 46"/>
            <p:cNvSpPr/>
            <p:nvPr/>
          </p:nvSpPr>
          <p:spPr>
            <a:xfrm>
              <a:off x="6173587" y="3026172"/>
              <a:ext cx="826135" cy="956310"/>
            </a:xfrm>
            <a:custGeom>
              <a:avLst/>
              <a:gdLst/>
              <a:ahLst/>
              <a:cxnLst/>
              <a:rect l="l" t="t" r="r" b="b"/>
              <a:pathLst>
                <a:path w="826134" h="956310">
                  <a:moveTo>
                    <a:pt x="219729" y="47762"/>
                  </a:moveTo>
                  <a:lnTo>
                    <a:pt x="178471" y="72858"/>
                  </a:lnTo>
                  <a:lnTo>
                    <a:pt x="140806" y="102153"/>
                  </a:lnTo>
                  <a:lnTo>
                    <a:pt x="107359" y="134932"/>
                  </a:lnTo>
                  <a:lnTo>
                    <a:pt x="78233" y="170778"/>
                  </a:lnTo>
                  <a:lnTo>
                    <a:pt x="53531" y="209270"/>
                  </a:lnTo>
                  <a:lnTo>
                    <a:pt x="33357" y="249991"/>
                  </a:lnTo>
                  <a:lnTo>
                    <a:pt x="17814" y="292520"/>
                  </a:lnTo>
                  <a:lnTo>
                    <a:pt x="7004" y="336438"/>
                  </a:lnTo>
                  <a:lnTo>
                    <a:pt x="1032" y="381328"/>
                  </a:lnTo>
                  <a:lnTo>
                    <a:pt x="0" y="426769"/>
                  </a:lnTo>
                  <a:lnTo>
                    <a:pt x="4011" y="472342"/>
                  </a:lnTo>
                  <a:lnTo>
                    <a:pt x="13169" y="517629"/>
                  </a:lnTo>
                  <a:lnTo>
                    <a:pt x="27577" y="562210"/>
                  </a:lnTo>
                  <a:lnTo>
                    <a:pt x="47338" y="605666"/>
                  </a:lnTo>
                  <a:lnTo>
                    <a:pt x="219236" y="514578"/>
                  </a:lnTo>
                  <a:lnTo>
                    <a:pt x="200835" y="467524"/>
                  </a:lnTo>
                  <a:lnTo>
                    <a:pt x="193800" y="419105"/>
                  </a:lnTo>
                  <a:lnTo>
                    <a:pt x="197586" y="371099"/>
                  </a:lnTo>
                  <a:lnTo>
                    <a:pt x="211648" y="325281"/>
                  </a:lnTo>
                  <a:lnTo>
                    <a:pt x="235440" y="283427"/>
                  </a:lnTo>
                  <a:lnTo>
                    <a:pt x="268419" y="247313"/>
                  </a:lnTo>
                  <a:lnTo>
                    <a:pt x="310038" y="218716"/>
                  </a:lnTo>
                  <a:lnTo>
                    <a:pt x="357071" y="200336"/>
                  </a:lnTo>
                  <a:lnTo>
                    <a:pt x="405471" y="193325"/>
                  </a:lnTo>
                  <a:lnTo>
                    <a:pt x="453464" y="197137"/>
                  </a:lnTo>
                  <a:lnTo>
                    <a:pt x="499274" y="211226"/>
                  </a:lnTo>
                  <a:lnTo>
                    <a:pt x="541126" y="235045"/>
                  </a:lnTo>
                  <a:lnTo>
                    <a:pt x="577245" y="268050"/>
                  </a:lnTo>
                  <a:lnTo>
                    <a:pt x="605856" y="309693"/>
                  </a:lnTo>
                  <a:lnTo>
                    <a:pt x="622627" y="351042"/>
                  </a:lnTo>
                  <a:lnTo>
                    <a:pt x="630608" y="394267"/>
                  </a:lnTo>
                  <a:lnTo>
                    <a:pt x="629822" y="438009"/>
                  </a:lnTo>
                  <a:lnTo>
                    <a:pt x="620295" y="480914"/>
                  </a:lnTo>
                  <a:lnTo>
                    <a:pt x="602051" y="521624"/>
                  </a:lnTo>
                  <a:lnTo>
                    <a:pt x="578590" y="567013"/>
                  </a:lnTo>
                  <a:lnTo>
                    <a:pt x="560641" y="614236"/>
                  </a:lnTo>
                  <a:lnTo>
                    <a:pt x="548219" y="662811"/>
                  </a:lnTo>
                  <a:lnTo>
                    <a:pt x="541337" y="712259"/>
                  </a:lnTo>
                  <a:lnTo>
                    <a:pt x="540006" y="762098"/>
                  </a:lnTo>
                  <a:lnTo>
                    <a:pt x="544241" y="811849"/>
                  </a:lnTo>
                  <a:lnTo>
                    <a:pt x="554055" y="861029"/>
                  </a:lnTo>
                  <a:lnTo>
                    <a:pt x="569459" y="909160"/>
                  </a:lnTo>
                  <a:lnTo>
                    <a:pt x="590468" y="955760"/>
                  </a:lnTo>
                  <a:lnTo>
                    <a:pt x="762366" y="864672"/>
                  </a:lnTo>
                  <a:lnTo>
                    <a:pt x="743585" y="816364"/>
                  </a:lnTo>
                  <a:lnTo>
                    <a:pt x="735082" y="766029"/>
                  </a:lnTo>
                  <a:lnTo>
                    <a:pt x="736804" y="715252"/>
                  </a:lnTo>
                  <a:lnTo>
                    <a:pt x="748697" y="665619"/>
                  </a:lnTo>
                  <a:lnTo>
                    <a:pt x="792053" y="576485"/>
                  </a:lnTo>
                  <a:lnTo>
                    <a:pt x="808228" y="532676"/>
                  </a:lnTo>
                  <a:lnTo>
                    <a:pt x="819249" y="487733"/>
                  </a:lnTo>
                  <a:lnTo>
                    <a:pt x="825135" y="442097"/>
                  </a:lnTo>
                  <a:lnTo>
                    <a:pt x="825902" y="396215"/>
                  </a:lnTo>
                  <a:lnTo>
                    <a:pt x="821568" y="350528"/>
                  </a:lnTo>
                  <a:lnTo>
                    <a:pt x="812151" y="305481"/>
                  </a:lnTo>
                  <a:lnTo>
                    <a:pt x="797666" y="261517"/>
                  </a:lnTo>
                  <a:lnTo>
                    <a:pt x="778132" y="219080"/>
                  </a:lnTo>
                  <a:lnTo>
                    <a:pt x="753566" y="178614"/>
                  </a:lnTo>
                  <a:lnTo>
                    <a:pt x="723893" y="140482"/>
                  </a:lnTo>
                  <a:lnTo>
                    <a:pt x="690738" y="106736"/>
                  </a:lnTo>
                  <a:lnTo>
                    <a:pt x="654534" y="77455"/>
                  </a:lnTo>
                  <a:lnTo>
                    <a:pt x="615711" y="52719"/>
                  </a:lnTo>
                  <a:lnTo>
                    <a:pt x="574702" y="32607"/>
                  </a:lnTo>
                  <a:lnTo>
                    <a:pt x="531938" y="17199"/>
                  </a:lnTo>
                  <a:lnTo>
                    <a:pt x="487852" y="6576"/>
                  </a:lnTo>
                  <a:lnTo>
                    <a:pt x="442874" y="816"/>
                  </a:lnTo>
                  <a:lnTo>
                    <a:pt x="397437" y="0"/>
                  </a:lnTo>
                  <a:lnTo>
                    <a:pt x="351972" y="4206"/>
                  </a:lnTo>
                  <a:lnTo>
                    <a:pt x="306911" y="13516"/>
                  </a:lnTo>
                  <a:lnTo>
                    <a:pt x="262686" y="28008"/>
                  </a:lnTo>
                  <a:lnTo>
                    <a:pt x="219729" y="47762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43371" y="4023209"/>
              <a:ext cx="237508" cy="236955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10520935" y="396536"/>
            <a:ext cx="935355" cy="1219200"/>
            <a:chOff x="10520935" y="396536"/>
            <a:chExt cx="935355" cy="1219200"/>
          </a:xfrm>
        </p:grpSpPr>
        <p:sp>
          <p:nvSpPr>
            <p:cNvPr id="49" name="object 49"/>
            <p:cNvSpPr/>
            <p:nvPr/>
          </p:nvSpPr>
          <p:spPr>
            <a:xfrm>
              <a:off x="10672635" y="396536"/>
              <a:ext cx="784225" cy="946785"/>
            </a:xfrm>
            <a:custGeom>
              <a:avLst/>
              <a:gdLst/>
              <a:ahLst/>
              <a:cxnLst/>
              <a:rect l="l" t="t" r="r" b="b"/>
              <a:pathLst>
                <a:path w="784225" h="946785">
                  <a:moveTo>
                    <a:pt x="581321" y="57556"/>
                  </a:moveTo>
                  <a:lnTo>
                    <a:pt x="538389" y="35445"/>
                  </a:lnTo>
                  <a:lnTo>
                    <a:pt x="493749" y="18589"/>
                  </a:lnTo>
                  <a:lnTo>
                    <a:pt x="448336" y="7150"/>
                  </a:lnTo>
                  <a:lnTo>
                    <a:pt x="402561" y="997"/>
                  </a:lnTo>
                  <a:lnTo>
                    <a:pt x="356835" y="0"/>
                  </a:lnTo>
                  <a:lnTo>
                    <a:pt x="311570" y="4027"/>
                  </a:lnTo>
                  <a:lnTo>
                    <a:pt x="267177" y="12948"/>
                  </a:lnTo>
                  <a:lnTo>
                    <a:pt x="224068" y="26633"/>
                  </a:lnTo>
                  <a:lnTo>
                    <a:pt x="182653" y="44952"/>
                  </a:lnTo>
                  <a:lnTo>
                    <a:pt x="143345" y="67773"/>
                  </a:lnTo>
                  <a:lnTo>
                    <a:pt x="106554" y="94966"/>
                  </a:lnTo>
                  <a:lnTo>
                    <a:pt x="72693" y="126401"/>
                  </a:lnTo>
                  <a:lnTo>
                    <a:pt x="42171" y="161947"/>
                  </a:lnTo>
                  <a:lnTo>
                    <a:pt x="15402" y="201474"/>
                  </a:lnTo>
                  <a:lnTo>
                    <a:pt x="182779" y="300625"/>
                  </a:lnTo>
                  <a:lnTo>
                    <a:pt x="213328" y="260382"/>
                  </a:lnTo>
                  <a:lnTo>
                    <a:pt x="250969" y="229125"/>
                  </a:lnTo>
                  <a:lnTo>
                    <a:pt x="293902" y="207315"/>
                  </a:lnTo>
                  <a:lnTo>
                    <a:pt x="340329" y="195414"/>
                  </a:lnTo>
                  <a:lnTo>
                    <a:pt x="388449" y="193883"/>
                  </a:lnTo>
                  <a:lnTo>
                    <a:pt x="436462" y="203183"/>
                  </a:lnTo>
                  <a:lnTo>
                    <a:pt x="482569" y="223776"/>
                  </a:lnTo>
                  <a:lnTo>
                    <a:pt x="522783" y="254317"/>
                  </a:lnTo>
                  <a:lnTo>
                    <a:pt x="554010" y="291955"/>
                  </a:lnTo>
                  <a:lnTo>
                    <a:pt x="575791" y="334890"/>
                  </a:lnTo>
                  <a:lnTo>
                    <a:pt x="587664" y="381324"/>
                  </a:lnTo>
                  <a:lnTo>
                    <a:pt x="589172" y="429456"/>
                  </a:lnTo>
                  <a:lnTo>
                    <a:pt x="579852" y="477488"/>
                  </a:lnTo>
                  <a:lnTo>
                    <a:pt x="559246" y="523619"/>
                  </a:lnTo>
                  <a:lnTo>
                    <a:pt x="532715" y="559496"/>
                  </a:lnTo>
                  <a:lnTo>
                    <a:pt x="499999" y="588851"/>
                  </a:lnTo>
                  <a:lnTo>
                    <a:pt x="462268" y="610997"/>
                  </a:lnTo>
                  <a:lnTo>
                    <a:pt x="420693" y="625247"/>
                  </a:lnTo>
                  <a:lnTo>
                    <a:pt x="376444" y="630916"/>
                  </a:lnTo>
                  <a:lnTo>
                    <a:pt x="325480" y="634573"/>
                  </a:lnTo>
                  <a:lnTo>
                    <a:pt x="275828" y="643891"/>
                  </a:lnTo>
                  <a:lnTo>
                    <a:pt x="227904" y="658630"/>
                  </a:lnTo>
                  <a:lnTo>
                    <a:pt x="182126" y="678549"/>
                  </a:lnTo>
                  <a:lnTo>
                    <a:pt x="138910" y="703410"/>
                  </a:lnTo>
                  <a:lnTo>
                    <a:pt x="98672" y="732973"/>
                  </a:lnTo>
                  <a:lnTo>
                    <a:pt x="61830" y="766998"/>
                  </a:lnTo>
                  <a:lnTo>
                    <a:pt x="28800" y="805246"/>
                  </a:lnTo>
                  <a:lnTo>
                    <a:pt x="0" y="847477"/>
                  </a:lnTo>
                  <a:lnTo>
                    <a:pt x="167377" y="946628"/>
                  </a:lnTo>
                  <a:lnTo>
                    <a:pt x="198797" y="905407"/>
                  </a:lnTo>
                  <a:lnTo>
                    <a:pt x="237307" y="871898"/>
                  </a:lnTo>
                  <a:lnTo>
                    <a:pt x="281527" y="846881"/>
                  </a:lnTo>
                  <a:lnTo>
                    <a:pt x="330077" y="831140"/>
                  </a:lnTo>
                  <a:lnTo>
                    <a:pt x="428740" y="821640"/>
                  </a:lnTo>
                  <a:lnTo>
                    <a:pt x="474554" y="812589"/>
                  </a:lnTo>
                  <a:lnTo>
                    <a:pt x="518649" y="798550"/>
                  </a:lnTo>
                  <a:lnTo>
                    <a:pt x="560654" y="779769"/>
                  </a:lnTo>
                  <a:lnTo>
                    <a:pt x="600201" y="756491"/>
                  </a:lnTo>
                  <a:lnTo>
                    <a:pt x="636920" y="728963"/>
                  </a:lnTo>
                  <a:lnTo>
                    <a:pt x="670442" y="697431"/>
                  </a:lnTo>
                  <a:lnTo>
                    <a:pt x="700397" y="662142"/>
                  </a:lnTo>
                  <a:lnTo>
                    <a:pt x="726415" y="623341"/>
                  </a:lnTo>
                  <a:lnTo>
                    <a:pt x="748127" y="581274"/>
                  </a:lnTo>
                  <a:lnTo>
                    <a:pt x="765183" y="536068"/>
                  </a:lnTo>
                  <a:lnTo>
                    <a:pt x="776682" y="490179"/>
                  </a:lnTo>
                  <a:lnTo>
                    <a:pt x="782780" y="444016"/>
                  </a:lnTo>
                  <a:lnTo>
                    <a:pt x="783635" y="397991"/>
                  </a:lnTo>
                  <a:lnTo>
                    <a:pt x="779404" y="352512"/>
                  </a:lnTo>
                  <a:lnTo>
                    <a:pt x="770244" y="307990"/>
                  </a:lnTo>
                  <a:lnTo>
                    <a:pt x="756313" y="264834"/>
                  </a:lnTo>
                  <a:lnTo>
                    <a:pt x="737767" y="223455"/>
                  </a:lnTo>
                  <a:lnTo>
                    <a:pt x="714763" y="184262"/>
                  </a:lnTo>
                  <a:lnTo>
                    <a:pt x="687460" y="147666"/>
                  </a:lnTo>
                  <a:lnTo>
                    <a:pt x="656014" y="114076"/>
                  </a:lnTo>
                  <a:lnTo>
                    <a:pt x="620582" y="83903"/>
                  </a:lnTo>
                  <a:lnTo>
                    <a:pt x="581321" y="57556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20935" y="1378733"/>
              <a:ext cx="237592" cy="23658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190" dirty="0"/>
              <a:t> </a:t>
            </a:r>
            <a:r>
              <a:rPr spc="-55" dirty="0"/>
              <a:t>Bluetooth</a:t>
            </a:r>
            <a:r>
              <a:rPr spc="-190" dirty="0"/>
              <a:t> </a:t>
            </a:r>
            <a:r>
              <a:rPr spc="-35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338123"/>
            <a:ext cx="5131436" cy="23926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3302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Scanning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show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discoverable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Modern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usually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non-discoverable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default,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unless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connecting/pairing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new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BBCAFAE6-40B5-E039-84A4-D52133CA7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006" y="995363"/>
            <a:ext cx="6600255" cy="43338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190" dirty="0"/>
              <a:t> </a:t>
            </a:r>
            <a:r>
              <a:rPr spc="-55" dirty="0"/>
              <a:t>Bluetooth</a:t>
            </a:r>
            <a:r>
              <a:rPr spc="-190" dirty="0"/>
              <a:t> </a:t>
            </a:r>
            <a:r>
              <a:rPr spc="-35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132" y="1343321"/>
            <a:ext cx="5926455" cy="1718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6220" lvl="0" indent="0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should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able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detect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(and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fellow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students)</a:t>
            </a:r>
            <a:endParaRPr kumimoji="0" lang="en-US" sz="2400" b="0" i="0" u="none" strike="noStrike" kern="0" cap="none" spc="-1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36220" lvl="0" indent="0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kern="0" spc="-1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12700" lvl="0">
              <a:lnSpc>
                <a:spcPts val="2740"/>
              </a:lnSpc>
              <a:spcBef>
                <a:spcPts val="100"/>
              </a:spcBef>
              <a:defRPr/>
            </a:pP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lang="en-US" sz="2400" kern="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sure</a:t>
            </a:r>
            <a:r>
              <a:rPr lang="en-US" sz="2400" kern="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lang="en-US" sz="2400" kern="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note</a:t>
            </a:r>
            <a:r>
              <a:rPr lang="en-US" sz="2400" kern="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lang="en-US" sz="2400" kern="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target</a:t>
            </a:r>
            <a:r>
              <a:rPr lang="en-US" sz="2400" kern="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20" dirty="0">
                <a:solidFill>
                  <a:srgbClr val="404040"/>
                </a:solidFill>
                <a:latin typeface="Calibri"/>
                <a:cs typeface="Calibri"/>
              </a:rPr>
              <a:t>device’s</a:t>
            </a:r>
            <a:r>
              <a:rPr lang="en-US" sz="2400" kern="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BT</a:t>
            </a:r>
            <a:r>
              <a:rPr lang="en-US" sz="2400" kern="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address!</a:t>
            </a:r>
            <a:endParaRPr lang="en-US" sz="24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lvl="0">
              <a:lnSpc>
                <a:spcPts val="2740"/>
              </a:lnSpc>
              <a:defRPr/>
            </a:pPr>
            <a:r>
              <a:rPr lang="en-US" sz="2400" kern="0" spc="-25" dirty="0">
                <a:solidFill>
                  <a:srgbClr val="404040"/>
                </a:solidFill>
                <a:latin typeface="Calibri"/>
                <a:cs typeface="Calibri"/>
              </a:rPr>
              <a:t>You’ll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lang="en-US" sz="2400" kern="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lang="en-US" sz="2400" kern="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lang="en-US" sz="2400" kern="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lang="en-US" sz="2400" kern="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25" dirty="0">
                <a:solidFill>
                  <a:srgbClr val="404040"/>
                </a:solidFill>
                <a:latin typeface="Calibri"/>
                <a:cs typeface="Calibri"/>
              </a:rPr>
              <a:t>lot</a:t>
            </a:r>
            <a:endParaRPr lang="en-US" sz="24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292842" y="3375405"/>
            <a:ext cx="770255" cy="1440815"/>
            <a:chOff x="10292842" y="3375405"/>
            <a:chExt cx="770255" cy="1440815"/>
          </a:xfrm>
        </p:grpSpPr>
        <p:sp>
          <p:nvSpPr>
            <p:cNvPr id="6" name="object 6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378713" y="0"/>
                  </a:moveTo>
                  <a:lnTo>
                    <a:pt x="0" y="378714"/>
                  </a:lnTo>
                  <a:lnTo>
                    <a:pt x="189356" y="378714"/>
                  </a:lnTo>
                  <a:lnTo>
                    <a:pt x="189356" y="1427988"/>
                  </a:lnTo>
                  <a:lnTo>
                    <a:pt x="568071" y="1427988"/>
                  </a:lnTo>
                  <a:lnTo>
                    <a:pt x="568071" y="378714"/>
                  </a:lnTo>
                  <a:lnTo>
                    <a:pt x="757427" y="378714"/>
                  </a:lnTo>
                  <a:lnTo>
                    <a:pt x="37871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189356" y="1427988"/>
                  </a:moveTo>
                  <a:lnTo>
                    <a:pt x="189356" y="378714"/>
                  </a:lnTo>
                  <a:lnTo>
                    <a:pt x="0" y="378714"/>
                  </a:lnTo>
                  <a:lnTo>
                    <a:pt x="378713" y="0"/>
                  </a:lnTo>
                  <a:lnTo>
                    <a:pt x="757427" y="378714"/>
                  </a:lnTo>
                  <a:lnTo>
                    <a:pt x="568071" y="378714"/>
                  </a:lnTo>
                  <a:lnTo>
                    <a:pt x="568071" y="1427988"/>
                  </a:lnTo>
                  <a:lnTo>
                    <a:pt x="189356" y="14279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71606" y="3990933"/>
            <a:ext cx="254000" cy="4019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USB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28218" y="1107470"/>
            <a:ext cx="1367790" cy="2837180"/>
            <a:chOff x="8328218" y="1107470"/>
            <a:chExt cx="1367790" cy="2837180"/>
          </a:xfrm>
        </p:grpSpPr>
        <p:sp>
          <p:nvSpPr>
            <p:cNvPr id="10" name="object 10"/>
            <p:cNvSpPr/>
            <p:nvPr/>
          </p:nvSpPr>
          <p:spPr>
            <a:xfrm>
              <a:off x="8328218" y="1229257"/>
              <a:ext cx="1367790" cy="2715260"/>
            </a:xfrm>
            <a:custGeom>
              <a:avLst/>
              <a:gdLst/>
              <a:ahLst/>
              <a:cxnLst/>
              <a:rect l="l" t="t" r="r" b="b"/>
              <a:pathLst>
                <a:path w="1367790" h="2715260">
                  <a:moveTo>
                    <a:pt x="764036" y="1591707"/>
                  </a:moveTo>
                  <a:lnTo>
                    <a:pt x="571260" y="1591707"/>
                  </a:lnTo>
                  <a:lnTo>
                    <a:pt x="571260" y="2715246"/>
                  </a:lnTo>
                  <a:lnTo>
                    <a:pt x="1036790" y="2250399"/>
                  </a:lnTo>
                  <a:lnTo>
                    <a:pt x="764036" y="2250399"/>
                  </a:lnTo>
                  <a:lnTo>
                    <a:pt x="764036" y="1591707"/>
                  </a:lnTo>
                  <a:close/>
                </a:path>
                <a:path w="1367790" h="2715260">
                  <a:moveTo>
                    <a:pt x="1037457" y="1590099"/>
                  </a:moveTo>
                  <a:lnTo>
                    <a:pt x="764036" y="1590099"/>
                  </a:lnTo>
                  <a:lnTo>
                    <a:pt x="1094647" y="1920249"/>
                  </a:lnTo>
                  <a:lnTo>
                    <a:pt x="764036" y="2250399"/>
                  </a:lnTo>
                  <a:lnTo>
                    <a:pt x="1036790" y="2250399"/>
                  </a:lnTo>
                  <a:lnTo>
                    <a:pt x="1367425" y="1920249"/>
                  </a:lnTo>
                  <a:lnTo>
                    <a:pt x="1037457" y="1590099"/>
                  </a:lnTo>
                  <a:close/>
                </a:path>
                <a:path w="1367790" h="2715260">
                  <a:moveTo>
                    <a:pt x="136228" y="688375"/>
                  </a:moveTo>
                  <a:lnTo>
                    <a:pt x="0" y="824678"/>
                  </a:lnTo>
                  <a:lnTo>
                    <a:pt x="532704" y="1357676"/>
                  </a:lnTo>
                  <a:lnTo>
                    <a:pt x="0" y="1890674"/>
                  </a:lnTo>
                  <a:lnTo>
                    <a:pt x="136228" y="2026977"/>
                  </a:lnTo>
                  <a:lnTo>
                    <a:pt x="571260" y="1591707"/>
                  </a:lnTo>
                  <a:lnTo>
                    <a:pt x="764036" y="1591707"/>
                  </a:lnTo>
                  <a:lnTo>
                    <a:pt x="764036" y="1590099"/>
                  </a:lnTo>
                  <a:lnTo>
                    <a:pt x="1037457" y="1590099"/>
                  </a:lnTo>
                  <a:lnTo>
                    <a:pt x="805161" y="1357676"/>
                  </a:lnTo>
                  <a:lnTo>
                    <a:pt x="1036493" y="1126217"/>
                  </a:lnTo>
                  <a:lnTo>
                    <a:pt x="764036" y="1126217"/>
                  </a:lnTo>
                  <a:lnTo>
                    <a:pt x="764036" y="1123646"/>
                  </a:lnTo>
                  <a:lnTo>
                    <a:pt x="571260" y="1123646"/>
                  </a:lnTo>
                  <a:lnTo>
                    <a:pt x="136228" y="688375"/>
                  </a:lnTo>
                  <a:close/>
                </a:path>
                <a:path w="1367790" h="2715260">
                  <a:moveTo>
                    <a:pt x="1036834" y="464953"/>
                  </a:moveTo>
                  <a:lnTo>
                    <a:pt x="764036" y="464953"/>
                  </a:lnTo>
                  <a:lnTo>
                    <a:pt x="1094647" y="795103"/>
                  </a:lnTo>
                  <a:lnTo>
                    <a:pt x="764036" y="1126217"/>
                  </a:lnTo>
                  <a:lnTo>
                    <a:pt x="1036493" y="1126217"/>
                  </a:lnTo>
                  <a:lnTo>
                    <a:pt x="1367425" y="795103"/>
                  </a:lnTo>
                  <a:lnTo>
                    <a:pt x="1036834" y="464953"/>
                  </a:lnTo>
                  <a:close/>
                </a:path>
                <a:path w="1367790" h="2715260">
                  <a:moveTo>
                    <a:pt x="571259" y="0"/>
                  </a:moveTo>
                  <a:lnTo>
                    <a:pt x="571260" y="1123646"/>
                  </a:lnTo>
                  <a:lnTo>
                    <a:pt x="764036" y="1123646"/>
                  </a:lnTo>
                  <a:lnTo>
                    <a:pt x="764036" y="464953"/>
                  </a:lnTo>
                  <a:lnTo>
                    <a:pt x="1036834" y="464953"/>
                  </a:lnTo>
                  <a:lnTo>
                    <a:pt x="571259" y="0"/>
                  </a:lnTo>
                  <a:close/>
                </a:path>
              </a:pathLst>
            </a:custGeom>
            <a:solidFill>
              <a:srgbClr val="455FD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20652" y="1107470"/>
              <a:ext cx="237818" cy="238126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0219840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19840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19840" y="285136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19840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219840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219840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034235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34235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034235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034235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34235" y="285136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034235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691953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880798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78637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597530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40868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503107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945179" y="3288313"/>
            <a:ext cx="1449705" cy="2417445"/>
            <a:chOff x="9945179" y="3288313"/>
            <a:chExt cx="1449705" cy="2417445"/>
          </a:xfrm>
        </p:grpSpPr>
        <p:sp>
          <p:nvSpPr>
            <p:cNvPr id="31" name="object 31"/>
            <p:cNvSpPr/>
            <p:nvPr/>
          </p:nvSpPr>
          <p:spPr>
            <a:xfrm>
              <a:off x="10408679" y="3288322"/>
              <a:ext cx="519430" cy="83185"/>
            </a:xfrm>
            <a:custGeom>
              <a:avLst/>
              <a:gdLst/>
              <a:ahLst/>
              <a:cxnLst/>
              <a:rect l="l" t="t" r="r" b="b"/>
              <a:pathLst>
                <a:path w="519429" h="83185">
                  <a:moveTo>
                    <a:pt x="47218" y="82664"/>
                  </a:moveTo>
                  <a:lnTo>
                    <a:pt x="47205" y="0"/>
                  </a:lnTo>
                  <a:lnTo>
                    <a:pt x="0" y="0"/>
                  </a:lnTo>
                  <a:lnTo>
                    <a:pt x="0" y="82664"/>
                  </a:lnTo>
                  <a:lnTo>
                    <a:pt x="47218" y="82664"/>
                  </a:lnTo>
                  <a:close/>
                </a:path>
                <a:path w="519429" h="83185">
                  <a:moveTo>
                    <a:pt x="141630" y="0"/>
                  </a:moveTo>
                  <a:lnTo>
                    <a:pt x="94424" y="0"/>
                  </a:lnTo>
                  <a:lnTo>
                    <a:pt x="94424" y="82664"/>
                  </a:lnTo>
                  <a:lnTo>
                    <a:pt x="141630" y="82664"/>
                  </a:lnTo>
                  <a:lnTo>
                    <a:pt x="141630" y="0"/>
                  </a:lnTo>
                  <a:close/>
                </a:path>
                <a:path w="519429" h="83185">
                  <a:moveTo>
                    <a:pt x="236054" y="0"/>
                  </a:moveTo>
                  <a:lnTo>
                    <a:pt x="188849" y="0"/>
                  </a:lnTo>
                  <a:lnTo>
                    <a:pt x="188849" y="82664"/>
                  </a:lnTo>
                  <a:lnTo>
                    <a:pt x="236054" y="82664"/>
                  </a:lnTo>
                  <a:lnTo>
                    <a:pt x="236054" y="0"/>
                  </a:lnTo>
                  <a:close/>
                </a:path>
                <a:path w="519429" h="83185">
                  <a:moveTo>
                    <a:pt x="330479" y="0"/>
                  </a:moveTo>
                  <a:lnTo>
                    <a:pt x="283273" y="0"/>
                  </a:lnTo>
                  <a:lnTo>
                    <a:pt x="283273" y="82664"/>
                  </a:lnTo>
                  <a:lnTo>
                    <a:pt x="330479" y="82664"/>
                  </a:lnTo>
                  <a:lnTo>
                    <a:pt x="330479" y="0"/>
                  </a:lnTo>
                  <a:close/>
                </a:path>
                <a:path w="519429" h="83185">
                  <a:moveTo>
                    <a:pt x="424903" y="0"/>
                  </a:moveTo>
                  <a:lnTo>
                    <a:pt x="377685" y="0"/>
                  </a:lnTo>
                  <a:lnTo>
                    <a:pt x="377685" y="82664"/>
                  </a:lnTo>
                  <a:lnTo>
                    <a:pt x="424903" y="82664"/>
                  </a:lnTo>
                  <a:lnTo>
                    <a:pt x="424903" y="0"/>
                  </a:lnTo>
                  <a:close/>
                </a:path>
                <a:path w="519429" h="83185">
                  <a:moveTo>
                    <a:pt x="519328" y="0"/>
                  </a:moveTo>
                  <a:lnTo>
                    <a:pt x="472109" y="0"/>
                  </a:lnTo>
                  <a:lnTo>
                    <a:pt x="472109" y="82664"/>
                  </a:lnTo>
                  <a:lnTo>
                    <a:pt x="519328" y="82664"/>
                  </a:lnTo>
                  <a:lnTo>
                    <a:pt x="51932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9945179" y="4724136"/>
              <a:ext cx="1449705" cy="981075"/>
            </a:xfrm>
            <a:custGeom>
              <a:avLst/>
              <a:gdLst/>
              <a:ahLst/>
              <a:cxnLst/>
              <a:rect l="l" t="t" r="r" b="b"/>
              <a:pathLst>
                <a:path w="1449704" h="981075">
                  <a:moveTo>
                    <a:pt x="1364122" y="0"/>
                  </a:moveTo>
                  <a:lnTo>
                    <a:pt x="85257" y="0"/>
                  </a:lnTo>
                  <a:lnTo>
                    <a:pt x="52153" y="6731"/>
                  </a:lnTo>
                  <a:lnTo>
                    <a:pt x="25044" y="25058"/>
                  </a:lnTo>
                  <a:lnTo>
                    <a:pt x="6727" y="52182"/>
                  </a:lnTo>
                  <a:lnTo>
                    <a:pt x="0" y="85304"/>
                  </a:lnTo>
                  <a:lnTo>
                    <a:pt x="0" y="981002"/>
                  </a:lnTo>
                  <a:lnTo>
                    <a:pt x="1449380" y="981002"/>
                  </a:lnTo>
                  <a:lnTo>
                    <a:pt x="1449380" y="853045"/>
                  </a:lnTo>
                  <a:lnTo>
                    <a:pt x="127886" y="853045"/>
                  </a:lnTo>
                  <a:lnTo>
                    <a:pt x="127886" y="127956"/>
                  </a:lnTo>
                  <a:lnTo>
                    <a:pt x="1449380" y="127956"/>
                  </a:lnTo>
                  <a:lnTo>
                    <a:pt x="1449380" y="85304"/>
                  </a:lnTo>
                  <a:lnTo>
                    <a:pt x="1442652" y="52182"/>
                  </a:lnTo>
                  <a:lnTo>
                    <a:pt x="1424335" y="25058"/>
                  </a:lnTo>
                  <a:lnTo>
                    <a:pt x="1397226" y="6731"/>
                  </a:lnTo>
                  <a:lnTo>
                    <a:pt x="1364122" y="0"/>
                  </a:lnTo>
                  <a:close/>
                </a:path>
                <a:path w="1449704" h="981075">
                  <a:moveTo>
                    <a:pt x="1449380" y="127956"/>
                  </a:moveTo>
                  <a:lnTo>
                    <a:pt x="1321493" y="127956"/>
                  </a:lnTo>
                  <a:lnTo>
                    <a:pt x="1321493" y="853045"/>
                  </a:lnTo>
                  <a:lnTo>
                    <a:pt x="1449380" y="853045"/>
                  </a:lnTo>
                  <a:lnTo>
                    <a:pt x="1449380" y="127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object 33"/>
          <p:cNvSpPr/>
          <p:nvPr/>
        </p:nvSpPr>
        <p:spPr>
          <a:xfrm>
            <a:off x="10349662" y="2603372"/>
            <a:ext cx="637540" cy="638175"/>
          </a:xfrm>
          <a:custGeom>
            <a:avLst/>
            <a:gdLst/>
            <a:ahLst/>
            <a:cxnLst/>
            <a:rect l="l" t="t" r="r" b="b"/>
            <a:pathLst>
              <a:path w="637540" h="638175">
                <a:moveTo>
                  <a:pt x="472122" y="165341"/>
                </a:moveTo>
                <a:lnTo>
                  <a:pt x="165239" y="165341"/>
                </a:lnTo>
                <a:lnTo>
                  <a:pt x="165239" y="472376"/>
                </a:lnTo>
                <a:lnTo>
                  <a:pt x="472122" y="472376"/>
                </a:lnTo>
                <a:lnTo>
                  <a:pt x="472122" y="165341"/>
                </a:lnTo>
                <a:close/>
              </a:path>
              <a:path w="637540" h="638175">
                <a:moveTo>
                  <a:pt x="637362" y="47244"/>
                </a:moveTo>
                <a:lnTo>
                  <a:pt x="633641" y="28854"/>
                </a:lnTo>
                <a:lnTo>
                  <a:pt x="623531" y="13843"/>
                </a:lnTo>
                <a:lnTo>
                  <a:pt x="608520" y="3721"/>
                </a:lnTo>
                <a:lnTo>
                  <a:pt x="590143" y="0"/>
                </a:lnTo>
                <a:lnTo>
                  <a:pt x="519328" y="0"/>
                </a:lnTo>
                <a:lnTo>
                  <a:pt x="519328" y="118097"/>
                </a:lnTo>
                <a:lnTo>
                  <a:pt x="519328" y="519620"/>
                </a:lnTo>
                <a:lnTo>
                  <a:pt x="118033" y="519620"/>
                </a:lnTo>
                <a:lnTo>
                  <a:pt x="118033" y="118097"/>
                </a:lnTo>
                <a:lnTo>
                  <a:pt x="519328" y="118097"/>
                </a:lnTo>
                <a:lnTo>
                  <a:pt x="519328" y="0"/>
                </a:lnTo>
                <a:lnTo>
                  <a:pt x="47218" y="0"/>
                </a:lnTo>
                <a:lnTo>
                  <a:pt x="28841" y="3721"/>
                </a:lnTo>
                <a:lnTo>
                  <a:pt x="13830" y="13843"/>
                </a:lnTo>
                <a:lnTo>
                  <a:pt x="3708" y="28854"/>
                </a:lnTo>
                <a:lnTo>
                  <a:pt x="0" y="47244"/>
                </a:lnTo>
                <a:lnTo>
                  <a:pt x="0" y="590473"/>
                </a:lnTo>
                <a:lnTo>
                  <a:pt x="3708" y="608863"/>
                </a:lnTo>
                <a:lnTo>
                  <a:pt x="13830" y="623874"/>
                </a:lnTo>
                <a:lnTo>
                  <a:pt x="28841" y="633996"/>
                </a:lnTo>
                <a:lnTo>
                  <a:pt x="47218" y="637705"/>
                </a:lnTo>
                <a:lnTo>
                  <a:pt x="590143" y="637705"/>
                </a:lnTo>
                <a:lnTo>
                  <a:pt x="608520" y="633996"/>
                </a:lnTo>
                <a:lnTo>
                  <a:pt x="623531" y="623874"/>
                </a:lnTo>
                <a:lnTo>
                  <a:pt x="633641" y="608863"/>
                </a:lnTo>
                <a:lnTo>
                  <a:pt x="637362" y="590473"/>
                </a:lnTo>
                <a:lnTo>
                  <a:pt x="637362" y="519620"/>
                </a:lnTo>
                <a:lnTo>
                  <a:pt x="637362" y="118097"/>
                </a:lnTo>
                <a:lnTo>
                  <a:pt x="637362" y="4724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06526" y="4510887"/>
            <a:ext cx="953135" cy="853440"/>
          </a:xfrm>
          <a:custGeom>
            <a:avLst/>
            <a:gdLst/>
            <a:ahLst/>
            <a:cxnLst/>
            <a:rect l="l" t="t" r="r" b="b"/>
            <a:pathLst>
              <a:path w="953134" h="853439">
                <a:moveTo>
                  <a:pt x="716153" y="511822"/>
                </a:moveTo>
                <a:lnTo>
                  <a:pt x="713028" y="465683"/>
                </a:lnTo>
                <a:lnTo>
                  <a:pt x="703922" y="421386"/>
                </a:lnTo>
                <a:lnTo>
                  <a:pt x="689254" y="379336"/>
                </a:lnTo>
                <a:lnTo>
                  <a:pt x="669429" y="339953"/>
                </a:lnTo>
                <a:lnTo>
                  <a:pt x="644867" y="303644"/>
                </a:lnTo>
                <a:lnTo>
                  <a:pt x="615975" y="270840"/>
                </a:lnTo>
                <a:lnTo>
                  <a:pt x="583196" y="241935"/>
                </a:lnTo>
                <a:lnTo>
                  <a:pt x="546912" y="217360"/>
                </a:lnTo>
                <a:lnTo>
                  <a:pt x="507542" y="197523"/>
                </a:lnTo>
                <a:lnTo>
                  <a:pt x="465518" y="182841"/>
                </a:lnTo>
                <a:lnTo>
                  <a:pt x="421246" y="173736"/>
                </a:lnTo>
                <a:lnTo>
                  <a:pt x="375132" y="170599"/>
                </a:lnTo>
                <a:lnTo>
                  <a:pt x="329018" y="173736"/>
                </a:lnTo>
                <a:lnTo>
                  <a:pt x="284734" y="182841"/>
                </a:lnTo>
                <a:lnTo>
                  <a:pt x="242709" y="197523"/>
                </a:lnTo>
                <a:lnTo>
                  <a:pt x="203352" y="217360"/>
                </a:lnTo>
                <a:lnTo>
                  <a:pt x="167068" y="241935"/>
                </a:lnTo>
                <a:lnTo>
                  <a:pt x="134277" y="270840"/>
                </a:lnTo>
                <a:lnTo>
                  <a:pt x="105397" y="303644"/>
                </a:lnTo>
                <a:lnTo>
                  <a:pt x="80835" y="339953"/>
                </a:lnTo>
                <a:lnTo>
                  <a:pt x="61010" y="379336"/>
                </a:lnTo>
                <a:lnTo>
                  <a:pt x="46329" y="421386"/>
                </a:lnTo>
                <a:lnTo>
                  <a:pt x="37223" y="465683"/>
                </a:lnTo>
                <a:lnTo>
                  <a:pt x="34099" y="511822"/>
                </a:lnTo>
                <a:lnTo>
                  <a:pt x="37223" y="557961"/>
                </a:lnTo>
                <a:lnTo>
                  <a:pt x="46329" y="602259"/>
                </a:lnTo>
                <a:lnTo>
                  <a:pt x="61010" y="644309"/>
                </a:lnTo>
                <a:lnTo>
                  <a:pt x="80835" y="683691"/>
                </a:lnTo>
                <a:lnTo>
                  <a:pt x="105397" y="720001"/>
                </a:lnTo>
                <a:lnTo>
                  <a:pt x="134277" y="752805"/>
                </a:lnTo>
                <a:lnTo>
                  <a:pt x="167068" y="781710"/>
                </a:lnTo>
                <a:lnTo>
                  <a:pt x="203352" y="806284"/>
                </a:lnTo>
                <a:lnTo>
                  <a:pt x="242709" y="826109"/>
                </a:lnTo>
                <a:lnTo>
                  <a:pt x="284734" y="840790"/>
                </a:lnTo>
                <a:lnTo>
                  <a:pt x="329018" y="849909"/>
                </a:lnTo>
                <a:lnTo>
                  <a:pt x="375132" y="853033"/>
                </a:lnTo>
                <a:lnTo>
                  <a:pt x="390042" y="853033"/>
                </a:lnTo>
                <a:lnTo>
                  <a:pt x="396443" y="850912"/>
                </a:lnTo>
                <a:lnTo>
                  <a:pt x="396443" y="746404"/>
                </a:lnTo>
                <a:lnTo>
                  <a:pt x="397243" y="732015"/>
                </a:lnTo>
                <a:lnTo>
                  <a:pt x="409232" y="688822"/>
                </a:lnTo>
                <a:lnTo>
                  <a:pt x="439343" y="649643"/>
                </a:lnTo>
                <a:lnTo>
                  <a:pt x="483831" y="624852"/>
                </a:lnTo>
                <a:lnTo>
                  <a:pt x="714032" y="548081"/>
                </a:lnTo>
                <a:lnTo>
                  <a:pt x="715264" y="538810"/>
                </a:lnTo>
                <a:lnTo>
                  <a:pt x="715899" y="529945"/>
                </a:lnTo>
                <a:lnTo>
                  <a:pt x="716127" y="521081"/>
                </a:lnTo>
                <a:lnTo>
                  <a:pt x="716153" y="511822"/>
                </a:lnTo>
                <a:close/>
              </a:path>
              <a:path w="953134" h="853439">
                <a:moveTo>
                  <a:pt x="952754" y="426516"/>
                </a:moveTo>
                <a:lnTo>
                  <a:pt x="949388" y="409956"/>
                </a:lnTo>
                <a:lnTo>
                  <a:pt x="940231" y="396392"/>
                </a:lnTo>
                <a:lnTo>
                  <a:pt x="926668" y="387235"/>
                </a:lnTo>
                <a:lnTo>
                  <a:pt x="910120" y="383870"/>
                </a:lnTo>
                <a:lnTo>
                  <a:pt x="871753" y="383870"/>
                </a:lnTo>
                <a:lnTo>
                  <a:pt x="857275" y="337680"/>
                </a:lnTo>
                <a:lnTo>
                  <a:pt x="838657" y="293433"/>
                </a:lnTo>
                <a:lnTo>
                  <a:pt x="816114" y="251358"/>
                </a:lnTo>
                <a:lnTo>
                  <a:pt x="789889" y="211696"/>
                </a:lnTo>
                <a:lnTo>
                  <a:pt x="760209" y="174688"/>
                </a:lnTo>
                <a:lnTo>
                  <a:pt x="727290" y="140563"/>
                </a:lnTo>
                <a:lnTo>
                  <a:pt x="691375" y="109562"/>
                </a:lnTo>
                <a:lnTo>
                  <a:pt x="657428" y="85293"/>
                </a:lnTo>
                <a:lnTo>
                  <a:pt x="611466" y="57873"/>
                </a:lnTo>
                <a:lnTo>
                  <a:pt x="567918" y="37668"/>
                </a:lnTo>
                <a:lnTo>
                  <a:pt x="522274" y="21539"/>
                </a:lnTo>
                <a:lnTo>
                  <a:pt x="474789" y="9728"/>
                </a:lnTo>
                <a:lnTo>
                  <a:pt x="426224" y="2552"/>
                </a:lnTo>
                <a:lnTo>
                  <a:pt x="427367" y="2552"/>
                </a:lnTo>
                <a:lnTo>
                  <a:pt x="375132" y="0"/>
                </a:lnTo>
                <a:lnTo>
                  <a:pt x="323811" y="2552"/>
                </a:lnTo>
                <a:lnTo>
                  <a:pt x="273913" y="10058"/>
                </a:lnTo>
                <a:lnTo>
                  <a:pt x="225679" y="22263"/>
                </a:lnTo>
                <a:lnTo>
                  <a:pt x="179298" y="38912"/>
                </a:lnTo>
                <a:lnTo>
                  <a:pt x="135026" y="59766"/>
                </a:lnTo>
                <a:lnTo>
                  <a:pt x="93078" y="84569"/>
                </a:lnTo>
                <a:lnTo>
                  <a:pt x="53670" y="113068"/>
                </a:lnTo>
                <a:lnTo>
                  <a:pt x="17043" y="145008"/>
                </a:lnTo>
                <a:lnTo>
                  <a:pt x="0" y="179133"/>
                </a:lnTo>
                <a:lnTo>
                  <a:pt x="3327" y="195529"/>
                </a:lnTo>
                <a:lnTo>
                  <a:pt x="3352" y="195694"/>
                </a:lnTo>
                <a:lnTo>
                  <a:pt x="12522" y="209257"/>
                </a:lnTo>
                <a:lnTo>
                  <a:pt x="26073" y="218414"/>
                </a:lnTo>
                <a:lnTo>
                  <a:pt x="42621" y="221780"/>
                </a:lnTo>
                <a:lnTo>
                  <a:pt x="51777" y="220980"/>
                </a:lnTo>
                <a:lnTo>
                  <a:pt x="59944" y="218592"/>
                </a:lnTo>
                <a:lnTo>
                  <a:pt x="66903" y="214591"/>
                </a:lnTo>
                <a:lnTo>
                  <a:pt x="72466" y="208991"/>
                </a:lnTo>
                <a:lnTo>
                  <a:pt x="107911" y="177965"/>
                </a:lnTo>
                <a:lnTo>
                  <a:pt x="146443" y="150888"/>
                </a:lnTo>
                <a:lnTo>
                  <a:pt x="187782" y="128079"/>
                </a:lnTo>
                <a:lnTo>
                  <a:pt x="231622" y="109804"/>
                </a:lnTo>
                <a:lnTo>
                  <a:pt x="277660" y="96393"/>
                </a:lnTo>
                <a:lnTo>
                  <a:pt x="325589" y="88125"/>
                </a:lnTo>
                <a:lnTo>
                  <a:pt x="375132" y="85293"/>
                </a:lnTo>
                <a:lnTo>
                  <a:pt x="421411" y="87807"/>
                </a:lnTo>
                <a:lnTo>
                  <a:pt x="466280" y="95186"/>
                </a:lnTo>
                <a:lnTo>
                  <a:pt x="509498" y="107137"/>
                </a:lnTo>
                <a:lnTo>
                  <a:pt x="550773" y="123418"/>
                </a:lnTo>
                <a:lnTo>
                  <a:pt x="589851" y="143751"/>
                </a:lnTo>
                <a:lnTo>
                  <a:pt x="626465" y="167868"/>
                </a:lnTo>
                <a:lnTo>
                  <a:pt x="660361" y="195529"/>
                </a:lnTo>
                <a:lnTo>
                  <a:pt x="691248" y="226441"/>
                </a:lnTo>
                <a:lnTo>
                  <a:pt x="718883" y="260337"/>
                </a:lnTo>
                <a:lnTo>
                  <a:pt x="743000" y="296976"/>
                </a:lnTo>
                <a:lnTo>
                  <a:pt x="763320" y="336080"/>
                </a:lnTo>
                <a:lnTo>
                  <a:pt x="779589" y="377380"/>
                </a:lnTo>
                <a:lnTo>
                  <a:pt x="791540" y="420611"/>
                </a:lnTo>
                <a:lnTo>
                  <a:pt x="798906" y="465518"/>
                </a:lnTo>
                <a:lnTo>
                  <a:pt x="801420" y="511822"/>
                </a:lnTo>
                <a:lnTo>
                  <a:pt x="801420" y="609917"/>
                </a:lnTo>
                <a:lnTo>
                  <a:pt x="556298" y="690956"/>
                </a:lnTo>
                <a:lnTo>
                  <a:pt x="548309" y="687832"/>
                </a:lnTo>
                <a:lnTo>
                  <a:pt x="540321" y="685101"/>
                </a:lnTo>
                <a:lnTo>
                  <a:pt x="532320" y="683158"/>
                </a:lnTo>
                <a:lnTo>
                  <a:pt x="524332" y="682434"/>
                </a:lnTo>
                <a:lnTo>
                  <a:pt x="499046" y="687324"/>
                </a:lnTo>
                <a:lnTo>
                  <a:pt x="478764" y="700824"/>
                </a:lnTo>
                <a:lnTo>
                  <a:pt x="465277" y="721118"/>
                </a:lnTo>
                <a:lnTo>
                  <a:pt x="460387" y="746404"/>
                </a:lnTo>
                <a:lnTo>
                  <a:pt x="465277" y="771702"/>
                </a:lnTo>
                <a:lnTo>
                  <a:pt x="478764" y="791997"/>
                </a:lnTo>
                <a:lnTo>
                  <a:pt x="499046" y="805484"/>
                </a:lnTo>
                <a:lnTo>
                  <a:pt x="524332" y="810387"/>
                </a:lnTo>
                <a:lnTo>
                  <a:pt x="542950" y="807681"/>
                </a:lnTo>
                <a:lnTo>
                  <a:pt x="559765" y="799985"/>
                </a:lnTo>
                <a:lnTo>
                  <a:pt x="573786" y="787895"/>
                </a:lnTo>
                <a:lnTo>
                  <a:pt x="584009" y="771994"/>
                </a:lnTo>
                <a:lnTo>
                  <a:pt x="826998" y="690956"/>
                </a:lnTo>
                <a:lnTo>
                  <a:pt x="922909" y="658977"/>
                </a:lnTo>
                <a:lnTo>
                  <a:pt x="950480" y="631977"/>
                </a:lnTo>
                <a:lnTo>
                  <a:pt x="952754" y="618451"/>
                </a:lnTo>
                <a:lnTo>
                  <a:pt x="952754" y="426516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99600" y="4637278"/>
            <a:ext cx="4850765" cy="1494790"/>
            <a:chOff x="6799600" y="4637278"/>
            <a:chExt cx="4850765" cy="1494790"/>
          </a:xfrm>
        </p:grpSpPr>
        <p:sp>
          <p:nvSpPr>
            <p:cNvPr id="36" name="object 36"/>
            <p:cNvSpPr/>
            <p:nvPr/>
          </p:nvSpPr>
          <p:spPr>
            <a:xfrm>
              <a:off x="9689406" y="5790443"/>
              <a:ext cx="1961514" cy="128270"/>
            </a:xfrm>
            <a:custGeom>
              <a:avLst/>
              <a:gdLst/>
              <a:ahLst/>
              <a:cxnLst/>
              <a:rect l="l" t="t" r="r" b="b"/>
              <a:pathLst>
                <a:path w="1961515" h="128270">
                  <a:moveTo>
                    <a:pt x="1960926" y="0"/>
                  </a:moveTo>
                  <a:lnTo>
                    <a:pt x="1108349" y="0"/>
                  </a:lnTo>
                  <a:lnTo>
                    <a:pt x="1106817" y="30056"/>
                  </a:lnTo>
                  <a:lnTo>
                    <a:pt x="1095760" y="41119"/>
                  </a:lnTo>
                  <a:lnTo>
                    <a:pt x="865165" y="41119"/>
                  </a:lnTo>
                  <a:lnTo>
                    <a:pt x="854108" y="30056"/>
                  </a:lnTo>
                  <a:lnTo>
                    <a:pt x="852576" y="0"/>
                  </a:lnTo>
                  <a:lnTo>
                    <a:pt x="0" y="0"/>
                  </a:lnTo>
                  <a:lnTo>
                    <a:pt x="0" y="42652"/>
                  </a:lnTo>
                  <a:lnTo>
                    <a:pt x="6727" y="75774"/>
                  </a:lnTo>
                  <a:lnTo>
                    <a:pt x="25044" y="102898"/>
                  </a:lnTo>
                  <a:lnTo>
                    <a:pt x="52153" y="121225"/>
                  </a:lnTo>
                  <a:lnTo>
                    <a:pt x="85257" y="127956"/>
                  </a:lnTo>
                  <a:lnTo>
                    <a:pt x="1875668" y="127956"/>
                  </a:lnTo>
                  <a:lnTo>
                    <a:pt x="1908772" y="121225"/>
                  </a:lnTo>
                  <a:lnTo>
                    <a:pt x="1935881" y="102898"/>
                  </a:lnTo>
                  <a:lnTo>
                    <a:pt x="1954198" y="75774"/>
                  </a:lnTo>
                  <a:lnTo>
                    <a:pt x="1960926" y="42652"/>
                  </a:lnTo>
                  <a:lnTo>
                    <a:pt x="1960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799600" y="5449225"/>
              <a:ext cx="1364615" cy="682625"/>
            </a:xfrm>
            <a:custGeom>
              <a:avLst/>
              <a:gdLst/>
              <a:ahLst/>
              <a:cxnLst/>
              <a:rect l="l" t="t" r="r" b="b"/>
              <a:pathLst>
                <a:path w="1364615" h="682625">
                  <a:moveTo>
                    <a:pt x="682061" y="0"/>
                  </a:moveTo>
                  <a:lnTo>
                    <a:pt x="588277" y="5371"/>
                  </a:lnTo>
                  <a:lnTo>
                    <a:pt x="494494" y="20220"/>
                  </a:lnTo>
                  <a:lnTo>
                    <a:pt x="400710" y="42652"/>
                  </a:lnTo>
                  <a:lnTo>
                    <a:pt x="349630" y="58793"/>
                  </a:lnTo>
                  <a:lnTo>
                    <a:pt x="249260" y="99281"/>
                  </a:lnTo>
                  <a:lnTo>
                    <a:pt x="154259" y="148723"/>
                  </a:lnTo>
                  <a:lnTo>
                    <a:pt x="68206" y="204730"/>
                  </a:lnTo>
                  <a:lnTo>
                    <a:pt x="39564" y="233254"/>
                  </a:lnTo>
                  <a:lnTo>
                    <a:pt x="18117" y="266576"/>
                  </a:lnTo>
                  <a:lnTo>
                    <a:pt x="4662" y="303097"/>
                  </a:lnTo>
                  <a:lnTo>
                    <a:pt x="0" y="341218"/>
                  </a:lnTo>
                  <a:lnTo>
                    <a:pt x="0" y="682436"/>
                  </a:lnTo>
                  <a:lnTo>
                    <a:pt x="1364122" y="682436"/>
                  </a:lnTo>
                  <a:lnTo>
                    <a:pt x="1364122" y="341218"/>
                  </a:lnTo>
                  <a:lnTo>
                    <a:pt x="1359459" y="303097"/>
                  </a:lnTo>
                  <a:lnTo>
                    <a:pt x="1346005" y="266576"/>
                  </a:lnTo>
                  <a:lnTo>
                    <a:pt x="1324557" y="233254"/>
                  </a:lnTo>
                  <a:lnTo>
                    <a:pt x="1295916" y="204730"/>
                  </a:lnTo>
                  <a:lnTo>
                    <a:pt x="1254232" y="173369"/>
                  </a:lnTo>
                  <a:lnTo>
                    <a:pt x="1209863" y="144992"/>
                  </a:lnTo>
                  <a:lnTo>
                    <a:pt x="1163257" y="119451"/>
                  </a:lnTo>
                  <a:lnTo>
                    <a:pt x="1114861" y="96595"/>
                  </a:lnTo>
                  <a:lnTo>
                    <a:pt x="1014491" y="58345"/>
                  </a:lnTo>
                  <a:lnTo>
                    <a:pt x="920072" y="30606"/>
                  </a:lnTo>
                  <a:lnTo>
                    <a:pt x="829130" y="11729"/>
                  </a:lnTo>
                  <a:lnTo>
                    <a:pt x="732505" y="1382"/>
                  </a:lnTo>
                  <a:lnTo>
                    <a:pt x="682061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1012698" y="0"/>
                  </a:moveTo>
                  <a:lnTo>
                    <a:pt x="1012698" y="336423"/>
                  </a:lnTo>
                  <a:lnTo>
                    <a:pt x="0" y="336423"/>
                  </a:lnTo>
                  <a:lnTo>
                    <a:pt x="0" y="1009269"/>
                  </a:lnTo>
                  <a:lnTo>
                    <a:pt x="1012698" y="1009269"/>
                  </a:lnTo>
                  <a:lnTo>
                    <a:pt x="1012698" y="1345692"/>
                  </a:lnTo>
                  <a:lnTo>
                    <a:pt x="1685544" y="672846"/>
                  </a:lnTo>
                  <a:lnTo>
                    <a:pt x="101269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0" y="336423"/>
                  </a:moveTo>
                  <a:lnTo>
                    <a:pt x="1012698" y="336423"/>
                  </a:lnTo>
                  <a:lnTo>
                    <a:pt x="1012698" y="0"/>
                  </a:lnTo>
                  <a:lnTo>
                    <a:pt x="1685544" y="672846"/>
                  </a:lnTo>
                  <a:lnTo>
                    <a:pt x="1012698" y="1345692"/>
                  </a:lnTo>
                  <a:lnTo>
                    <a:pt x="1012698" y="1009269"/>
                  </a:lnTo>
                  <a:lnTo>
                    <a:pt x="0" y="1009269"/>
                  </a:lnTo>
                  <a:lnTo>
                    <a:pt x="0" y="336423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680831" y="5152771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VM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423153" y="16519"/>
            <a:ext cx="827405" cy="976630"/>
          </a:xfrm>
          <a:custGeom>
            <a:avLst/>
            <a:gdLst/>
            <a:ahLst/>
            <a:cxnLst/>
            <a:rect l="l" t="t" r="r" b="b"/>
            <a:pathLst>
              <a:path w="827404" h="976630">
                <a:moveTo>
                  <a:pt x="413607" y="0"/>
                </a:moveTo>
                <a:lnTo>
                  <a:pt x="365394" y="2857"/>
                </a:lnTo>
                <a:lnTo>
                  <a:pt x="318390" y="11108"/>
                </a:lnTo>
                <a:lnTo>
                  <a:pt x="273482" y="24413"/>
                </a:lnTo>
                <a:lnTo>
                  <a:pt x="230956" y="42452"/>
                </a:lnTo>
                <a:lnTo>
                  <a:pt x="191101" y="64901"/>
                </a:lnTo>
                <a:lnTo>
                  <a:pt x="154203" y="91440"/>
                </a:lnTo>
                <a:lnTo>
                  <a:pt x="120551" y="121745"/>
                </a:lnTo>
                <a:lnTo>
                  <a:pt x="90432" y="155496"/>
                </a:lnTo>
                <a:lnTo>
                  <a:pt x="64133" y="192369"/>
                </a:lnTo>
                <a:lnTo>
                  <a:pt x="41941" y="232043"/>
                </a:lnTo>
                <a:lnTo>
                  <a:pt x="24144" y="274196"/>
                </a:lnTo>
                <a:lnTo>
                  <a:pt x="11030" y="318506"/>
                </a:lnTo>
                <a:lnTo>
                  <a:pt x="2886" y="364651"/>
                </a:lnTo>
                <a:lnTo>
                  <a:pt x="0" y="412309"/>
                </a:lnTo>
                <a:lnTo>
                  <a:pt x="194567" y="412309"/>
                </a:lnTo>
                <a:lnTo>
                  <a:pt x="200340" y="362109"/>
                </a:lnTo>
                <a:lnTo>
                  <a:pt x="216797" y="316026"/>
                </a:lnTo>
                <a:lnTo>
                  <a:pt x="242624" y="275374"/>
                </a:lnTo>
                <a:lnTo>
                  <a:pt x="276507" y="241468"/>
                </a:lnTo>
                <a:lnTo>
                  <a:pt x="317133" y="215622"/>
                </a:lnTo>
                <a:lnTo>
                  <a:pt x="363189" y="199150"/>
                </a:lnTo>
                <a:lnTo>
                  <a:pt x="413360" y="193368"/>
                </a:lnTo>
                <a:lnTo>
                  <a:pt x="463532" y="199150"/>
                </a:lnTo>
                <a:lnTo>
                  <a:pt x="509588" y="215619"/>
                </a:lnTo>
                <a:lnTo>
                  <a:pt x="550216" y="241462"/>
                </a:lnTo>
                <a:lnTo>
                  <a:pt x="584102" y="275366"/>
                </a:lnTo>
                <a:lnTo>
                  <a:pt x="609934" y="316015"/>
                </a:lnTo>
                <a:lnTo>
                  <a:pt x="626398" y="362096"/>
                </a:lnTo>
                <a:lnTo>
                  <a:pt x="632181" y="412295"/>
                </a:lnTo>
                <a:lnTo>
                  <a:pt x="627639" y="456691"/>
                </a:lnTo>
                <a:lnTo>
                  <a:pt x="614450" y="498627"/>
                </a:lnTo>
                <a:lnTo>
                  <a:pt x="593272" y="536916"/>
                </a:lnTo>
                <a:lnTo>
                  <a:pt x="564761" y="570371"/>
                </a:lnTo>
                <a:lnTo>
                  <a:pt x="529574" y="597804"/>
                </a:lnTo>
                <a:lnTo>
                  <a:pt x="487585" y="626929"/>
                </a:lnTo>
                <a:lnTo>
                  <a:pt x="449609" y="660257"/>
                </a:lnTo>
                <a:lnTo>
                  <a:pt x="415884" y="697367"/>
                </a:lnTo>
                <a:lnTo>
                  <a:pt x="386646" y="737843"/>
                </a:lnTo>
                <a:lnTo>
                  <a:pt x="362131" y="781264"/>
                </a:lnTo>
                <a:lnTo>
                  <a:pt x="342576" y="827213"/>
                </a:lnTo>
                <a:lnTo>
                  <a:pt x="328218" y="875271"/>
                </a:lnTo>
                <a:lnTo>
                  <a:pt x="319293" y="925020"/>
                </a:lnTo>
                <a:lnTo>
                  <a:pt x="316037" y="976040"/>
                </a:lnTo>
                <a:lnTo>
                  <a:pt x="510604" y="976040"/>
                </a:lnTo>
                <a:lnTo>
                  <a:pt x="516629" y="924554"/>
                </a:lnTo>
                <a:lnTo>
                  <a:pt x="532686" y="876090"/>
                </a:lnTo>
                <a:lnTo>
                  <a:pt x="557985" y="832023"/>
                </a:lnTo>
                <a:lnTo>
                  <a:pt x="591738" y="793730"/>
                </a:lnTo>
                <a:lnTo>
                  <a:pt x="671794" y="735263"/>
                </a:lnTo>
                <a:lnTo>
                  <a:pt x="706603" y="704122"/>
                </a:lnTo>
                <a:lnTo>
                  <a:pt x="737390" y="669565"/>
                </a:lnTo>
                <a:lnTo>
                  <a:pt x="763962" y="631992"/>
                </a:lnTo>
                <a:lnTo>
                  <a:pt x="786126" y="591803"/>
                </a:lnTo>
                <a:lnTo>
                  <a:pt x="803691" y="549399"/>
                </a:lnTo>
                <a:lnTo>
                  <a:pt x="816463" y="505179"/>
                </a:lnTo>
                <a:lnTo>
                  <a:pt x="824250" y="459544"/>
                </a:lnTo>
                <a:lnTo>
                  <a:pt x="826860" y="412893"/>
                </a:lnTo>
                <a:lnTo>
                  <a:pt x="824100" y="365628"/>
                </a:lnTo>
                <a:lnTo>
                  <a:pt x="815734" y="318034"/>
                </a:lnTo>
                <a:lnTo>
                  <a:pt x="802237" y="272686"/>
                </a:lnTo>
                <a:lnTo>
                  <a:pt x="783954" y="229855"/>
                </a:lnTo>
                <a:lnTo>
                  <a:pt x="761229" y="189814"/>
                </a:lnTo>
                <a:lnTo>
                  <a:pt x="734406" y="152837"/>
                </a:lnTo>
                <a:lnTo>
                  <a:pt x="703829" y="119195"/>
                </a:lnTo>
                <a:lnTo>
                  <a:pt x="669843" y="89161"/>
                </a:lnTo>
                <a:lnTo>
                  <a:pt x="632792" y="63008"/>
                </a:lnTo>
                <a:lnTo>
                  <a:pt x="593020" y="41009"/>
                </a:lnTo>
                <a:lnTo>
                  <a:pt x="550871" y="23436"/>
                </a:lnTo>
                <a:lnTo>
                  <a:pt x="506690" y="10561"/>
                </a:lnTo>
                <a:lnTo>
                  <a:pt x="460821" y="2658"/>
                </a:lnTo>
                <a:lnTo>
                  <a:pt x="413607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495557" y="1548345"/>
            <a:ext cx="946150" cy="1212850"/>
            <a:chOff x="6495557" y="1548345"/>
            <a:chExt cx="946150" cy="1212850"/>
          </a:xfrm>
        </p:grpSpPr>
        <p:sp>
          <p:nvSpPr>
            <p:cNvPr id="43" name="object 43"/>
            <p:cNvSpPr/>
            <p:nvPr/>
          </p:nvSpPr>
          <p:spPr>
            <a:xfrm>
              <a:off x="6495557" y="1548345"/>
              <a:ext cx="826769" cy="945515"/>
            </a:xfrm>
            <a:custGeom>
              <a:avLst/>
              <a:gdLst/>
              <a:ahLst/>
              <a:cxnLst/>
              <a:rect l="l" t="t" r="r" b="b"/>
              <a:pathLst>
                <a:path w="826770" h="945514">
                  <a:moveTo>
                    <a:pt x="199800" y="59288"/>
                  </a:moveTo>
                  <a:lnTo>
                    <a:pt x="160002" y="86640"/>
                  </a:lnTo>
                  <a:lnTo>
                    <a:pt x="124025" y="117985"/>
                  </a:lnTo>
                  <a:lnTo>
                    <a:pt x="92454" y="152575"/>
                  </a:lnTo>
                  <a:lnTo>
                    <a:pt x="65367" y="189985"/>
                  </a:lnTo>
                  <a:lnTo>
                    <a:pt x="42845" y="229793"/>
                  </a:lnTo>
                  <a:lnTo>
                    <a:pt x="24968" y="271572"/>
                  </a:lnTo>
                  <a:lnTo>
                    <a:pt x="11815" y="314900"/>
                  </a:lnTo>
                  <a:lnTo>
                    <a:pt x="3465" y="359352"/>
                  </a:lnTo>
                  <a:lnTo>
                    <a:pt x="0" y="404505"/>
                  </a:lnTo>
                  <a:lnTo>
                    <a:pt x="1497" y="449933"/>
                  </a:lnTo>
                  <a:lnTo>
                    <a:pt x="8038" y="495212"/>
                  </a:lnTo>
                  <a:lnTo>
                    <a:pt x="19701" y="539919"/>
                  </a:lnTo>
                  <a:lnTo>
                    <a:pt x="36567" y="583630"/>
                  </a:lnTo>
                  <a:lnTo>
                    <a:pt x="58715" y="625919"/>
                  </a:lnTo>
                  <a:lnTo>
                    <a:pt x="225279" y="525408"/>
                  </a:lnTo>
                  <a:lnTo>
                    <a:pt x="204289" y="479451"/>
                  </a:lnTo>
                  <a:lnTo>
                    <a:pt x="194571" y="431499"/>
                  </a:lnTo>
                  <a:lnTo>
                    <a:pt x="195680" y="383356"/>
                  </a:lnTo>
                  <a:lnTo>
                    <a:pt x="207171" y="336826"/>
                  </a:lnTo>
                  <a:lnTo>
                    <a:pt x="228598" y="293713"/>
                  </a:lnTo>
                  <a:lnTo>
                    <a:pt x="259516" y="255821"/>
                  </a:lnTo>
                  <a:lnTo>
                    <a:pt x="299480" y="224952"/>
                  </a:lnTo>
                  <a:lnTo>
                    <a:pt x="345417" y="203984"/>
                  </a:lnTo>
                  <a:lnTo>
                    <a:pt x="393353" y="194291"/>
                  </a:lnTo>
                  <a:lnTo>
                    <a:pt x="441483" y="195427"/>
                  </a:lnTo>
                  <a:lnTo>
                    <a:pt x="488006" y="206945"/>
                  </a:lnTo>
                  <a:lnTo>
                    <a:pt x="531119" y="228400"/>
                  </a:lnTo>
                  <a:lnTo>
                    <a:pt x="569018" y="259344"/>
                  </a:lnTo>
                  <a:lnTo>
                    <a:pt x="599902" y="299330"/>
                  </a:lnTo>
                  <a:lnTo>
                    <a:pt x="618947" y="339682"/>
                  </a:lnTo>
                  <a:lnTo>
                    <a:pt x="629320" y="382396"/>
                  </a:lnTo>
                  <a:lnTo>
                    <a:pt x="630970" y="426115"/>
                  </a:lnTo>
                  <a:lnTo>
                    <a:pt x="623845" y="469483"/>
                  </a:lnTo>
                  <a:lnTo>
                    <a:pt x="607894" y="511145"/>
                  </a:lnTo>
                  <a:lnTo>
                    <a:pt x="586994" y="557769"/>
                  </a:lnTo>
                  <a:lnTo>
                    <a:pt x="571701" y="605917"/>
                  </a:lnTo>
                  <a:lnTo>
                    <a:pt x="562001" y="655109"/>
                  </a:lnTo>
                  <a:lnTo>
                    <a:pt x="557880" y="704863"/>
                  </a:lnTo>
                  <a:lnTo>
                    <a:pt x="559324" y="754699"/>
                  </a:lnTo>
                  <a:lnTo>
                    <a:pt x="566320" y="804136"/>
                  </a:lnTo>
                  <a:lnTo>
                    <a:pt x="578855" y="852695"/>
                  </a:lnTo>
                  <a:lnTo>
                    <a:pt x="596913" y="899894"/>
                  </a:lnTo>
                  <a:lnTo>
                    <a:pt x="620483" y="945253"/>
                  </a:lnTo>
                  <a:lnTo>
                    <a:pt x="787046" y="844742"/>
                  </a:lnTo>
                  <a:lnTo>
                    <a:pt x="765607" y="797554"/>
                  </a:lnTo>
                  <a:lnTo>
                    <a:pt x="754317" y="747770"/>
                  </a:lnTo>
                  <a:lnTo>
                    <a:pt x="753210" y="696976"/>
                  </a:lnTo>
                  <a:lnTo>
                    <a:pt x="762324" y="646759"/>
                  </a:lnTo>
                  <a:lnTo>
                    <a:pt x="800654" y="555350"/>
                  </a:lnTo>
                  <a:lnTo>
                    <a:pt x="814366" y="510709"/>
                  </a:lnTo>
                  <a:lnTo>
                    <a:pt x="822870" y="465222"/>
                  </a:lnTo>
                  <a:lnTo>
                    <a:pt x="826208" y="419330"/>
                  </a:lnTo>
                  <a:lnTo>
                    <a:pt x="824421" y="373476"/>
                  </a:lnTo>
                  <a:lnTo>
                    <a:pt x="817552" y="328101"/>
                  </a:lnTo>
                  <a:lnTo>
                    <a:pt x="805642" y="283647"/>
                  </a:lnTo>
                  <a:lnTo>
                    <a:pt x="788734" y="240558"/>
                  </a:lnTo>
                  <a:lnTo>
                    <a:pt x="766870" y="199273"/>
                  </a:lnTo>
                  <a:lnTo>
                    <a:pt x="740090" y="160236"/>
                  </a:lnTo>
                  <a:lnTo>
                    <a:pt x="708342" y="123814"/>
                  </a:lnTo>
                  <a:lnTo>
                    <a:pt x="673361" y="91965"/>
                  </a:lnTo>
                  <a:lnTo>
                    <a:pt x="635583" y="64744"/>
                  </a:lnTo>
                  <a:lnTo>
                    <a:pt x="595445" y="42206"/>
                  </a:lnTo>
                  <a:lnTo>
                    <a:pt x="553380" y="24407"/>
                  </a:lnTo>
                  <a:lnTo>
                    <a:pt x="509825" y="11402"/>
                  </a:lnTo>
                  <a:lnTo>
                    <a:pt x="465216" y="3248"/>
                  </a:lnTo>
                  <a:lnTo>
                    <a:pt x="419987" y="0"/>
                  </a:lnTo>
                  <a:lnTo>
                    <a:pt x="374575" y="1712"/>
                  </a:lnTo>
                  <a:lnTo>
                    <a:pt x="329414" y="8442"/>
                  </a:lnTo>
                  <a:lnTo>
                    <a:pt x="284941" y="20244"/>
                  </a:lnTo>
                  <a:lnTo>
                    <a:pt x="241591" y="37174"/>
                  </a:lnTo>
                  <a:lnTo>
                    <a:pt x="199800" y="5928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04056" y="2524452"/>
              <a:ext cx="237644" cy="236460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173587" y="3026172"/>
            <a:ext cx="907415" cy="1234440"/>
            <a:chOff x="6173587" y="3026172"/>
            <a:chExt cx="907415" cy="1234440"/>
          </a:xfrm>
        </p:grpSpPr>
        <p:sp>
          <p:nvSpPr>
            <p:cNvPr id="46" name="object 46"/>
            <p:cNvSpPr/>
            <p:nvPr/>
          </p:nvSpPr>
          <p:spPr>
            <a:xfrm>
              <a:off x="6173587" y="3026172"/>
              <a:ext cx="826135" cy="956310"/>
            </a:xfrm>
            <a:custGeom>
              <a:avLst/>
              <a:gdLst/>
              <a:ahLst/>
              <a:cxnLst/>
              <a:rect l="l" t="t" r="r" b="b"/>
              <a:pathLst>
                <a:path w="826134" h="956310">
                  <a:moveTo>
                    <a:pt x="219729" y="47762"/>
                  </a:moveTo>
                  <a:lnTo>
                    <a:pt x="178471" y="72858"/>
                  </a:lnTo>
                  <a:lnTo>
                    <a:pt x="140806" y="102153"/>
                  </a:lnTo>
                  <a:lnTo>
                    <a:pt x="107359" y="134932"/>
                  </a:lnTo>
                  <a:lnTo>
                    <a:pt x="78233" y="170778"/>
                  </a:lnTo>
                  <a:lnTo>
                    <a:pt x="53531" y="209270"/>
                  </a:lnTo>
                  <a:lnTo>
                    <a:pt x="33357" y="249991"/>
                  </a:lnTo>
                  <a:lnTo>
                    <a:pt x="17814" y="292520"/>
                  </a:lnTo>
                  <a:lnTo>
                    <a:pt x="7004" y="336438"/>
                  </a:lnTo>
                  <a:lnTo>
                    <a:pt x="1032" y="381328"/>
                  </a:lnTo>
                  <a:lnTo>
                    <a:pt x="0" y="426769"/>
                  </a:lnTo>
                  <a:lnTo>
                    <a:pt x="4011" y="472342"/>
                  </a:lnTo>
                  <a:lnTo>
                    <a:pt x="13169" y="517629"/>
                  </a:lnTo>
                  <a:lnTo>
                    <a:pt x="27577" y="562210"/>
                  </a:lnTo>
                  <a:lnTo>
                    <a:pt x="47338" y="605666"/>
                  </a:lnTo>
                  <a:lnTo>
                    <a:pt x="219236" y="514578"/>
                  </a:lnTo>
                  <a:lnTo>
                    <a:pt x="200835" y="467524"/>
                  </a:lnTo>
                  <a:lnTo>
                    <a:pt x="193800" y="419105"/>
                  </a:lnTo>
                  <a:lnTo>
                    <a:pt x="197586" y="371099"/>
                  </a:lnTo>
                  <a:lnTo>
                    <a:pt x="211648" y="325281"/>
                  </a:lnTo>
                  <a:lnTo>
                    <a:pt x="235440" y="283427"/>
                  </a:lnTo>
                  <a:lnTo>
                    <a:pt x="268419" y="247313"/>
                  </a:lnTo>
                  <a:lnTo>
                    <a:pt x="310038" y="218716"/>
                  </a:lnTo>
                  <a:lnTo>
                    <a:pt x="357071" y="200336"/>
                  </a:lnTo>
                  <a:lnTo>
                    <a:pt x="405471" y="193325"/>
                  </a:lnTo>
                  <a:lnTo>
                    <a:pt x="453464" y="197137"/>
                  </a:lnTo>
                  <a:lnTo>
                    <a:pt x="499274" y="211226"/>
                  </a:lnTo>
                  <a:lnTo>
                    <a:pt x="541126" y="235045"/>
                  </a:lnTo>
                  <a:lnTo>
                    <a:pt x="577245" y="268050"/>
                  </a:lnTo>
                  <a:lnTo>
                    <a:pt x="605856" y="309693"/>
                  </a:lnTo>
                  <a:lnTo>
                    <a:pt x="622627" y="351042"/>
                  </a:lnTo>
                  <a:lnTo>
                    <a:pt x="630608" y="394267"/>
                  </a:lnTo>
                  <a:lnTo>
                    <a:pt x="629822" y="438009"/>
                  </a:lnTo>
                  <a:lnTo>
                    <a:pt x="620295" y="480914"/>
                  </a:lnTo>
                  <a:lnTo>
                    <a:pt x="602051" y="521624"/>
                  </a:lnTo>
                  <a:lnTo>
                    <a:pt x="578590" y="567013"/>
                  </a:lnTo>
                  <a:lnTo>
                    <a:pt x="560641" y="614236"/>
                  </a:lnTo>
                  <a:lnTo>
                    <a:pt x="548219" y="662811"/>
                  </a:lnTo>
                  <a:lnTo>
                    <a:pt x="541337" y="712259"/>
                  </a:lnTo>
                  <a:lnTo>
                    <a:pt x="540006" y="762098"/>
                  </a:lnTo>
                  <a:lnTo>
                    <a:pt x="544241" y="811849"/>
                  </a:lnTo>
                  <a:lnTo>
                    <a:pt x="554055" y="861029"/>
                  </a:lnTo>
                  <a:lnTo>
                    <a:pt x="569459" y="909160"/>
                  </a:lnTo>
                  <a:lnTo>
                    <a:pt x="590468" y="955760"/>
                  </a:lnTo>
                  <a:lnTo>
                    <a:pt x="762366" y="864672"/>
                  </a:lnTo>
                  <a:lnTo>
                    <a:pt x="743585" y="816364"/>
                  </a:lnTo>
                  <a:lnTo>
                    <a:pt x="735082" y="766029"/>
                  </a:lnTo>
                  <a:lnTo>
                    <a:pt x="736804" y="715252"/>
                  </a:lnTo>
                  <a:lnTo>
                    <a:pt x="748697" y="665619"/>
                  </a:lnTo>
                  <a:lnTo>
                    <a:pt x="792053" y="576485"/>
                  </a:lnTo>
                  <a:lnTo>
                    <a:pt x="808228" y="532676"/>
                  </a:lnTo>
                  <a:lnTo>
                    <a:pt x="819249" y="487733"/>
                  </a:lnTo>
                  <a:lnTo>
                    <a:pt x="825135" y="442097"/>
                  </a:lnTo>
                  <a:lnTo>
                    <a:pt x="825902" y="396215"/>
                  </a:lnTo>
                  <a:lnTo>
                    <a:pt x="821568" y="350528"/>
                  </a:lnTo>
                  <a:lnTo>
                    <a:pt x="812151" y="305481"/>
                  </a:lnTo>
                  <a:lnTo>
                    <a:pt x="797666" y="261517"/>
                  </a:lnTo>
                  <a:lnTo>
                    <a:pt x="778132" y="219080"/>
                  </a:lnTo>
                  <a:lnTo>
                    <a:pt x="753566" y="178614"/>
                  </a:lnTo>
                  <a:lnTo>
                    <a:pt x="723893" y="140482"/>
                  </a:lnTo>
                  <a:lnTo>
                    <a:pt x="690738" y="106736"/>
                  </a:lnTo>
                  <a:lnTo>
                    <a:pt x="654534" y="77455"/>
                  </a:lnTo>
                  <a:lnTo>
                    <a:pt x="615711" y="52719"/>
                  </a:lnTo>
                  <a:lnTo>
                    <a:pt x="574702" y="32607"/>
                  </a:lnTo>
                  <a:lnTo>
                    <a:pt x="531938" y="17199"/>
                  </a:lnTo>
                  <a:lnTo>
                    <a:pt x="487852" y="6576"/>
                  </a:lnTo>
                  <a:lnTo>
                    <a:pt x="442874" y="816"/>
                  </a:lnTo>
                  <a:lnTo>
                    <a:pt x="397437" y="0"/>
                  </a:lnTo>
                  <a:lnTo>
                    <a:pt x="351972" y="4206"/>
                  </a:lnTo>
                  <a:lnTo>
                    <a:pt x="306911" y="13516"/>
                  </a:lnTo>
                  <a:lnTo>
                    <a:pt x="262686" y="28008"/>
                  </a:lnTo>
                  <a:lnTo>
                    <a:pt x="219729" y="47762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43371" y="4023209"/>
              <a:ext cx="237508" cy="236955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10520935" y="396536"/>
            <a:ext cx="935355" cy="1219200"/>
            <a:chOff x="10520935" y="396536"/>
            <a:chExt cx="935355" cy="1219200"/>
          </a:xfrm>
        </p:grpSpPr>
        <p:sp>
          <p:nvSpPr>
            <p:cNvPr id="49" name="object 49"/>
            <p:cNvSpPr/>
            <p:nvPr/>
          </p:nvSpPr>
          <p:spPr>
            <a:xfrm>
              <a:off x="10672635" y="396536"/>
              <a:ext cx="784225" cy="946785"/>
            </a:xfrm>
            <a:custGeom>
              <a:avLst/>
              <a:gdLst/>
              <a:ahLst/>
              <a:cxnLst/>
              <a:rect l="l" t="t" r="r" b="b"/>
              <a:pathLst>
                <a:path w="784225" h="946785">
                  <a:moveTo>
                    <a:pt x="581321" y="57556"/>
                  </a:moveTo>
                  <a:lnTo>
                    <a:pt x="538389" y="35445"/>
                  </a:lnTo>
                  <a:lnTo>
                    <a:pt x="493749" y="18589"/>
                  </a:lnTo>
                  <a:lnTo>
                    <a:pt x="448336" y="7150"/>
                  </a:lnTo>
                  <a:lnTo>
                    <a:pt x="402561" y="997"/>
                  </a:lnTo>
                  <a:lnTo>
                    <a:pt x="356835" y="0"/>
                  </a:lnTo>
                  <a:lnTo>
                    <a:pt x="311570" y="4027"/>
                  </a:lnTo>
                  <a:lnTo>
                    <a:pt x="267177" y="12948"/>
                  </a:lnTo>
                  <a:lnTo>
                    <a:pt x="224068" y="26633"/>
                  </a:lnTo>
                  <a:lnTo>
                    <a:pt x="182653" y="44952"/>
                  </a:lnTo>
                  <a:lnTo>
                    <a:pt x="143345" y="67773"/>
                  </a:lnTo>
                  <a:lnTo>
                    <a:pt x="106554" y="94966"/>
                  </a:lnTo>
                  <a:lnTo>
                    <a:pt x="72693" y="126401"/>
                  </a:lnTo>
                  <a:lnTo>
                    <a:pt x="42171" y="161947"/>
                  </a:lnTo>
                  <a:lnTo>
                    <a:pt x="15402" y="201474"/>
                  </a:lnTo>
                  <a:lnTo>
                    <a:pt x="182779" y="300625"/>
                  </a:lnTo>
                  <a:lnTo>
                    <a:pt x="213328" y="260382"/>
                  </a:lnTo>
                  <a:lnTo>
                    <a:pt x="250969" y="229125"/>
                  </a:lnTo>
                  <a:lnTo>
                    <a:pt x="293902" y="207315"/>
                  </a:lnTo>
                  <a:lnTo>
                    <a:pt x="340329" y="195414"/>
                  </a:lnTo>
                  <a:lnTo>
                    <a:pt x="388449" y="193883"/>
                  </a:lnTo>
                  <a:lnTo>
                    <a:pt x="436462" y="203183"/>
                  </a:lnTo>
                  <a:lnTo>
                    <a:pt x="482569" y="223776"/>
                  </a:lnTo>
                  <a:lnTo>
                    <a:pt x="522783" y="254317"/>
                  </a:lnTo>
                  <a:lnTo>
                    <a:pt x="554010" y="291955"/>
                  </a:lnTo>
                  <a:lnTo>
                    <a:pt x="575791" y="334890"/>
                  </a:lnTo>
                  <a:lnTo>
                    <a:pt x="587664" y="381324"/>
                  </a:lnTo>
                  <a:lnTo>
                    <a:pt x="589172" y="429456"/>
                  </a:lnTo>
                  <a:lnTo>
                    <a:pt x="579852" y="477488"/>
                  </a:lnTo>
                  <a:lnTo>
                    <a:pt x="559246" y="523619"/>
                  </a:lnTo>
                  <a:lnTo>
                    <a:pt x="532715" y="559496"/>
                  </a:lnTo>
                  <a:lnTo>
                    <a:pt x="499999" y="588851"/>
                  </a:lnTo>
                  <a:lnTo>
                    <a:pt x="462268" y="610997"/>
                  </a:lnTo>
                  <a:lnTo>
                    <a:pt x="420693" y="625247"/>
                  </a:lnTo>
                  <a:lnTo>
                    <a:pt x="376444" y="630916"/>
                  </a:lnTo>
                  <a:lnTo>
                    <a:pt x="325480" y="634573"/>
                  </a:lnTo>
                  <a:lnTo>
                    <a:pt x="275828" y="643891"/>
                  </a:lnTo>
                  <a:lnTo>
                    <a:pt x="227904" y="658630"/>
                  </a:lnTo>
                  <a:lnTo>
                    <a:pt x="182126" y="678549"/>
                  </a:lnTo>
                  <a:lnTo>
                    <a:pt x="138910" y="703410"/>
                  </a:lnTo>
                  <a:lnTo>
                    <a:pt x="98672" y="732973"/>
                  </a:lnTo>
                  <a:lnTo>
                    <a:pt x="61830" y="766998"/>
                  </a:lnTo>
                  <a:lnTo>
                    <a:pt x="28800" y="805246"/>
                  </a:lnTo>
                  <a:lnTo>
                    <a:pt x="0" y="847477"/>
                  </a:lnTo>
                  <a:lnTo>
                    <a:pt x="167377" y="946628"/>
                  </a:lnTo>
                  <a:lnTo>
                    <a:pt x="198797" y="905407"/>
                  </a:lnTo>
                  <a:lnTo>
                    <a:pt x="237307" y="871898"/>
                  </a:lnTo>
                  <a:lnTo>
                    <a:pt x="281527" y="846881"/>
                  </a:lnTo>
                  <a:lnTo>
                    <a:pt x="330077" y="831140"/>
                  </a:lnTo>
                  <a:lnTo>
                    <a:pt x="428740" y="821640"/>
                  </a:lnTo>
                  <a:lnTo>
                    <a:pt x="474554" y="812589"/>
                  </a:lnTo>
                  <a:lnTo>
                    <a:pt x="518649" y="798550"/>
                  </a:lnTo>
                  <a:lnTo>
                    <a:pt x="560654" y="779769"/>
                  </a:lnTo>
                  <a:lnTo>
                    <a:pt x="600201" y="756491"/>
                  </a:lnTo>
                  <a:lnTo>
                    <a:pt x="636920" y="728963"/>
                  </a:lnTo>
                  <a:lnTo>
                    <a:pt x="670442" y="697431"/>
                  </a:lnTo>
                  <a:lnTo>
                    <a:pt x="700397" y="662142"/>
                  </a:lnTo>
                  <a:lnTo>
                    <a:pt x="726415" y="623341"/>
                  </a:lnTo>
                  <a:lnTo>
                    <a:pt x="748127" y="581274"/>
                  </a:lnTo>
                  <a:lnTo>
                    <a:pt x="765183" y="536068"/>
                  </a:lnTo>
                  <a:lnTo>
                    <a:pt x="776682" y="490179"/>
                  </a:lnTo>
                  <a:lnTo>
                    <a:pt x="782780" y="444016"/>
                  </a:lnTo>
                  <a:lnTo>
                    <a:pt x="783635" y="397991"/>
                  </a:lnTo>
                  <a:lnTo>
                    <a:pt x="779404" y="352512"/>
                  </a:lnTo>
                  <a:lnTo>
                    <a:pt x="770244" y="307990"/>
                  </a:lnTo>
                  <a:lnTo>
                    <a:pt x="756313" y="264834"/>
                  </a:lnTo>
                  <a:lnTo>
                    <a:pt x="737767" y="223455"/>
                  </a:lnTo>
                  <a:lnTo>
                    <a:pt x="714763" y="184262"/>
                  </a:lnTo>
                  <a:lnTo>
                    <a:pt x="687460" y="147666"/>
                  </a:lnTo>
                  <a:lnTo>
                    <a:pt x="656014" y="114076"/>
                  </a:lnTo>
                  <a:lnTo>
                    <a:pt x="620582" y="83903"/>
                  </a:lnTo>
                  <a:lnTo>
                    <a:pt x="581321" y="57556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20935" y="1378733"/>
              <a:ext cx="237592" cy="23658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023350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210" dirty="0"/>
              <a:t> </a:t>
            </a:r>
            <a:r>
              <a:rPr spc="-20" dirty="0"/>
              <a:t>Note</a:t>
            </a:r>
            <a:r>
              <a:rPr spc="-204" dirty="0"/>
              <a:t> </a:t>
            </a:r>
            <a:r>
              <a:rPr dirty="0"/>
              <a:t>on</a:t>
            </a:r>
            <a:r>
              <a:rPr spc="-200" dirty="0"/>
              <a:t> </a:t>
            </a:r>
            <a:r>
              <a:rPr spc="-50" dirty="0"/>
              <a:t>BT</a:t>
            </a:r>
            <a:r>
              <a:rPr spc="-200" dirty="0"/>
              <a:t> </a:t>
            </a:r>
            <a:r>
              <a:rPr spc="-60" dirty="0"/>
              <a:t>Addresses</a:t>
            </a:r>
            <a:r>
              <a:rPr spc="-200" dirty="0"/>
              <a:t> </a:t>
            </a:r>
            <a:r>
              <a:rPr dirty="0"/>
              <a:t>and</a:t>
            </a:r>
            <a:r>
              <a:rPr spc="-190" dirty="0"/>
              <a:t> </a:t>
            </a:r>
            <a:r>
              <a:rPr spc="-10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12700" y="1210817"/>
            <a:ext cx="8030845" cy="53290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48-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bit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“unique”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value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sng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AA:BB</a:t>
            </a:r>
            <a:r>
              <a:rPr kumimoji="0" sz="2800" b="0" i="0" u="sng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:</a:t>
            </a:r>
            <a:r>
              <a:rPr kumimoji="0" sz="2800" b="0" i="0" u="sng" strike="noStrike" kern="0" cap="none" spc="-1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>
                  <a:solidFill>
                    <a:srgbClr val="FFC000"/>
                  </a:solidFill>
                </a:uFill>
                <a:latin typeface="Calibri"/>
                <a:cs typeface="Calibri"/>
              </a:rPr>
              <a:t>CC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libri"/>
                <a:cs typeface="Calibri"/>
              </a:rPr>
              <a:t>DD:EE:FF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Bytes: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Organizationally</a:t>
            </a:r>
            <a:r>
              <a:rPr kumimoji="0" sz="2800" b="0" i="0" u="none" strike="noStrike" kern="0" cap="none" spc="-10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Unique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Identifier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(OUI)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579120" marR="0" lvl="1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57912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2: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Non-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significant.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579120" marR="0" lvl="1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57912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Third: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Upper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Bytes: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Lower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 typeface="Calibri"/>
              <a:buChar char="◦"/>
              <a:tabLst>
                <a:tab pos="396240" algn="l"/>
              </a:tabLst>
              <a:defRPr/>
            </a:pPr>
            <a:r>
              <a:rPr kumimoji="0" sz="28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Normally</a:t>
            </a:r>
            <a:r>
              <a:rPr kumimoji="0" sz="2800" b="0" i="1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invisible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unless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discoverable</a:t>
            </a:r>
            <a:endParaRPr kumimoji="0" lang="en-US" sz="2800" b="0" i="0" u="none" strike="noStrike" kern="0" cap="none" spc="-1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indent="-182880">
              <a:spcBef>
                <a:spcPts val="265"/>
              </a:spcBef>
              <a:buClr>
                <a:srgbClr val="FFCCFF"/>
              </a:buClr>
              <a:buFont typeface="Calibri"/>
              <a:buChar char="◦"/>
              <a:tabLst>
                <a:tab pos="396240" algn="l"/>
              </a:tabLst>
              <a:defRPr/>
            </a:pPr>
            <a:r>
              <a:rPr lang="en-US" sz="2800" kern="0" spc="-10" dirty="0">
                <a:solidFill>
                  <a:srgbClr val="404040"/>
                </a:solidFill>
                <a:latin typeface="Calibri"/>
                <a:cs typeface="Calibri"/>
              </a:rPr>
              <a:t>Look it up here: </a:t>
            </a:r>
            <a:r>
              <a:rPr lang="en-US" sz="2800" dirty="0">
                <a:hlinkClick r:id="rId3"/>
              </a:rPr>
              <a:t>https://maclookup.app/</a:t>
            </a:r>
            <a:r>
              <a:rPr lang="en-US" sz="2800" dirty="0"/>
              <a:t> 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*OUI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=/=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Chip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manufacturer!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185" dirty="0"/>
              <a:t> </a:t>
            </a:r>
            <a:r>
              <a:rPr spc="-70" dirty="0"/>
              <a:t>Enumerating</a:t>
            </a:r>
            <a:r>
              <a:rPr spc="-175" dirty="0"/>
              <a:t> </a:t>
            </a:r>
            <a:r>
              <a:rPr spc="-55" dirty="0"/>
              <a:t>Bluetooth</a:t>
            </a:r>
            <a:r>
              <a:rPr spc="-180" dirty="0"/>
              <a:t> </a:t>
            </a:r>
            <a:r>
              <a:rPr spc="-35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82571"/>
            <a:ext cx="5691505" cy="474809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Now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found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device.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we’ll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requests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endParaRPr kumimoji="0" lang="en-US" sz="2400" b="0" i="0" u="none" strike="noStrike" kern="0" cap="none" spc="-25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kern="0" spc="-25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12700" marR="5080" lvl="0">
              <a:lnSpc>
                <a:spcPts val="2590"/>
              </a:lnSpc>
              <a:spcBef>
                <a:spcPts val="425"/>
              </a:spcBef>
              <a:defRPr/>
            </a:pP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lang="en-US" sz="2400" kern="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want</a:t>
            </a:r>
            <a:r>
              <a:rPr lang="en-US" sz="2400" kern="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lang="en-US" sz="2400" kern="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learn</a:t>
            </a:r>
            <a:r>
              <a:rPr lang="en-US" sz="2400" kern="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lang="en-US" sz="2400" kern="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much</a:t>
            </a:r>
            <a:r>
              <a:rPr lang="en-US" sz="2400" kern="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lang="en-US" sz="2400" kern="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possible</a:t>
            </a:r>
            <a:r>
              <a:rPr lang="en-US" sz="2400" kern="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lang="en-US" sz="2400" kern="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25" dirty="0">
                <a:solidFill>
                  <a:srgbClr val="404040"/>
                </a:solidFill>
                <a:latin typeface="Calibri"/>
                <a:cs typeface="Calibri"/>
              </a:rPr>
              <a:t>our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target</a:t>
            </a:r>
            <a:r>
              <a:rPr lang="en-US" sz="2400" kern="0" spc="-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over</a:t>
            </a:r>
            <a:r>
              <a:rPr lang="en-US" sz="2400" kern="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Bluetooth</a:t>
            </a:r>
          </a:p>
          <a:p>
            <a:pPr marL="12700" marR="5080" lvl="0">
              <a:lnSpc>
                <a:spcPts val="2590"/>
              </a:lnSpc>
              <a:spcBef>
                <a:spcPts val="425"/>
              </a:spcBef>
              <a:defRPr/>
            </a:pPr>
            <a:endParaRPr lang="en-US" sz="2400" kern="0" spc="-1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12700" marR="5080">
              <a:lnSpc>
                <a:spcPts val="2590"/>
              </a:lnSpc>
              <a:spcBef>
                <a:spcPts val="425"/>
              </a:spcBef>
              <a:defRPr/>
            </a:pP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Keep</a:t>
            </a:r>
            <a:r>
              <a:rPr lang="en-US" sz="2400" kern="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lang="en-US" sz="2400" kern="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mind,</a:t>
            </a:r>
            <a:r>
              <a:rPr lang="en-US" sz="2400" kern="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lang="en-US" sz="2400" kern="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lang="en-US" sz="2400" kern="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lang="en-US" sz="2400" kern="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lang="en-US" sz="2400" kern="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lang="en-US" sz="2400" kern="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obtained before</a:t>
            </a:r>
            <a:r>
              <a:rPr lang="en-US" sz="2400" kern="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lang="en-US" sz="2400" kern="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pairing</a:t>
            </a:r>
            <a:r>
              <a:rPr lang="en-US" sz="2400" kern="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lang="en-US" sz="2400" kern="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authentication</a:t>
            </a:r>
            <a:r>
              <a:rPr lang="en-US" sz="2400" kern="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lang="en-US" sz="2400" kern="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target</a:t>
            </a:r>
          </a:p>
          <a:p>
            <a:pPr marL="12700" marR="5080">
              <a:lnSpc>
                <a:spcPts val="2590"/>
              </a:lnSpc>
              <a:spcBef>
                <a:spcPts val="425"/>
              </a:spcBef>
              <a:defRPr/>
            </a:pPr>
            <a:endParaRPr lang="en-US" sz="2400" kern="0" spc="-1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12700" marR="5080">
              <a:lnSpc>
                <a:spcPts val="2590"/>
              </a:lnSpc>
              <a:spcBef>
                <a:spcPts val="425"/>
              </a:spcBef>
              <a:defRPr/>
            </a:pP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lang="en-US" sz="2400" kern="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just</a:t>
            </a:r>
            <a:r>
              <a:rPr lang="en-US" sz="2400" kern="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need</a:t>
            </a:r>
            <a:r>
              <a:rPr lang="en-US" sz="2400" kern="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lang="en-US" sz="2400" kern="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know</a:t>
            </a:r>
            <a:r>
              <a:rPr lang="en-US" sz="2400" kern="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r>
              <a:rPr lang="en-US" sz="2400" kern="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dirty="0">
                <a:solidFill>
                  <a:srgbClr val="404040"/>
                </a:solidFill>
                <a:latin typeface="Calibri"/>
                <a:cs typeface="Calibri"/>
              </a:rPr>
              <a:t>BT</a:t>
            </a:r>
            <a:r>
              <a:rPr lang="en-US" sz="2400" kern="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kern="0" spc="-10" dirty="0">
                <a:solidFill>
                  <a:srgbClr val="404040"/>
                </a:solidFill>
                <a:latin typeface="Calibri"/>
                <a:cs typeface="Calibri"/>
              </a:rPr>
              <a:t>address</a:t>
            </a:r>
            <a:endParaRPr lang="en-US" sz="2400" kern="0" dirty="0">
              <a:solidFill>
                <a:sysClr val="windowText" lastClr="000000"/>
              </a:solidFill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65669" y="2850655"/>
            <a:ext cx="3775710" cy="1743075"/>
            <a:chOff x="6265669" y="2850655"/>
            <a:chExt cx="3775710" cy="1743075"/>
          </a:xfrm>
        </p:grpSpPr>
        <p:sp>
          <p:nvSpPr>
            <p:cNvPr id="7" name="object 7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3"/>
                  </a:lnTo>
                  <a:lnTo>
                    <a:pt x="90297" y="180593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3"/>
                  </a:lnTo>
                  <a:lnTo>
                    <a:pt x="361187" y="180593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3"/>
                  </a:lnTo>
                  <a:lnTo>
                    <a:pt x="0" y="180593"/>
                  </a:lnTo>
                  <a:lnTo>
                    <a:pt x="180594" y="0"/>
                  </a:lnTo>
                  <a:lnTo>
                    <a:pt x="361187" y="180593"/>
                  </a:lnTo>
                  <a:lnTo>
                    <a:pt x="270890" y="180593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895044" y="285066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4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4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4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4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4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4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4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4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4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4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4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4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4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4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4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4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4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4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4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4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4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4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4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4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4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4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641399" y="3922928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265659" y="3821315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3"/>
                  </a:lnTo>
                  <a:lnTo>
                    <a:pt x="480822" y="481203"/>
                  </a:lnTo>
                  <a:lnTo>
                    <a:pt x="480822" y="641604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4"/>
                  </a:lnTo>
                  <a:lnTo>
                    <a:pt x="480822" y="481203"/>
                  </a:lnTo>
                  <a:lnTo>
                    <a:pt x="0" y="481203"/>
                  </a:lnTo>
                  <a:lnTo>
                    <a:pt x="0" y="160400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992723" y="2258678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308055" y="3706228"/>
            <a:ext cx="915035" cy="619125"/>
            <a:chOff x="10308055" y="3706228"/>
            <a:chExt cx="915035" cy="619125"/>
          </a:xfrm>
        </p:grpSpPr>
        <p:sp>
          <p:nvSpPr>
            <p:cNvPr id="18" name="object 18"/>
            <p:cNvSpPr/>
            <p:nvPr/>
          </p:nvSpPr>
          <p:spPr>
            <a:xfrm>
              <a:off x="10308055" y="3706228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15804" y="15813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598714" y="3845909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146645" y="4379142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1183677" y="80749"/>
                </a:lnTo>
                <a:lnTo>
                  <a:pt x="1204568" y="76502"/>
                </a:lnTo>
                <a:lnTo>
                  <a:pt x="1221676" y="64936"/>
                </a:lnTo>
                <a:lnTo>
                  <a:pt x="1233235" y="47819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92895" y="3502152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11150" marR="0" lvl="0" indent="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50573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Bluetooth (BT) Information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868680"/>
            <a:ext cx="8699500" cy="5738747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Basics</a:t>
            </a:r>
          </a:p>
          <a:p>
            <a:pPr lvl="1"/>
            <a:r>
              <a:rPr lang="en-US" sz="1400" dirty="0"/>
              <a:t>Short range </a:t>
            </a:r>
            <a:r>
              <a:rPr lang="en-US" sz="1400" dirty="0" err="1"/>
              <a:t>Wirelesss</a:t>
            </a:r>
            <a:r>
              <a:rPr lang="en-US" sz="1400" dirty="0"/>
              <a:t> Personal Area Network (WPAN)</a:t>
            </a:r>
          </a:p>
          <a:p>
            <a:pPr lvl="1"/>
            <a:r>
              <a:rPr lang="en-US" sz="1400" dirty="0"/>
              <a:t>Based on IEEE 802.15.1 Standard derived from Bluetooth SIG</a:t>
            </a:r>
          </a:p>
          <a:p>
            <a:pPr lvl="1"/>
            <a:r>
              <a:rPr lang="en-US" sz="1400" dirty="0"/>
              <a:t>Named after Viking King Harald Bluetooth</a:t>
            </a:r>
          </a:p>
          <a:p>
            <a:pPr lvl="1"/>
            <a:r>
              <a:rPr lang="en-US" sz="1400" dirty="0"/>
              <a:t>Co-exists with WiFi and </a:t>
            </a:r>
            <a:r>
              <a:rPr lang="en-US" sz="1400"/>
              <a:t>cordless phones on 2.4Ghz band</a:t>
            </a:r>
            <a:endParaRPr lang="en-US" sz="1400" dirty="0"/>
          </a:p>
          <a:p>
            <a:pPr lvl="1"/>
            <a:r>
              <a:rPr lang="en-US" sz="1400" dirty="0"/>
              <a:t>Applications include Headsets, keyboards, mice, serial links, networking, …</a:t>
            </a:r>
          </a:p>
          <a:p>
            <a:pPr lvl="1"/>
            <a:r>
              <a:rPr lang="en-US" sz="1400" dirty="0"/>
              <a:t>Ad-hoc network not under any form of centralized control, pairing is called a piconet</a:t>
            </a:r>
          </a:p>
          <a:p>
            <a:pPr lvl="1"/>
            <a:r>
              <a:rPr lang="en-US" sz="1400" dirty="0"/>
              <a:t>Driven more by marketing than engineering, low cost</a:t>
            </a:r>
          </a:p>
          <a:p>
            <a:pPr lvl="1"/>
            <a:r>
              <a:rPr lang="en-US" sz="1400" dirty="0"/>
              <a:t>Wireless technology from 2.4 to 2.485 </a:t>
            </a:r>
            <a:r>
              <a:rPr lang="en-US" sz="1400" dirty="0" err="1"/>
              <a:t>Ghz</a:t>
            </a:r>
            <a:r>
              <a:rPr lang="en-US" sz="1400" dirty="0"/>
              <a:t> with 2.1 </a:t>
            </a:r>
            <a:r>
              <a:rPr lang="en-US" sz="1400" dirty="0" err="1"/>
              <a:t>Mbps</a:t>
            </a:r>
            <a:r>
              <a:rPr lang="en-US" sz="1400" dirty="0"/>
              <a:t> Enhanced Data Rate (EDR)</a:t>
            </a:r>
          </a:p>
          <a:p>
            <a:pPr lvl="1"/>
            <a:r>
              <a:rPr lang="en-US" sz="1400" dirty="0"/>
              <a:t>Up to 10m, but potentially up to 100m (BT 5 potential to 400m) on 79 channels</a:t>
            </a:r>
          </a:p>
          <a:p>
            <a:pPr lvl="1"/>
            <a:r>
              <a:rPr lang="en-US" sz="1400" dirty="0"/>
              <a:t>Power classes:</a:t>
            </a:r>
          </a:p>
          <a:p>
            <a:pPr lvl="2">
              <a:buFont typeface="+mj-lt"/>
              <a:buAutoNum type="arabicPeriod"/>
            </a:pPr>
            <a:r>
              <a:rPr lang="en-US" sz="1200" dirty="0"/>
              <a:t>100m (100mW)</a:t>
            </a:r>
          </a:p>
          <a:p>
            <a:pPr lvl="2">
              <a:buFont typeface="+mj-lt"/>
              <a:buAutoNum type="arabicPeriod"/>
            </a:pPr>
            <a:r>
              <a:rPr lang="en-US" sz="1200" dirty="0"/>
              <a:t>10M (2.5mW) - typical</a:t>
            </a:r>
          </a:p>
          <a:p>
            <a:pPr lvl="2">
              <a:buFont typeface="+mj-lt"/>
              <a:buAutoNum type="arabicPeriod"/>
            </a:pPr>
            <a:r>
              <a:rPr lang="en-US" sz="1200" dirty="0"/>
              <a:t>1M (1mW)</a:t>
            </a:r>
          </a:p>
          <a:p>
            <a:pPr lvl="1"/>
            <a:r>
              <a:rPr lang="en-US" sz="1400" dirty="0"/>
              <a:t>Many versions (1.0, 1.1, 1.2, 2.0, 2.1, 3.0, 4.0 (LE), 4.1, 4.2, 5, 6, …)</a:t>
            </a:r>
          </a:p>
          <a:p>
            <a:pPr lvl="1"/>
            <a:r>
              <a:rPr lang="en-US" sz="1400" dirty="0"/>
              <a:t>Complicated protocols leading to vulnerabilities in poor implementations</a:t>
            </a:r>
          </a:p>
          <a:p>
            <a:pPr lvl="2"/>
            <a:r>
              <a:rPr lang="en-US" sz="1200" dirty="0"/>
              <a:t>Specification is 4x more complicated than for </a:t>
            </a:r>
            <a:r>
              <a:rPr lang="en-US" sz="1200" dirty="0" err="1"/>
              <a:t>WiFi</a:t>
            </a:r>
            <a:endParaRPr lang="en-US" sz="1200" dirty="0"/>
          </a:p>
          <a:p>
            <a:pPr lvl="1"/>
            <a:r>
              <a:rPr lang="en-US" sz="1400" dirty="0"/>
              <a:t>Frequency Hopping Spread Spectrum (FHSS) + Adaptive Frequency Hopping (AFH)</a:t>
            </a:r>
          </a:p>
          <a:p>
            <a:pPr lvl="2"/>
            <a:r>
              <a:rPr lang="en-US" sz="1200" dirty="0"/>
              <a:t>Channel hopping invented by Hedy Lamarr</a:t>
            </a:r>
          </a:p>
          <a:p>
            <a:pPr lvl="2"/>
            <a:r>
              <a:rPr lang="en-US" sz="1200" dirty="0"/>
              <a:t>Interference resistant</a:t>
            </a:r>
          </a:p>
          <a:p>
            <a:pPr lvl="1"/>
            <a:r>
              <a:rPr lang="en-US" sz="1400" dirty="0"/>
              <a:t>BT 3.0 adds Alternate MAC and </a:t>
            </a:r>
            <a:r>
              <a:rPr lang="en-US" sz="1400" dirty="0" err="1"/>
              <a:t>Phy</a:t>
            </a:r>
            <a:r>
              <a:rPr lang="en-US" sz="1400" dirty="0"/>
              <a:t> (AMP) for 802.11 data transfer</a:t>
            </a:r>
          </a:p>
          <a:p>
            <a:r>
              <a:rPr lang="en-US" sz="1800" dirty="0"/>
              <a:t>Links</a:t>
            </a:r>
          </a:p>
          <a:p>
            <a:pPr lvl="1"/>
            <a:r>
              <a:rPr lang="en-US" sz="1400" dirty="0"/>
              <a:t>Bluetooth Special Interest Group (SIG) </a:t>
            </a:r>
            <a:r>
              <a:rPr lang="en-US" sz="1400" dirty="0">
                <a:hlinkClick r:id="rId3"/>
              </a:rPr>
              <a:t>https://www.bluetooth.com/</a:t>
            </a:r>
            <a:endParaRPr lang="en-US" sz="1400" dirty="0"/>
          </a:p>
          <a:p>
            <a:pPr lvl="1"/>
            <a:r>
              <a:rPr lang="en-US" sz="1400" dirty="0">
                <a:hlinkClick r:id="rId4"/>
              </a:rPr>
              <a:t>https://en.wikipedia.org/wiki/Bluetooth</a:t>
            </a:r>
            <a:endParaRPr lang="en-US" sz="1400" dirty="0"/>
          </a:p>
          <a:p>
            <a:pPr lvl="1"/>
            <a:r>
              <a:rPr lang="en-US" sz="1400" dirty="0">
                <a:hlinkClick r:id="rId5"/>
              </a:rPr>
              <a:t>https://en.wikipedia.org/wiki/List_of_Bluetooth_protocols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1825182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50573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Bluetooth (BT) Information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48877"/>
            <a:ext cx="8699500" cy="5475736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Bluetooth Low Energy (BLE)</a:t>
            </a:r>
          </a:p>
          <a:p>
            <a:pPr lvl="1"/>
            <a:r>
              <a:rPr lang="en-US" sz="1400" dirty="0"/>
              <a:t>Redesigned physical layer</a:t>
            </a:r>
          </a:p>
          <a:p>
            <a:pPr lvl="1"/>
            <a:r>
              <a:rPr lang="en-US" sz="1400" dirty="0"/>
              <a:t>Faster network connection and termination</a:t>
            </a:r>
          </a:p>
          <a:p>
            <a:pPr lvl="1"/>
            <a:r>
              <a:rPr lang="en-US" sz="1400" dirty="0"/>
              <a:t>Allows radio power down to save battery</a:t>
            </a:r>
          </a:p>
          <a:p>
            <a:pPr lvl="1"/>
            <a:r>
              <a:rPr lang="en-US" sz="1400" dirty="0"/>
              <a:t>Short </a:t>
            </a:r>
            <a:r>
              <a:rPr lang="en-US" sz="1400" dirty="0" err="1"/>
              <a:t>bursty</a:t>
            </a:r>
            <a:r>
              <a:rPr lang="en-US" sz="1400" dirty="0"/>
              <a:t> data transfer applications up to 1Mbps</a:t>
            </a:r>
          </a:p>
          <a:p>
            <a:r>
              <a:rPr lang="en-US" sz="1800" dirty="0"/>
              <a:t>Bluetooth Protocol Stack (top to bottom)</a:t>
            </a:r>
          </a:p>
          <a:p>
            <a:pPr lvl="1"/>
            <a:r>
              <a:rPr lang="en-US" sz="1400" dirty="0">
                <a:solidFill>
                  <a:srgbClr val="00B050"/>
                </a:solidFill>
              </a:rPr>
              <a:t>--- Host Software: ---</a:t>
            </a:r>
          </a:p>
          <a:p>
            <a:pPr lvl="1"/>
            <a:r>
              <a:rPr lang="en-US" sz="1400" dirty="0"/>
              <a:t>PPP, IP Stack, Applications</a:t>
            </a:r>
          </a:p>
          <a:p>
            <a:pPr lvl="1"/>
            <a:r>
              <a:rPr lang="en-US" sz="1400" dirty="0"/>
              <a:t>Bluetooth Profiles (RFCOMM, BNEP, OBEX) – Functions</a:t>
            </a:r>
          </a:p>
          <a:p>
            <a:pPr lvl="2"/>
            <a:r>
              <a:rPr lang="en-US" sz="1200" dirty="0"/>
              <a:t>Radio Frequency Communications (RFCOMM)</a:t>
            </a:r>
          </a:p>
          <a:p>
            <a:pPr lvl="2"/>
            <a:r>
              <a:rPr lang="en-US" sz="1200" dirty="0"/>
              <a:t>Bluetooth Network Encapsulation Protocol (BNEP)</a:t>
            </a:r>
          </a:p>
          <a:p>
            <a:pPr lvl="2"/>
            <a:r>
              <a:rPr lang="en-US" sz="1200" dirty="0"/>
              <a:t>Object Exchange Protocol (OBEX)</a:t>
            </a:r>
          </a:p>
          <a:p>
            <a:pPr lvl="2"/>
            <a:r>
              <a:rPr lang="en-US" sz="1200" dirty="0"/>
              <a:t>Headset audio</a:t>
            </a:r>
          </a:p>
          <a:p>
            <a:pPr lvl="2"/>
            <a:r>
              <a:rPr lang="en-US" sz="1200" dirty="0"/>
              <a:t>Dial-up Networking</a:t>
            </a:r>
          </a:p>
          <a:p>
            <a:pPr lvl="1"/>
            <a:r>
              <a:rPr lang="en-US" sz="1400" dirty="0"/>
              <a:t>Logical Link Control and Adaptation Protocol (L2CAP) – abstraction, packet fragmentation, reassembly, QoS function</a:t>
            </a:r>
          </a:p>
          <a:p>
            <a:pPr lvl="1"/>
            <a:r>
              <a:rPr lang="en-US" sz="1400" dirty="0">
                <a:solidFill>
                  <a:srgbClr val="00B050"/>
                </a:solidFill>
              </a:rPr>
              <a:t>--- Interface: ---</a:t>
            </a:r>
          </a:p>
          <a:p>
            <a:pPr lvl="1"/>
            <a:r>
              <a:rPr lang="en-US" sz="1400" dirty="0"/>
              <a:t>Host Controller Interface (HCI) – Layer between host and device (driver)</a:t>
            </a:r>
          </a:p>
          <a:p>
            <a:pPr lvl="1"/>
            <a:r>
              <a:rPr lang="en-US" sz="1400" dirty="0">
                <a:solidFill>
                  <a:srgbClr val="00B050"/>
                </a:solidFill>
              </a:rPr>
              <a:t>--- Device Hardware/Firmware: ---</a:t>
            </a:r>
          </a:p>
          <a:p>
            <a:pPr lvl="1"/>
            <a:r>
              <a:rPr lang="en-US" sz="1400" dirty="0"/>
              <a:t>Link Management Protocol (LMP) – Discovery, enumeration, setup, teardown</a:t>
            </a:r>
          </a:p>
          <a:p>
            <a:pPr lvl="1"/>
            <a:r>
              <a:rPr lang="en-US" sz="1400" dirty="0"/>
              <a:t>Baseband Controller, Framing – Packet assembly, disassembly</a:t>
            </a:r>
          </a:p>
          <a:p>
            <a:pPr lvl="1"/>
            <a:r>
              <a:rPr lang="en-US" sz="1400" dirty="0"/>
              <a:t>Radio Interface, RF Controller – Radio interface, channel changing, synchronization, modulation, demodulation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6020375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178336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Bluetooth Security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876641"/>
            <a:ext cx="8699500" cy="5547973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Basics</a:t>
            </a:r>
          </a:p>
          <a:p>
            <a:pPr lvl="1"/>
            <a:r>
              <a:rPr lang="en-US" sz="1400" dirty="0"/>
              <a:t>Security starts with 2.1 using SAFER+ block cipher using PIN and MAC</a:t>
            </a:r>
          </a:p>
          <a:p>
            <a:pPr lvl="1"/>
            <a:r>
              <a:rPr lang="en-US" sz="1400" dirty="0"/>
              <a:t>Most devices use a static PIN such as 0000 or 1234</a:t>
            </a:r>
          </a:p>
          <a:p>
            <a:pPr lvl="1"/>
            <a:r>
              <a:rPr lang="en-US" sz="1400" dirty="0"/>
              <a:t>Weak authentication</a:t>
            </a:r>
          </a:p>
          <a:p>
            <a:pPr lvl="1"/>
            <a:r>
              <a:rPr lang="en-US" sz="1400" dirty="0"/>
              <a:t>Possible to identify non-discoverable devices and attack</a:t>
            </a:r>
          </a:p>
          <a:p>
            <a:pPr lvl="1"/>
            <a:r>
              <a:rPr lang="en-US" sz="1400" dirty="0"/>
              <a:t>Older devices are less secure</a:t>
            </a:r>
          </a:p>
          <a:p>
            <a:pPr lvl="1"/>
            <a:r>
              <a:rPr lang="en-US" sz="1400" dirty="0"/>
              <a:t>Long history of security concerns</a:t>
            </a:r>
          </a:p>
          <a:p>
            <a:r>
              <a:rPr lang="en-US" sz="1800" dirty="0"/>
              <a:t>Security Modes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Node never initiates any security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No link encryption, application-level security options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Link encryption before any data is exchanged</a:t>
            </a:r>
          </a:p>
          <a:p>
            <a:r>
              <a:rPr lang="en-US" sz="1800" dirty="0"/>
              <a:t>Security Mode 3</a:t>
            </a:r>
          </a:p>
          <a:p>
            <a:pPr lvl="1"/>
            <a:r>
              <a:rPr lang="en-US" sz="1400" dirty="0"/>
              <a:t>PIN mixed with MAC to generate 128 bit key</a:t>
            </a:r>
          </a:p>
          <a:p>
            <a:pPr lvl="1"/>
            <a:r>
              <a:rPr lang="en-US" sz="1400" dirty="0"/>
              <a:t>SAFER+ cipher used to hash content for authentication</a:t>
            </a:r>
          </a:p>
          <a:p>
            <a:pPr lvl="1"/>
            <a:r>
              <a:rPr lang="en-US" sz="1400" dirty="0"/>
              <a:t>Link key generated for subsequent authentication</a:t>
            </a:r>
          </a:p>
          <a:p>
            <a:pPr lvl="1"/>
            <a:r>
              <a:rPr lang="en-US" sz="1400" dirty="0"/>
              <a:t>EO Cipher, similar to RC4, Stream </a:t>
            </a:r>
            <a:r>
              <a:rPr lang="en-US" sz="1400" dirty="0" err="1"/>
              <a:t>XOR’d</a:t>
            </a:r>
            <a:r>
              <a:rPr lang="en-US" sz="1400" dirty="0"/>
              <a:t> with plaintext to create ciphertext</a:t>
            </a:r>
          </a:p>
          <a:p>
            <a:pPr lvl="1"/>
            <a:r>
              <a:rPr lang="en-US" sz="1400" dirty="0"/>
              <a:t>Uses Linear Shift Feedback Registers (LSFRs) for hardware adaptation</a:t>
            </a:r>
          </a:p>
          <a:p>
            <a:r>
              <a:rPr lang="en-US" sz="1800" dirty="0"/>
              <a:t>Security Tips</a:t>
            </a:r>
          </a:p>
          <a:p>
            <a:pPr lvl="1"/>
            <a:r>
              <a:rPr lang="en-US" sz="1400" dirty="0"/>
              <a:t>Best security is to turn off Bluetooth when not in use</a:t>
            </a:r>
          </a:p>
          <a:p>
            <a:pPr lvl="1"/>
            <a:r>
              <a:rPr lang="en-US" sz="1400" dirty="0"/>
              <a:t>Disable unneeded profiles</a:t>
            </a:r>
          </a:p>
          <a:p>
            <a:pPr lvl="1"/>
            <a:r>
              <a:rPr lang="en-US" sz="1400" dirty="0"/>
              <a:t>Make non-discoverable</a:t>
            </a:r>
          </a:p>
          <a:p>
            <a:pPr lvl="1"/>
            <a:r>
              <a:rPr lang="en-US" sz="1400" dirty="0"/>
              <a:t>Update software</a:t>
            </a:r>
          </a:p>
          <a:p>
            <a:pPr marL="0" indent="0">
              <a:buNone/>
            </a:pP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128354607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178336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Bluetooth Vulnerabilities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876641"/>
            <a:ext cx="8699500" cy="5547973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Attacks</a:t>
            </a:r>
          </a:p>
          <a:p>
            <a:pPr lvl="1"/>
            <a:r>
              <a:rPr lang="en-US" sz="1400" dirty="0"/>
              <a:t>Classic Pairing Authentication (</a:t>
            </a:r>
            <a:r>
              <a:rPr lang="en-US" sz="1400" dirty="0" err="1"/>
              <a:t>BTCrack</a:t>
            </a:r>
            <a:r>
              <a:rPr lang="en-US" sz="1400" dirty="0"/>
              <a:t> v1.1)</a:t>
            </a:r>
          </a:p>
          <a:p>
            <a:pPr lvl="2"/>
            <a:r>
              <a:rPr lang="en-US" sz="1200" dirty="0"/>
              <a:t>Guess PIN and key offline</a:t>
            </a:r>
          </a:p>
          <a:p>
            <a:pPr lvl="1"/>
            <a:r>
              <a:rPr lang="en-US" sz="1400" dirty="0"/>
              <a:t>Classic PIN Cracking</a:t>
            </a:r>
          </a:p>
          <a:p>
            <a:pPr lvl="2"/>
            <a:r>
              <a:rPr lang="en-US" sz="1200" dirty="0"/>
              <a:t>Capture initial pairing exchange</a:t>
            </a:r>
          </a:p>
          <a:p>
            <a:pPr lvl="2"/>
            <a:r>
              <a:rPr lang="en-US" sz="1200" dirty="0"/>
              <a:t>Impersonate master or slave</a:t>
            </a:r>
          </a:p>
          <a:p>
            <a:pPr lvl="2"/>
            <a:r>
              <a:rPr lang="en-US" sz="1200" dirty="0"/>
              <a:t>Transmit “not accepted”</a:t>
            </a:r>
          </a:p>
          <a:p>
            <a:pPr lvl="2"/>
            <a:r>
              <a:rPr lang="en-US" sz="1200" dirty="0"/>
              <a:t>User is prompted to re-enter PIN</a:t>
            </a:r>
          </a:p>
          <a:p>
            <a:pPr lvl="1"/>
            <a:r>
              <a:rPr lang="en-US" sz="1400" dirty="0"/>
              <a:t>BT MAC (BT_ADDR) might be one off from </a:t>
            </a:r>
            <a:r>
              <a:rPr lang="en-US" sz="1400" dirty="0" err="1"/>
              <a:t>WiFi</a:t>
            </a:r>
            <a:r>
              <a:rPr lang="en-US" sz="1400" dirty="0"/>
              <a:t> MAC</a:t>
            </a:r>
          </a:p>
          <a:p>
            <a:r>
              <a:rPr lang="en-US" sz="1800" dirty="0"/>
              <a:t>Known Exploits/Vulnerabilities</a:t>
            </a:r>
          </a:p>
          <a:p>
            <a:pPr lvl="1"/>
            <a:r>
              <a:rPr lang="en-US" sz="1400" dirty="0" err="1"/>
              <a:t>BlueBorne</a:t>
            </a:r>
            <a:r>
              <a:rPr lang="en-US" sz="1400" dirty="0"/>
              <a:t> </a:t>
            </a:r>
            <a:r>
              <a:rPr lang="en-US" sz="1400" u="sng" dirty="0">
                <a:hlinkClick r:id="rId3"/>
              </a:rPr>
              <a:t>https://www.armis.com/blueborne/</a:t>
            </a:r>
            <a:endParaRPr lang="en-US" sz="1400" u="sng" dirty="0"/>
          </a:p>
          <a:p>
            <a:pPr lvl="1"/>
            <a:r>
              <a:rPr lang="en-US" sz="1400" dirty="0" err="1"/>
              <a:t>Bluejacking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https://en.wikipedia.org/wiki/Bluejacking</a:t>
            </a:r>
            <a:endParaRPr lang="en-US" sz="1400" dirty="0"/>
          </a:p>
          <a:p>
            <a:pPr lvl="1"/>
            <a:r>
              <a:rPr lang="en-US" sz="1400" dirty="0" err="1"/>
              <a:t>Bluesnarfing</a:t>
            </a:r>
            <a:r>
              <a:rPr lang="en-US" sz="1400" dirty="0"/>
              <a:t> </a:t>
            </a:r>
            <a:r>
              <a:rPr lang="en-US" sz="1400" dirty="0">
                <a:hlinkClick r:id="rId5"/>
              </a:rPr>
              <a:t>https://en.wikipedia.org/wiki/Bluesnarfing</a:t>
            </a:r>
            <a:endParaRPr lang="en-US" sz="1400" dirty="0"/>
          </a:p>
          <a:p>
            <a:pPr lvl="1"/>
            <a:r>
              <a:rPr lang="en-US" sz="1400" dirty="0"/>
              <a:t>General: </a:t>
            </a:r>
            <a:r>
              <a:rPr lang="en-US" sz="1400" dirty="0">
                <a:hlinkClick r:id="rId6"/>
              </a:rPr>
              <a:t>http://airodump.net/bluetooth-security-vulnerabilities/</a:t>
            </a:r>
            <a:endParaRPr lang="en-US" sz="1400" dirty="0"/>
          </a:p>
          <a:p>
            <a:pPr lvl="1"/>
            <a:r>
              <a:rPr lang="en-US" sz="1400" dirty="0" err="1"/>
              <a:t>DirtyTooth</a:t>
            </a:r>
            <a:endParaRPr lang="en-US" sz="1400" dirty="0"/>
          </a:p>
          <a:p>
            <a:pPr lvl="2"/>
            <a:r>
              <a:rPr lang="en-US" sz="1200" dirty="0">
                <a:hlinkClick r:id="rId7"/>
              </a:rPr>
              <a:t>http://www.dirtytooth.com/</a:t>
            </a:r>
            <a:endParaRPr lang="en-US" sz="1200" dirty="0"/>
          </a:p>
          <a:p>
            <a:pPr lvl="2"/>
            <a:r>
              <a:rPr lang="en-US" sz="1200" dirty="0">
                <a:hlinkClick r:id="rId8"/>
              </a:rPr>
              <a:t>https://www.elevenpaths.com/labstools/dirtytooth-para-raspberry-pi-2/index.html</a:t>
            </a:r>
            <a:endParaRPr lang="en-US" sz="1200" dirty="0"/>
          </a:p>
          <a:p>
            <a:r>
              <a:rPr lang="en-US" sz="1800" dirty="0"/>
              <a:t>CERT CVE Lookup</a:t>
            </a:r>
          </a:p>
          <a:p>
            <a:pPr lvl="1"/>
            <a:r>
              <a:rPr lang="en-US" sz="1400" dirty="0">
                <a:hlinkClick r:id="rId9"/>
              </a:rPr>
              <a:t>http://cve.mitre.org/cgi-bin/cvekey.cgi?keyword=bluetooth</a:t>
            </a:r>
            <a:endParaRPr lang="en-US" sz="1400" dirty="0"/>
          </a:p>
          <a:p>
            <a:r>
              <a:rPr lang="en-US" sz="1800" dirty="0"/>
              <a:t>NIST Guidelines</a:t>
            </a:r>
          </a:p>
          <a:p>
            <a:pPr lvl="1"/>
            <a:r>
              <a:rPr lang="en-US" sz="1400" dirty="0">
                <a:hlinkClick r:id="rId10"/>
              </a:rPr>
              <a:t>https://csrc.nist.gov/csrc/media/publications/sp/800-121/rev-2/draft/documents/sp800_121_r2_draft.pdf</a:t>
            </a:r>
            <a:endParaRPr lang="en-US" sz="1400" dirty="0"/>
          </a:p>
          <a:p>
            <a:r>
              <a:rPr lang="en-US" sz="1800" dirty="0"/>
              <a:t>SANS Whitepaper</a:t>
            </a:r>
          </a:p>
          <a:p>
            <a:pPr lvl="1"/>
            <a:r>
              <a:rPr lang="en-US" sz="1400" dirty="0">
                <a:hlinkClick r:id="rId11"/>
              </a:rPr>
              <a:t>https://www.sans.org/reading-room/whitepapers/wireless/bluetooth-inherent-security-issues-945</a:t>
            </a:r>
            <a:endParaRPr lang="en-US" sz="1400" dirty="0"/>
          </a:p>
          <a:p>
            <a:pPr lvl="1"/>
            <a:endParaRPr lang="en-US" sz="1400" dirty="0"/>
          </a:p>
          <a:p>
            <a:pPr marL="0" indent="0">
              <a:buNone/>
            </a:pP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407742162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792288" y="250573"/>
            <a:ext cx="8607424" cy="698305"/>
          </a:xfrm>
        </p:spPr>
        <p:txBody>
          <a:bodyPr>
            <a:noAutofit/>
          </a:bodyPr>
          <a:lstStyle/>
          <a:p>
            <a:r>
              <a:rPr lang="en-US" sz="3200" dirty="0"/>
              <a:t>Bluetooth Low Energy (BLE) Information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48877"/>
            <a:ext cx="8699500" cy="5475736"/>
          </a:xfrm>
        </p:spPr>
        <p:txBody>
          <a:bodyPr>
            <a:normAutofit/>
          </a:bodyPr>
          <a:lstStyle/>
          <a:p>
            <a:r>
              <a:rPr lang="en-US" sz="1800" dirty="0"/>
              <a:t>Bluetooth Low Energy (BLE)</a:t>
            </a:r>
          </a:p>
          <a:p>
            <a:pPr lvl="1"/>
            <a:r>
              <a:rPr lang="en-US" sz="1400" dirty="0"/>
              <a:t>Classic BT became overly complicated</a:t>
            </a:r>
          </a:p>
          <a:p>
            <a:pPr lvl="1"/>
            <a:r>
              <a:rPr lang="en-US" sz="1400" dirty="0"/>
              <a:t>Needed less overhead</a:t>
            </a:r>
          </a:p>
          <a:p>
            <a:pPr lvl="1"/>
            <a:r>
              <a:rPr lang="en-US" sz="1400" dirty="0"/>
              <a:t>More competitive with ZigBee</a:t>
            </a:r>
          </a:p>
          <a:p>
            <a:pPr lvl="1"/>
            <a:r>
              <a:rPr lang="en-US" sz="1400" dirty="0"/>
              <a:t>Redesigned physical layer</a:t>
            </a:r>
          </a:p>
          <a:p>
            <a:pPr lvl="1"/>
            <a:r>
              <a:rPr lang="en-US" sz="1400" dirty="0"/>
              <a:t>Faster network connection and termination</a:t>
            </a:r>
          </a:p>
          <a:p>
            <a:pPr lvl="1"/>
            <a:r>
              <a:rPr lang="en-US" sz="1400" dirty="0"/>
              <a:t>Allows radio power down to save battery</a:t>
            </a:r>
          </a:p>
          <a:p>
            <a:pPr lvl="1"/>
            <a:r>
              <a:rPr lang="en-US" sz="1400" dirty="0"/>
              <a:t>Short </a:t>
            </a:r>
            <a:r>
              <a:rPr lang="en-US" sz="1400" dirty="0" err="1"/>
              <a:t>bursty</a:t>
            </a:r>
            <a:r>
              <a:rPr lang="en-US" sz="1400" dirty="0"/>
              <a:t> data transfer applications up to 1Mbps</a:t>
            </a:r>
          </a:p>
          <a:p>
            <a:r>
              <a:rPr lang="en-US" sz="1800" dirty="0"/>
              <a:t>Changes from Classic BT</a:t>
            </a:r>
          </a:p>
          <a:p>
            <a:pPr lvl="1"/>
            <a:r>
              <a:rPr lang="en-US" sz="1400" dirty="0"/>
              <a:t>AMP just hands off to standard </a:t>
            </a:r>
            <a:r>
              <a:rPr lang="en-US" sz="1400" dirty="0" err="1"/>
              <a:t>WiFi</a:t>
            </a:r>
            <a:endParaRPr lang="en-US" sz="1400" dirty="0"/>
          </a:p>
          <a:p>
            <a:pPr lvl="1"/>
            <a:r>
              <a:rPr lang="en-US" sz="1400" dirty="0"/>
              <a:t>Gaussian Frequency Shift Keying (GFSK) instead of FHSS</a:t>
            </a:r>
          </a:p>
          <a:p>
            <a:pPr lvl="1"/>
            <a:r>
              <a:rPr lang="en-US" sz="1400" dirty="0"/>
              <a:t>Separate radio, same antenna</a:t>
            </a:r>
          </a:p>
          <a:p>
            <a:pPr lvl="1"/>
            <a:r>
              <a:rPr lang="en-US" sz="1400" dirty="0"/>
              <a:t>40 channels, next hop is mod 37</a:t>
            </a:r>
          </a:p>
          <a:p>
            <a:pPr lvl="1"/>
            <a:r>
              <a:rPr lang="en-US" sz="1400" dirty="0"/>
              <a:t>BLE leverages GATT/ATT protocol for data exchanges, replaces RFCOMM</a:t>
            </a:r>
          </a:p>
          <a:p>
            <a:pPr lvl="1"/>
            <a:r>
              <a:rPr lang="en-US" sz="1400" dirty="0"/>
              <a:t>Standardized protocol for all profiles to reduce overhead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2907291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792288" y="250573"/>
            <a:ext cx="8607424" cy="698305"/>
          </a:xfrm>
        </p:spPr>
        <p:txBody>
          <a:bodyPr>
            <a:noAutofit/>
          </a:bodyPr>
          <a:lstStyle/>
          <a:p>
            <a:r>
              <a:rPr lang="en-US" sz="3200" dirty="0"/>
              <a:t>Bluetooth Low Energy (BLE) Security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48877"/>
            <a:ext cx="8699500" cy="5475736"/>
          </a:xfrm>
        </p:spPr>
        <p:txBody>
          <a:bodyPr>
            <a:normAutofit/>
          </a:bodyPr>
          <a:lstStyle/>
          <a:p>
            <a:r>
              <a:rPr lang="en-US" sz="1800" dirty="0"/>
              <a:t>Security</a:t>
            </a:r>
          </a:p>
          <a:p>
            <a:pPr lvl="1"/>
            <a:r>
              <a:rPr lang="en-US" sz="1400" dirty="0"/>
              <a:t>Pairing similar to Classic Bluetooth</a:t>
            </a:r>
          </a:p>
          <a:p>
            <a:pPr lvl="1"/>
            <a:r>
              <a:rPr lang="en-US" sz="1400" dirty="0"/>
              <a:t>Keys are not retained, renegotiated each time</a:t>
            </a:r>
          </a:p>
          <a:p>
            <a:pPr lvl="1"/>
            <a:r>
              <a:rPr lang="en-US" sz="1400" dirty="0"/>
              <a:t>Bonding retains keys</a:t>
            </a:r>
          </a:p>
          <a:p>
            <a:pPr lvl="1"/>
            <a:r>
              <a:rPr lang="en-US" sz="1400" dirty="0"/>
              <a:t>LE 4.2 is most secure using Out of Band (OOB) pairing</a:t>
            </a:r>
          </a:p>
          <a:p>
            <a:r>
              <a:rPr lang="en-US" sz="1800" dirty="0"/>
              <a:t>Vulnerabilities</a:t>
            </a:r>
          </a:p>
          <a:p>
            <a:pPr lvl="1"/>
            <a:r>
              <a:rPr lang="en-US" sz="1400" dirty="0"/>
              <a:t>“Just Works” mode is not secure (TK=0)</a:t>
            </a:r>
          </a:p>
          <a:p>
            <a:pPr lvl="1"/>
            <a:r>
              <a:rPr lang="en-US" sz="1400" dirty="0"/>
              <a:t>Profiles are similar to Classic Mode 1</a:t>
            </a:r>
          </a:p>
          <a:p>
            <a:pPr lvl="1"/>
            <a:r>
              <a:rPr lang="en-US" sz="1400" dirty="0"/>
              <a:t>Easy to find advertising devices, track and capture</a:t>
            </a:r>
          </a:p>
          <a:p>
            <a:pPr lvl="1"/>
            <a:r>
              <a:rPr lang="en-US" sz="1400" dirty="0"/>
              <a:t>PIN cracking is easier if pairing exchange is captured</a:t>
            </a:r>
          </a:p>
          <a:p>
            <a:pPr lvl="1"/>
            <a:r>
              <a:rPr lang="en-US" sz="1400" dirty="0"/>
              <a:t>Currently no way to force </a:t>
            </a:r>
            <a:r>
              <a:rPr lang="en-US" sz="1400" dirty="0" err="1"/>
              <a:t>deauthorization</a:t>
            </a:r>
            <a:endParaRPr lang="en-US" sz="1400" dirty="0"/>
          </a:p>
          <a:p>
            <a:pPr lvl="1"/>
            <a:r>
              <a:rPr lang="en-US" sz="1400" dirty="0"/>
              <a:t>Security left up to applications</a:t>
            </a:r>
          </a:p>
          <a:p>
            <a:pPr lvl="1"/>
            <a:r>
              <a:rPr lang="en-US" sz="1400" dirty="0" err="1"/>
              <a:t>GATTacker</a:t>
            </a:r>
            <a:r>
              <a:rPr lang="en-US" sz="1400" dirty="0"/>
              <a:t> is a Man-In-The-Middle (MITM) tool which spoofs both master and slave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705773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Bluetooth Tools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800" dirty="0"/>
              <a:t>Software</a:t>
            </a:r>
          </a:p>
          <a:p>
            <a:pPr lvl="1"/>
            <a:r>
              <a:rPr lang="en-US" sz="1600" dirty="0"/>
              <a:t>Many, but these are the most notable ones</a:t>
            </a:r>
          </a:p>
          <a:p>
            <a:pPr lvl="1"/>
            <a:r>
              <a:rPr lang="en-US" sz="1600" dirty="0"/>
              <a:t>Windows</a:t>
            </a:r>
          </a:p>
          <a:p>
            <a:pPr lvl="2"/>
            <a:r>
              <a:rPr lang="en-US" sz="1400" dirty="0" err="1"/>
              <a:t>BlueScanner</a:t>
            </a:r>
            <a:endParaRPr lang="en-US" sz="1400" dirty="0"/>
          </a:p>
          <a:p>
            <a:pPr lvl="2"/>
            <a:r>
              <a:rPr lang="en-US" sz="1400" dirty="0"/>
              <a:t>Bluetooth Analyzer (Microsoft)</a:t>
            </a:r>
          </a:p>
          <a:p>
            <a:pPr lvl="3"/>
            <a:r>
              <a:rPr lang="en-US" sz="1200" dirty="0">
                <a:hlinkClick r:id="rId3"/>
              </a:rPr>
              <a:t>https://www.microsoft.com/en-us/store/p/bluetooth-analyzer/9wzdncrdhhw6?activetab=pivot%3aoverviewtab</a:t>
            </a:r>
            <a:endParaRPr lang="en-US" sz="1200" dirty="0"/>
          </a:p>
          <a:p>
            <a:pPr lvl="2"/>
            <a:r>
              <a:rPr lang="en-US" sz="1400" dirty="0"/>
              <a:t>Bluetooth Viewer</a:t>
            </a:r>
          </a:p>
          <a:p>
            <a:pPr lvl="3"/>
            <a:r>
              <a:rPr lang="en-US" sz="1200" dirty="0">
                <a:hlinkClick r:id="rId4"/>
              </a:rPr>
              <a:t>https://www.nirsoft.net/utils/bluetooth_viewer.html</a:t>
            </a:r>
            <a:endParaRPr lang="en-US" sz="1200" dirty="0"/>
          </a:p>
          <a:p>
            <a:pPr lvl="2"/>
            <a:r>
              <a:rPr lang="en-US" sz="1400" dirty="0"/>
              <a:t>NRF Sniffer</a:t>
            </a:r>
          </a:p>
          <a:p>
            <a:pPr lvl="1"/>
            <a:r>
              <a:rPr lang="en-US" sz="1600"/>
              <a:t>Android</a:t>
            </a:r>
            <a:endParaRPr lang="en-US" sz="1600" dirty="0"/>
          </a:p>
          <a:p>
            <a:pPr lvl="2"/>
            <a:r>
              <a:rPr lang="en-US" sz="1400" dirty="0"/>
              <a:t>Bluetooth Scanner</a:t>
            </a:r>
          </a:p>
          <a:p>
            <a:pPr lvl="2"/>
            <a:r>
              <a:rPr lang="en-US" sz="1400" dirty="0"/>
              <a:t>NRF Connect</a:t>
            </a:r>
            <a:endParaRPr lang="en-US" sz="1600" dirty="0"/>
          </a:p>
          <a:p>
            <a:pPr marL="0" indent="0">
              <a:buNone/>
            </a:pP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199937002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2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2816</TotalTime>
  <Words>1397</Words>
  <Application>Microsoft Office PowerPoint</Application>
  <PresentationFormat>Widescreen</PresentationFormat>
  <Paragraphs>193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Custom Design</vt:lpstr>
      <vt:lpstr>PowerPoint Presentation</vt:lpstr>
      <vt:lpstr>1. Getting Started  Find BT Scanner in the Microsoft Store and install it.</vt:lpstr>
      <vt:lpstr>1. Getting Started  There are a few Bluetooth scanning apps available for Android (BLE Scanner, Bluetooth Scan).</vt:lpstr>
      <vt:lpstr>1. Getting Started  There are a few Bluetooth scanning apps available for Apple iPhone or Tablet.</vt:lpstr>
      <vt:lpstr>2. Bluetooth Scanning</vt:lpstr>
      <vt:lpstr>2. Bluetooth Scanning</vt:lpstr>
      <vt:lpstr>2. Bluetooth Scanning</vt:lpstr>
      <vt:lpstr>A Note on BT Addresses and Scanning</vt:lpstr>
      <vt:lpstr>3. Enumerating Bluetooth Information</vt:lpstr>
      <vt:lpstr>Bluetooth (BT) Information</vt:lpstr>
      <vt:lpstr>Bluetooth (BT) Information</vt:lpstr>
      <vt:lpstr>Bluetooth Security</vt:lpstr>
      <vt:lpstr>Bluetooth Vulnerabilities</vt:lpstr>
      <vt:lpstr>Bluetooth Low Energy (BLE) Information</vt:lpstr>
      <vt:lpstr>Bluetooth Low Energy (BLE) Security</vt:lpstr>
      <vt:lpstr>Bluetooth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Neal Probert</cp:lastModifiedBy>
  <cp:revision>31</cp:revision>
  <dcterms:created xsi:type="dcterms:W3CDTF">2026-03-11T18:02:03Z</dcterms:created>
  <dcterms:modified xsi:type="dcterms:W3CDTF">2026-10-19T19:42:05Z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