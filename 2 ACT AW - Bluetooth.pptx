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22"/>
  </p:notesMasterIdLst>
  <p:sldIdLst>
    <p:sldId id="741" r:id="rId6"/>
    <p:sldId id="284" r:id="rId7"/>
    <p:sldId id="789" r:id="rId8"/>
    <p:sldId id="790" r:id="rId9"/>
    <p:sldId id="285" r:id="rId10"/>
    <p:sldId id="286" r:id="rId11"/>
    <p:sldId id="287" r:id="rId12"/>
    <p:sldId id="288" r:id="rId13"/>
    <p:sldId id="289" r:id="rId14"/>
    <p:sldId id="730" r:id="rId15"/>
    <p:sldId id="783" r:id="rId16"/>
    <p:sldId id="734" r:id="rId17"/>
    <p:sldId id="784" r:id="rId18"/>
    <p:sldId id="785" r:id="rId19"/>
    <p:sldId id="786" r:id="rId20"/>
    <p:sldId id="787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</p14:sldIdLst>
        </p14:section>
        <p14:section name="Bluetooth Setup" id="{6FC33726-A5BC-48F2-8372-80AED2550395}">
          <p14:sldIdLst>
            <p14:sldId id="284"/>
            <p14:sldId id="789"/>
            <p14:sldId id="790"/>
          </p14:sldIdLst>
        </p14:section>
        <p14:section name="Bluetooth Scanning" id="{F2532195-E8AC-471F-ABDF-F5499F792DB7}">
          <p14:sldIdLst>
            <p14:sldId id="285"/>
            <p14:sldId id="286"/>
            <p14:sldId id="287"/>
          </p14:sldIdLst>
        </p14:section>
        <p14:section name=" Bluetooth Enumeration" id="{68166EB0-8075-43B7-ADC5-9D86910720E9}">
          <p14:sldIdLst>
            <p14:sldId id="288"/>
            <p14:sldId id="289"/>
          </p14:sldIdLst>
        </p14:section>
        <p14:section name="Bluetooth Services" id="{5A79DE84-06D5-4FB9-8C5A-73BC5BFAEEB0}">
          <p14:sldIdLst/>
        </p14:section>
        <p14:section name="Bluetooth Pairing" id="{C6B06CB6-A763-4B09-A261-C79BD8740F77}">
          <p14:sldIdLst/>
        </p14:section>
        <p14:section name="Bluetooth Data" id="{2BC74A79-D2CC-4608-B0DC-841A54C94B1F}">
          <p14:sldIdLst/>
        </p14:section>
        <p14:section name="Appendix" id="{E0C2AA82-A7F3-4893-9EAF-4E6510C304BE}">
          <p14:sldIdLst>
            <p14:sldId id="730"/>
            <p14:sldId id="783"/>
            <p14:sldId id="734"/>
            <p14:sldId id="784"/>
            <p14:sldId id="785"/>
            <p14:sldId id="786"/>
            <p14:sldId id="7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store/p/bluetooth-analyzer/9wzdncrdhhw6?activetab=pivot:overviewtab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irsoft.net/utils/bluetooth_view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460564" y="747654"/>
            <a:ext cx="4588511" cy="23519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spc="-40" dirty="0"/>
              <a:t>Find BT Scanner in the Microsoft Store and install it.</a:t>
            </a:r>
            <a:endParaRPr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C413C6-6E17-8322-F1A3-99CCE1502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086208"/>
            <a:ext cx="6277773" cy="493359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8FFE1-C5F3-2678-DE73-510FEE7E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45DB4F9-B7D1-563B-4B11-FE253752067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912437"/>
            <a:ext cx="4588511" cy="33368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Android (BLE Scanner, Bluetooth Scan).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A7CDCA54-490B-7F4D-CB7E-F9061743040F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53D5CF-5BBB-5FFF-4101-0DFED55DA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01" y="1472409"/>
            <a:ext cx="6013551" cy="21508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C4B5B4-A82B-5C01-3656-3A2EEC324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3288" y="3833895"/>
            <a:ext cx="6183764" cy="21508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80974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D5C6F-233A-F151-7D35-B581B48C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E681CD3-B921-4764-CC97-A5AC074756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1158658"/>
            <a:ext cx="4588511" cy="2844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Apple iPhone or Tablet.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8AC343FC-435C-FA6C-E6B1-0BFC94EC0C4B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C0134B-E665-CE74-D00C-E0CEC6E27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379" y="1381125"/>
            <a:ext cx="6291057" cy="325589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8801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8557"/>
            <a:ext cx="5621020" cy="4430059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algn="just">
              <a:lnSpc>
                <a:spcPct val="90000"/>
              </a:lnSpc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Scanning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devices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our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proximity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will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let</a:t>
            </a:r>
            <a:r>
              <a:rPr lang="en-US" sz="2400" kern="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us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find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8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device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it’s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BT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See if you can find your own person BT devices!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338123"/>
            <a:ext cx="5131436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BBCAFAE6-40B5-E039-84A4-D52133CA76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006" y="995363"/>
            <a:ext cx="6600255" cy="43338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132" y="1343321"/>
            <a:ext cx="5926455" cy="17184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lang="en-US" sz="2400" b="0" i="0" u="none" strike="noStrike" kern="0" cap="none" spc="-1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lvl="0">
              <a:lnSpc>
                <a:spcPts val="2740"/>
              </a:lnSpc>
              <a:spcBef>
                <a:spcPts val="100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sure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note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device’s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address!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lvl="0">
              <a:lnSpc>
                <a:spcPts val="2740"/>
              </a:lnSpc>
              <a:defRPr/>
            </a:pP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You’ll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lot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4799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474809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lang="en-US" sz="2400" b="0" i="0" u="none" strike="noStrike" kern="0" cap="none" spc="-25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25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want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learn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much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possible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our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10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over</a:t>
            </a:r>
            <a:r>
              <a:rPr lang="en-US" sz="2400" kern="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Bluetooth</a:t>
            </a: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Keep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mind,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obtained before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any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pairing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authentication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just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know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68680"/>
            <a:ext cx="8699500" cy="5738747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</a:t>
            </a:r>
            <a:r>
              <a:rPr lang="en-US" sz="1400"/>
              <a:t>cordless phones on 2.4Ghz band</a:t>
            </a:r>
            <a:endParaRPr lang="en-US" sz="1400" dirty="0"/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6,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Channel hopping invented by Hedy Lamarr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Many, but these are the most notable ones</a:t>
            </a:r>
          </a:p>
          <a:p>
            <a:pPr lvl="1"/>
            <a:r>
              <a:rPr lang="en-US" sz="1600" dirty="0"/>
              <a:t>Windows</a:t>
            </a:r>
          </a:p>
          <a:p>
            <a:pPr lvl="2"/>
            <a:r>
              <a:rPr lang="en-US" sz="1400" dirty="0" err="1"/>
              <a:t>BlueScanner</a:t>
            </a:r>
            <a:endParaRPr lang="en-US" sz="1400" dirty="0"/>
          </a:p>
          <a:p>
            <a:pPr lvl="2"/>
            <a:r>
              <a:rPr lang="en-US" sz="1400" dirty="0"/>
              <a:t>Bluetooth Analyzer (Microsoft)</a:t>
            </a:r>
          </a:p>
          <a:p>
            <a:pPr lvl="3"/>
            <a:r>
              <a:rPr lang="en-US" sz="1200" dirty="0">
                <a:hlinkClick r:id="rId3"/>
              </a:rPr>
              <a:t>https://www.microsoft.com/en-us/store/p/bluetooth-analyzer/9wzdncrdhhw6?activetab=pivot%3aoverviewtab</a:t>
            </a:r>
            <a:endParaRPr lang="en-US" sz="1200" dirty="0"/>
          </a:p>
          <a:p>
            <a:pPr lvl="2"/>
            <a:r>
              <a:rPr lang="en-US" sz="1400" dirty="0"/>
              <a:t>Bluetooth Viewer</a:t>
            </a:r>
          </a:p>
          <a:p>
            <a:pPr lvl="3"/>
            <a:r>
              <a:rPr lang="en-US" sz="1200" dirty="0">
                <a:hlinkClick r:id="rId4"/>
              </a:rPr>
              <a:t>https://www.nirsoft.net/utils/bluetooth_viewer.html</a:t>
            </a:r>
            <a:endParaRPr lang="en-US" sz="1200" dirty="0"/>
          </a:p>
          <a:p>
            <a:pPr lvl="2"/>
            <a:r>
              <a:rPr lang="en-US" sz="1400" dirty="0"/>
              <a:t>NRF Sniffer</a:t>
            </a:r>
          </a:p>
          <a:p>
            <a:pPr lvl="1"/>
            <a:r>
              <a:rPr lang="en-US" sz="1600"/>
              <a:t>Android</a:t>
            </a:r>
            <a:endParaRPr lang="en-US" sz="1600" dirty="0"/>
          </a:p>
          <a:p>
            <a:pPr lvl="2"/>
            <a:r>
              <a:rPr lang="en-US" sz="1400" dirty="0"/>
              <a:t>Bluetooth Scanner</a:t>
            </a:r>
          </a:p>
          <a:p>
            <a:pPr lvl="2"/>
            <a:r>
              <a:rPr lang="en-US" sz="1400" dirty="0"/>
              <a:t>NRF Connect</a:t>
            </a:r>
            <a:endParaRPr lang="en-US" sz="16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2691</TotalTime>
  <Words>1386</Words>
  <Application>Microsoft Office PowerPoint</Application>
  <PresentationFormat>Widescreen</PresentationFormat>
  <Paragraphs>192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  Find BT Scanner in the Microsoft Store and install it.</vt:lpstr>
      <vt:lpstr>1. Getting Started  There are a few Bluetooth scanning apps available for Android (BLE Scanner, Bluetooth Scan).</vt:lpstr>
      <vt:lpstr>1. Getting Started  There are a few Bluetooth scanning apps available for Apple iPhone or Tablet.</vt:lpstr>
      <vt:lpstr>2. Bluetooth Scanning</vt:lpstr>
      <vt:lpstr>2. Bluetooth Scanning</vt:lpstr>
      <vt:lpstr>2. Bluetooth Scanning</vt:lpstr>
      <vt:lpstr>A Note on BT Addresses and Scanning</vt:lpstr>
      <vt:lpstr>3. Enumerating Bluetooth Information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  <vt:lpstr>Bluetooth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28</cp:revision>
  <dcterms:created xsi:type="dcterms:W3CDTF">2026-03-11T18:02:03Z</dcterms:created>
  <dcterms:modified xsi:type="dcterms:W3CDTF">2026-10-16T17:54:53Z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