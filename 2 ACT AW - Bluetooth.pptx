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5"/>
  </p:sldMasterIdLst>
  <p:notesMasterIdLst>
    <p:notesMasterId r:id="rId32"/>
  </p:notesMasterIdLst>
  <p:sldIdLst>
    <p:sldId id="741" r:id="rId6"/>
    <p:sldId id="284" r:id="rId7"/>
    <p:sldId id="285" r:id="rId8"/>
    <p:sldId id="286" r:id="rId9"/>
    <p:sldId id="287" r:id="rId10"/>
    <p:sldId id="288" r:id="rId11"/>
    <p:sldId id="289" r:id="rId12"/>
    <p:sldId id="290" r:id="rId13"/>
    <p:sldId id="291" r:id="rId14"/>
    <p:sldId id="292" r:id="rId15"/>
    <p:sldId id="293" r:id="rId16"/>
    <p:sldId id="294" r:id="rId17"/>
    <p:sldId id="295" r:id="rId18"/>
    <p:sldId id="296" r:id="rId19"/>
    <p:sldId id="297" r:id="rId20"/>
    <p:sldId id="298" r:id="rId21"/>
    <p:sldId id="299" r:id="rId22"/>
    <p:sldId id="300" r:id="rId23"/>
    <p:sldId id="730" r:id="rId24"/>
    <p:sldId id="783" r:id="rId25"/>
    <p:sldId id="734" r:id="rId26"/>
    <p:sldId id="784" r:id="rId27"/>
    <p:sldId id="785" r:id="rId28"/>
    <p:sldId id="786" r:id="rId29"/>
    <p:sldId id="736" r:id="rId30"/>
    <p:sldId id="787" r:id="rId31"/>
  </p:sldIdLst>
  <p:sldSz cx="12192000" cy="6858000"/>
  <p:notesSz cx="6858000" cy="9144000"/>
  <p:custDataLst>
    <p:tags r:id="rId3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luetooth" id="{CE274DD4-88AE-4FF5-8622-BD38CA4270E3}">
          <p14:sldIdLst>
            <p14:sldId id="741"/>
            <p14:sldId id="284"/>
            <p14:sldId id="285"/>
            <p14:sldId id="286"/>
            <p14:sldId id="287"/>
          </p14:sldIdLst>
        </p14:section>
        <p14:section name=" Bluetooth Scanning" id="{68166EB0-8075-43B7-ADC5-9D86910720E9}">
          <p14:sldIdLst>
            <p14:sldId id="288"/>
            <p14:sldId id="289"/>
            <p14:sldId id="290"/>
            <p14:sldId id="291"/>
          </p14:sldIdLst>
        </p14:section>
        <p14:section name="Bluetooth Services" id="{5A79DE84-06D5-4FB9-8C5A-73BC5BFAEEB0}">
          <p14:sldIdLst>
            <p14:sldId id="292"/>
            <p14:sldId id="293"/>
            <p14:sldId id="294"/>
            <p14:sldId id="295"/>
          </p14:sldIdLst>
        </p14:section>
        <p14:section name="Bluetooth Pairing" id="{C6B06CB6-A763-4B09-A261-C79BD8740F77}">
          <p14:sldIdLst>
            <p14:sldId id="296"/>
            <p14:sldId id="297"/>
            <p14:sldId id="298"/>
          </p14:sldIdLst>
        </p14:section>
        <p14:section name="Bluetooth Data" id="{2BC74A79-D2CC-4608-B0DC-841A54C94B1F}">
          <p14:sldIdLst>
            <p14:sldId id="299"/>
            <p14:sldId id="300"/>
          </p14:sldIdLst>
        </p14:section>
        <p14:section name="Appendix" id="{5348B367-85F7-4A75-AC97-3AF8A339C4A8}">
          <p14:sldIdLst>
            <p14:sldId id="730"/>
            <p14:sldId id="783"/>
            <p14:sldId id="734"/>
            <p14:sldId id="784"/>
            <p14:sldId id="785"/>
            <p14:sldId id="786"/>
            <p14:sldId id="736"/>
            <p14:sldId id="7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A02856-269D-4F17-A7F6-0B8C7D84C0B3}" v="7" dt="2026-03-11T21:04:40.8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microsoft.com/office/2015/10/relationships/revisionInfo" Target="revisionInfo.xml"/><Relationship Id="rId21" Type="http://schemas.openxmlformats.org/officeDocument/2006/relationships/slide" Target="slides/slide16.xml"/><Relationship Id="rId34" Type="http://schemas.openxmlformats.org/officeDocument/2006/relationships/presProps" Target="pres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tags" Target="tags/tag1.xml"/><Relationship Id="rId38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viewProps" Target="viewProps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ey Garback" userId="dc25ffa4-de89-4779-8381-34524c87e417" providerId="ADAL" clId="{6E1D5EB8-13F6-40DF-B512-351F8F358EAF}"/>
    <pc:docChg chg="undo custSel delSld modSld addMainMaster delMainMaster modMainMaster">
      <pc:chgData name="Carey Garback" userId="dc25ffa4-de89-4779-8381-34524c87e417" providerId="ADAL" clId="{6E1D5EB8-13F6-40DF-B512-351F8F358EAF}" dt="2026-03-11T21:17:14.370" v="429" actId="478"/>
      <pc:docMkLst>
        <pc:docMk/>
      </pc:docMkLst>
      <pc:sldChg chg="modSp mod modClrScheme chgLayout">
        <pc:chgData name="Carey Garback" userId="dc25ffa4-de89-4779-8381-34524c87e417" providerId="ADAL" clId="{6E1D5EB8-13F6-40DF-B512-351F8F358EAF}" dt="2026-03-11T21:16:21.167" v="425" actId="1036"/>
        <pc:sldMkLst>
          <pc:docMk/>
          <pc:sldMk cId="0" sldId="272"/>
        </pc:sldMkLst>
        <pc:spChg chg="mod ord">
          <ac:chgData name="Carey Garback" userId="dc25ffa4-de89-4779-8381-34524c87e417" providerId="ADAL" clId="{6E1D5EB8-13F6-40DF-B512-351F8F358EAF}" dt="2026-03-11T21:16:09.261" v="398" actId="404"/>
          <ac:spMkLst>
            <pc:docMk/>
            <pc:sldMk cId="0" sldId="27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2"/>
            <ac:spMk id="4" creationId="{00000000-0000-0000-0000-000000000000}"/>
          </ac:spMkLst>
        </pc:spChg>
        <pc:graphicFrameChg chg="mod">
          <ac:chgData name="Carey Garback" userId="dc25ffa4-de89-4779-8381-34524c87e417" providerId="ADAL" clId="{6E1D5EB8-13F6-40DF-B512-351F8F358EAF}" dt="2026-03-11T21:16:21.167" v="425" actId="1036"/>
          <ac:graphicFrameMkLst>
            <pc:docMk/>
            <pc:sldMk cId="0" sldId="272"/>
            <ac:graphicFrameMk id="2" creationId="{00000000-0000-0000-0000-000000000000}"/>
          </ac:graphicFrameMkLst>
        </pc:graphicFrame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6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6.747" v="53" actId="478"/>
          <ac:spMkLst>
            <pc:docMk/>
            <pc:sldMk cId="0" sldId="277"/>
            <ac:spMk id="237" creationId="{00000000-0000-0000-0000-000000000000}"/>
          </ac:spMkLst>
        </pc:spChg>
      </pc:sldChg>
      <pc:sldChg chg="addSp delSp modSp del mod modClrScheme chgLayout">
        <pc:chgData name="Carey Garback" userId="dc25ffa4-de89-4779-8381-34524c87e417" providerId="ADAL" clId="{6E1D5EB8-13F6-40DF-B512-351F8F358EAF}" dt="2026-03-11T21:02:37.558" v="179" actId="47"/>
        <pc:sldMkLst>
          <pc:docMk/>
          <pc:sldMk cId="0" sldId="283"/>
        </pc:sldMkLst>
        <pc:spChg chg="mod">
          <ac:chgData name="Carey Garback" userId="dc25ffa4-de89-4779-8381-34524c87e417" providerId="ADAL" clId="{6E1D5EB8-13F6-40DF-B512-351F8F358EAF}" dt="2026-03-11T20:48:16.823" v="26" actId="122"/>
          <ac:spMkLst>
            <pc:docMk/>
            <pc:sldMk cId="0" sldId="28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7:34.307" v="11" actId="478"/>
          <ac:spMkLst>
            <pc:docMk/>
            <pc:sldMk cId="0" sldId="283"/>
            <ac:spMk id="3" creationId="{00000000-0000-0000-0000-000000000000}"/>
          </ac:spMkLst>
        </pc:spChg>
        <pc:spChg chg="add del mod ord">
          <ac:chgData name="Carey Garback" userId="dc25ffa4-de89-4779-8381-34524c87e417" providerId="ADAL" clId="{6E1D5EB8-13F6-40DF-B512-351F8F358EAF}" dt="2026-03-11T20:47:04.265" v="2" actId="478"/>
          <ac:spMkLst>
            <pc:docMk/>
            <pc:sldMk cId="0" sldId="283"/>
            <ac:spMk id="4" creationId="{97632196-89BD-C7F0-DBD2-2D6818DF3201}"/>
          </ac:spMkLst>
        </pc:spChg>
        <pc:spChg chg="add del mod ord">
          <ac:chgData name="Carey Garback" userId="dc25ffa4-de89-4779-8381-34524c87e417" providerId="ADAL" clId="{6E1D5EB8-13F6-40DF-B512-351F8F358EAF}" dt="2026-03-11T20:47:09.019" v="3" actId="478"/>
          <ac:spMkLst>
            <pc:docMk/>
            <pc:sldMk cId="0" sldId="283"/>
            <ac:spMk id="5" creationId="{F109EC6E-FF5E-0D09-3536-67771EBDC5DA}"/>
          </ac:spMkLst>
        </pc:spChg>
      </pc:sldChg>
      <pc:sldChg chg="addSp modSp mod modClrScheme chgLayout">
        <pc:chgData name="Carey Garback" userId="dc25ffa4-de89-4779-8381-34524c87e417" providerId="ADAL" clId="{6E1D5EB8-13F6-40DF-B512-351F8F358EAF}" dt="2026-03-11T21:02:41.265" v="181" actId="20577"/>
        <pc:sldMkLst>
          <pc:docMk/>
          <pc:sldMk cId="0" sldId="284"/>
        </pc:sldMkLst>
        <pc:spChg chg="mod ord">
          <ac:chgData name="Carey Garback" userId="dc25ffa4-de89-4779-8381-34524c87e417" providerId="ADAL" clId="{6E1D5EB8-13F6-40DF-B512-351F8F358EAF}" dt="2026-03-11T21:00:46.152" v="149" actId="1076"/>
          <ac:spMkLst>
            <pc:docMk/>
            <pc:sldMk cId="0" sldId="28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0:42.106" v="148" actId="1036"/>
          <ac:spMkLst>
            <pc:docMk/>
            <pc:sldMk cId="0" sldId="284"/>
            <ac:spMk id="3" creationId="{00000000-0000-0000-0000-000000000000}"/>
          </ac:spMkLst>
        </pc:spChg>
        <pc:spChg chg="add mod">
          <ac:chgData name="Carey Garback" userId="dc25ffa4-de89-4779-8381-34524c87e417" providerId="ADAL" clId="{6E1D5EB8-13F6-40DF-B512-351F8F358EAF}" dt="2026-03-11T21:02:41.265" v="181" actId="20577"/>
          <ac:spMkLst>
            <pc:docMk/>
            <pc:sldMk cId="0" sldId="284"/>
            <ac:spMk id="5" creationId="{0A99B574-4EB3-874B-D372-0652085B8A06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2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34.897" v="212" actId="14100"/>
        <pc:sldMkLst>
          <pc:docMk/>
          <pc:sldMk cId="0" sldId="301"/>
        </pc:sldMkLst>
        <pc:spChg chg="mod ord">
          <ac:chgData name="Carey Garback" userId="dc25ffa4-de89-4779-8381-34524c87e417" providerId="ADAL" clId="{6E1D5EB8-13F6-40DF-B512-351F8F358EAF}" dt="2026-03-11T21:05:29.945" v="211" actId="1038"/>
          <ac:spMkLst>
            <pc:docMk/>
            <pc:sldMk cId="0" sldId="301"/>
            <ac:spMk id="30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5:34.897" v="212" actId="14100"/>
          <ac:spMkLst>
            <pc:docMk/>
            <pc:sldMk cId="0" sldId="301"/>
            <ac:spMk id="30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9:36.646" v="112" actId="1076"/>
        <pc:sldMkLst>
          <pc:docMk/>
          <pc:sldMk cId="0" sldId="302"/>
        </pc:sldMkLst>
        <pc:spChg chg="mod ord">
          <ac:chgData name="Carey Garback" userId="dc25ffa4-de89-4779-8381-34524c87e417" providerId="ADAL" clId="{6E1D5EB8-13F6-40DF-B512-351F8F358EAF}" dt="2026-03-11T20:59:36.646" v="112" actId="1076"/>
          <ac:spMkLst>
            <pc:docMk/>
            <pc:sldMk cId="0" sldId="302"/>
            <ac:spMk id="30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2"/>
            <ac:spMk id="3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3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13.525" v="323" actId="1076"/>
        <pc:sldMkLst>
          <pc:docMk/>
          <pc:sldMk cId="0" sldId="304"/>
        </pc:sldMkLst>
        <pc:spChg chg="mod ord">
          <ac:chgData name="Carey Garback" userId="dc25ffa4-de89-4779-8381-34524c87e417" providerId="ADAL" clId="{6E1D5EB8-13F6-40DF-B512-351F8F358EAF}" dt="2026-03-11T21:11:13.525" v="323" actId="1076"/>
          <ac:spMkLst>
            <pc:docMk/>
            <pc:sldMk cId="0" sldId="30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4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1.393" v="325" actId="1076"/>
        <pc:sldMkLst>
          <pc:docMk/>
          <pc:sldMk cId="0" sldId="305"/>
        </pc:sldMkLst>
        <pc:spChg chg="mod ord">
          <ac:chgData name="Carey Garback" userId="dc25ffa4-de89-4779-8381-34524c87e417" providerId="ADAL" clId="{6E1D5EB8-13F6-40DF-B512-351F8F358EAF}" dt="2026-03-11T21:11:21.393" v="325" actId="1076"/>
          <ac:spMkLst>
            <pc:docMk/>
            <pc:sldMk cId="0" sldId="305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5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9.020" v="327" actId="1076"/>
        <pc:sldMkLst>
          <pc:docMk/>
          <pc:sldMk cId="0" sldId="306"/>
        </pc:sldMkLst>
        <pc:spChg chg="mod ord">
          <ac:chgData name="Carey Garback" userId="dc25ffa4-de89-4779-8381-34524c87e417" providerId="ADAL" clId="{6E1D5EB8-13F6-40DF-B512-351F8F358EAF}" dt="2026-03-11T21:11:29.020" v="327" actId="1076"/>
          <ac:spMkLst>
            <pc:docMk/>
            <pc:sldMk cId="0" sldId="306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6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9:43.671" v="113" actId="1076"/>
        <pc:sldMkLst>
          <pc:docMk/>
          <pc:sldMk cId="0" sldId="307"/>
        </pc:sldMkLst>
        <pc:spChg chg="mod ord">
          <ac:chgData name="Carey Garback" userId="dc25ffa4-de89-4779-8381-34524c87e417" providerId="ADAL" clId="{6E1D5EB8-13F6-40DF-B512-351F8F358EAF}" dt="2026-03-11T20:59:43.671" v="113" actId="1076"/>
          <ac:spMkLst>
            <pc:docMk/>
            <pc:sldMk cId="0" sldId="307"/>
            <ac:spMk id="47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7"/>
            <ac:spMk id="480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0.979" v="52" actId="478"/>
          <ac:spMkLst>
            <pc:docMk/>
            <pc:sldMk cId="0" sldId="307"/>
            <ac:spMk id="48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8" creationId="{00000000-0000-0000-0000-000000000000}"/>
          </ac:spMkLst>
        </pc:spChg>
      </pc:sldChg>
      <pc:sldChg chg="del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9"/>
        </pc:sldMkLst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6:03.065" v="216" actId="14100"/>
        <pc:sldMkLst>
          <pc:docMk/>
          <pc:sldMk cId="0" sldId="310"/>
        </pc:sldMkLst>
        <pc:spChg chg="mod ord">
          <ac:chgData name="Carey Garback" userId="dc25ffa4-de89-4779-8381-34524c87e417" providerId="ADAL" clId="{6E1D5EB8-13F6-40DF-B512-351F8F358EAF}" dt="2026-03-11T21:06:03.065" v="216" actId="14100"/>
          <ac:spMkLst>
            <pc:docMk/>
            <pc:sldMk cId="0" sldId="31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54.010" v="215" actId="1076"/>
        <pc:sldMkLst>
          <pc:docMk/>
          <pc:sldMk cId="0" sldId="311"/>
        </pc:sldMkLst>
        <pc:spChg chg="mod ord">
          <ac:chgData name="Carey Garback" userId="dc25ffa4-de89-4779-8381-34524c87e417" providerId="ADAL" clId="{6E1D5EB8-13F6-40DF-B512-351F8F358EAF}" dt="2026-03-11T21:05:54.010" v="215" actId="1076"/>
          <ac:spMkLst>
            <pc:docMk/>
            <pc:sldMk cId="0" sldId="31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2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26.356" v="366" actId="1076"/>
        <pc:sldMkLst>
          <pc:docMk/>
          <pc:sldMk cId="0" sldId="313"/>
        </pc:sldMkLst>
        <pc:spChg chg="mod ord">
          <ac:chgData name="Carey Garback" userId="dc25ffa4-de89-4779-8381-34524c87e417" providerId="ADAL" clId="{6E1D5EB8-13F6-40DF-B512-351F8F358EAF}" dt="2026-03-11T21:12:26.356" v="366" actId="1076"/>
          <ac:spMkLst>
            <pc:docMk/>
            <pc:sldMk cId="0" sldId="31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3"/>
            <ac:spMk id="18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37.002" v="369" actId="1076"/>
        <pc:sldMkLst>
          <pc:docMk/>
          <pc:sldMk cId="0" sldId="314"/>
        </pc:sldMkLst>
        <pc:spChg chg="del">
          <ac:chgData name="Carey Garback" userId="dc25ffa4-de89-4779-8381-34524c87e417" providerId="ADAL" clId="{6E1D5EB8-13F6-40DF-B512-351F8F358EAF}" dt="2026-03-11T21:12:30.155" v="367" actId="478"/>
          <ac:spMkLst>
            <pc:docMk/>
            <pc:sldMk cId="0" sldId="31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7.002" v="369" actId="1076"/>
          <ac:spMkLst>
            <pc:docMk/>
            <pc:sldMk cId="0" sldId="314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46.091" v="371" actId="1076"/>
        <pc:sldMkLst>
          <pc:docMk/>
          <pc:sldMk cId="0" sldId="316"/>
        </pc:sldMkLst>
        <pc:spChg chg="mod ord">
          <ac:chgData name="Carey Garback" userId="dc25ffa4-de89-4779-8381-34524c87e417" providerId="ADAL" clId="{6E1D5EB8-13F6-40DF-B512-351F8F358EAF}" dt="2026-03-11T21:12:46.091" v="371" actId="1076"/>
          <ac:spMkLst>
            <pc:docMk/>
            <pc:sldMk cId="0" sldId="31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55.325" v="373" actId="1076"/>
        <pc:sldMkLst>
          <pc:docMk/>
          <pc:sldMk cId="0" sldId="317"/>
        </pc:sldMkLst>
        <pc:spChg chg="mod ord">
          <ac:chgData name="Carey Garback" userId="dc25ffa4-de89-4779-8381-34524c87e417" providerId="ADAL" clId="{6E1D5EB8-13F6-40DF-B512-351F8F358EAF}" dt="2026-03-11T21:12:55.325" v="373" actId="1076"/>
          <ac:spMkLst>
            <pc:docMk/>
            <pc:sldMk cId="0" sldId="317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7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06.442" v="375" actId="1076"/>
        <pc:sldMkLst>
          <pc:docMk/>
          <pc:sldMk cId="0" sldId="319"/>
        </pc:sldMkLst>
        <pc:spChg chg="mod ord">
          <ac:chgData name="Carey Garback" userId="dc25ffa4-de89-4779-8381-34524c87e417" providerId="ADAL" clId="{6E1D5EB8-13F6-40DF-B512-351F8F358EAF}" dt="2026-03-11T21:13:06.442" v="375" actId="1076"/>
          <ac:spMkLst>
            <pc:docMk/>
            <pc:sldMk cId="0" sldId="31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9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21.197" v="243" actId="1035"/>
        <pc:sldMkLst>
          <pc:docMk/>
          <pc:sldMk cId="0" sldId="320"/>
        </pc:sldMkLst>
        <pc:spChg chg="del">
          <ac:chgData name="Carey Garback" userId="dc25ffa4-de89-4779-8381-34524c87e417" providerId="ADAL" clId="{6E1D5EB8-13F6-40DF-B512-351F8F358EAF}" dt="2026-03-11T20:51:58.859" v="59" actId="478"/>
          <ac:spMkLst>
            <pc:docMk/>
            <pc:sldMk cId="0" sldId="32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10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0:52:16.188" v="62" actId="478"/>
          <ac:spMkLst>
            <pc:docMk/>
            <pc:sldMk cId="0" sldId="320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2:14.243" v="61" actId="478"/>
          <ac:spMkLst>
            <pc:docMk/>
            <pc:sldMk cId="0" sldId="320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2:19.283" v="63" actId="478"/>
          <ac:grpSpMkLst>
            <pc:docMk/>
            <pc:sldMk cId="0" sldId="320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1"/>
        </pc:sldMkLst>
        <pc:spChg chg="del">
          <ac:chgData name="Carey Garback" userId="dc25ffa4-de89-4779-8381-34524c87e417" providerId="ADAL" clId="{6E1D5EB8-13F6-40DF-B512-351F8F358EAF}" dt="2026-03-11T20:52:36.269" v="65" actId="478"/>
          <ac:spMkLst>
            <pc:docMk/>
            <pc:sldMk cId="0" sldId="321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53.179" v="68" actId="478"/>
          <ac:spMkLst>
            <pc:docMk/>
            <pc:sldMk cId="0" sldId="321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01.539" v="83" actId="478"/>
          <ac:spMkLst>
            <pc:docMk/>
            <pc:sldMk cId="0" sldId="321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05.284" v="69" actId="478"/>
          <ac:spMkLst>
            <pc:docMk/>
            <pc:sldMk cId="0" sldId="32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1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39.323" v="66" actId="478"/>
          <ac:spMkLst>
            <pc:docMk/>
            <pc:sldMk cId="0" sldId="321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3:58.875" v="82" actId="478"/>
          <ac:spMkLst>
            <pc:docMk/>
            <pc:sldMk cId="0" sldId="32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0:52:48.410" v="67" actId="1076"/>
          <ac:grpSpMkLst>
            <pc:docMk/>
            <pc:sldMk cId="0" sldId="321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2"/>
        </pc:sldMkLst>
        <pc:spChg chg="del">
          <ac:chgData name="Carey Garback" userId="dc25ffa4-de89-4779-8381-34524c87e417" providerId="ADAL" clId="{6E1D5EB8-13F6-40DF-B512-351F8F358EAF}" dt="2026-03-11T20:53:21.947" v="71" actId="478"/>
          <ac:spMkLst>
            <pc:docMk/>
            <pc:sldMk cId="0" sldId="3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8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25.307" v="72" actId="478"/>
          <ac:spMkLst>
            <pc:docMk/>
            <pc:sldMk cId="0" sldId="322"/>
            <ac:spMk id="19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3:18.674" v="70" actId="478"/>
          <ac:grpSpMkLst>
            <pc:docMk/>
            <pc:sldMk cId="0" sldId="322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3"/>
        </pc:sldMkLst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25.451" v="88" actId="478"/>
          <ac:spMkLst>
            <pc:docMk/>
            <pc:sldMk cId="0" sldId="323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47.401" v="92" actId="478"/>
          <ac:spMkLst>
            <pc:docMk/>
            <pc:sldMk cId="0" sldId="323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53.236" v="94" actId="478"/>
          <ac:spMkLst>
            <pc:docMk/>
            <pc:sldMk cId="0" sldId="32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3"/>
            <ac:spMk id="9" creationId="{00000000-0000-0000-0000-000000000000}"/>
          </ac:spMkLst>
        </pc:spChg>
        <pc:spChg chg="add del">
          <ac:chgData name="Carey Garback" userId="dc25ffa4-de89-4779-8381-34524c87e417" providerId="ADAL" clId="{6E1D5EB8-13F6-40DF-B512-351F8F358EAF}" dt="2026-03-11T20:54:51.299" v="93" actId="478"/>
          <ac:spMkLst>
            <pc:docMk/>
            <pc:sldMk cId="0" sldId="323"/>
            <ac:spMk id="11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4:44.007" v="91" actId="478"/>
          <ac:grpSpMkLst>
            <pc:docMk/>
            <pc:sldMk cId="0" sldId="323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4"/>
        </pc:sldMkLst>
        <pc:spChg chg="del">
          <ac:chgData name="Carey Garback" userId="dc25ffa4-de89-4779-8381-34524c87e417" providerId="ADAL" clId="{6E1D5EB8-13F6-40DF-B512-351F8F358EAF}" dt="2026-03-11T20:55:04.982" v="96" actId="478"/>
          <ac:spMkLst>
            <pc:docMk/>
            <pc:sldMk cId="0" sldId="32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4"/>
            <ac:spMk id="7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06.218" v="97" actId="478"/>
          <ac:spMkLst>
            <pc:docMk/>
            <pc:sldMk cId="0" sldId="324"/>
            <ac:spMk id="16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03.088" v="95" actId="478"/>
          <ac:grpSpMkLst>
            <pc:docMk/>
            <pc:sldMk cId="0" sldId="324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5"/>
        </pc:sldMkLst>
        <pc:spChg chg="del">
          <ac:chgData name="Carey Garback" userId="dc25ffa4-de89-4779-8381-34524c87e417" providerId="ADAL" clId="{6E1D5EB8-13F6-40DF-B512-351F8F358EAF}" dt="2026-03-11T20:55:18.164" v="101" actId="478"/>
          <ac:spMkLst>
            <pc:docMk/>
            <pc:sldMk cId="0" sldId="325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6.635" v="105" actId="478"/>
          <ac:spMkLst>
            <pc:docMk/>
            <pc:sldMk cId="0" sldId="325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2.875" v="103" actId="478"/>
          <ac:spMkLst>
            <pc:docMk/>
            <pc:sldMk cId="0" sldId="325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16.399" v="100" actId="478"/>
          <ac:spMkLst>
            <pc:docMk/>
            <pc:sldMk cId="0" sldId="32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5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4.178" v="104" actId="478"/>
          <ac:spMkLst>
            <pc:docMk/>
            <pc:sldMk cId="0" sldId="325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19.986" v="102" actId="6549"/>
          <ac:spMkLst>
            <pc:docMk/>
            <pc:sldMk cId="0" sldId="325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5:13.521" v="99" actId="478"/>
          <ac:grpSpMkLst>
            <pc:docMk/>
            <pc:sldMk cId="0" sldId="325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00.556" v="390" actId="207"/>
        <pc:sldMkLst>
          <pc:docMk/>
          <pc:sldMk cId="0" sldId="327"/>
        </pc:sldMkLst>
        <pc:spChg chg="mod ord">
          <ac:chgData name="Carey Garback" userId="dc25ffa4-de89-4779-8381-34524c87e417" providerId="ADAL" clId="{6E1D5EB8-13F6-40DF-B512-351F8F358EAF}" dt="2026-03-11T21:15:00.556" v="390" actId="207"/>
          <ac:spMkLst>
            <pc:docMk/>
            <pc:sldMk cId="0" sldId="32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19.054" v="392" actId="14100"/>
        <pc:sldMkLst>
          <pc:docMk/>
          <pc:sldMk cId="0" sldId="336"/>
        </pc:sldMkLst>
        <pc:spChg chg="mod ord">
          <ac:chgData name="Carey Garback" userId="dc25ffa4-de89-4779-8381-34524c87e417" providerId="ADAL" clId="{6E1D5EB8-13F6-40DF-B512-351F8F358EAF}" dt="2026-03-11T21:15:19.054" v="392" actId="14100"/>
          <ac:spMkLst>
            <pc:docMk/>
            <pc:sldMk cId="0" sldId="33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41.464" v="286" actId="1037"/>
        <pc:sldMkLst>
          <pc:docMk/>
          <pc:sldMk cId="0" sldId="339"/>
        </pc:sldMkLst>
        <pc:spChg chg="del">
          <ac:chgData name="Carey Garback" userId="dc25ffa4-de89-4779-8381-34524c87e417" providerId="ADAL" clId="{6E1D5EB8-13F6-40DF-B512-351F8F358EAF}" dt="2026-03-11T20:55:34.711" v="106" actId="478"/>
          <ac:spMkLst>
            <pc:docMk/>
            <pc:sldMk cId="0" sldId="33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10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5:53.610" v="109" actId="478"/>
          <ac:spMkLst>
            <pc:docMk/>
            <pc:sldMk cId="0" sldId="339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56.315" v="110" actId="478"/>
          <ac:grpSpMkLst>
            <pc:docMk/>
            <pc:sldMk cId="0" sldId="339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07:36.243" v="294" actId="14100"/>
        <pc:sldMkLst>
          <pc:docMk/>
          <pc:sldMk cId="0" sldId="340"/>
        </pc:sldMkLst>
        <pc:spChg chg="mod ord">
          <ac:chgData name="Carey Garback" userId="dc25ffa4-de89-4779-8381-34524c87e417" providerId="ADAL" clId="{6E1D5EB8-13F6-40DF-B512-351F8F358EAF}" dt="2026-03-11T21:07:36.243" v="294" actId="14100"/>
          <ac:spMkLst>
            <pc:docMk/>
            <pc:sldMk cId="0" sldId="34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28.121" v="293" actId="1076"/>
        <pc:sldMkLst>
          <pc:docMk/>
          <pc:sldMk cId="0" sldId="341"/>
        </pc:sldMkLst>
        <pc:spChg chg="mod ord">
          <ac:chgData name="Carey Garback" userId="dc25ffa4-de89-4779-8381-34524c87e417" providerId="ADAL" clId="{6E1D5EB8-13F6-40DF-B512-351F8F358EAF}" dt="2026-03-11T21:07:05.598" v="290" actId="1076"/>
          <ac:spMkLst>
            <pc:docMk/>
            <pc:sldMk cId="0" sldId="34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7:28.121" v="293" actId="1076"/>
          <ac:spMkLst>
            <pc:docMk/>
            <pc:sldMk cId="0" sldId="341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1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49.745" v="296" actId="1076"/>
        <pc:sldMkLst>
          <pc:docMk/>
          <pc:sldMk cId="0" sldId="345"/>
        </pc:sldMkLst>
        <pc:spChg chg="mod ord">
          <ac:chgData name="Carey Garback" userId="dc25ffa4-de89-4779-8381-34524c87e417" providerId="ADAL" clId="{6E1D5EB8-13F6-40DF-B512-351F8F358EAF}" dt="2026-03-11T21:07:49.745" v="296" actId="1076"/>
          <ac:spMkLst>
            <pc:docMk/>
            <pc:sldMk cId="0" sldId="34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5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7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8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0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8:26.903" v="301" actId="14100"/>
        <pc:sldMkLst>
          <pc:docMk/>
          <pc:sldMk cId="0" sldId="351"/>
        </pc:sldMkLst>
        <pc:spChg chg="del">
          <ac:chgData name="Carey Garback" userId="dc25ffa4-de89-4779-8381-34524c87e417" providerId="ADAL" clId="{6E1D5EB8-13F6-40DF-B512-351F8F358EAF}" dt="2026-03-11T21:08:07.410" v="297" actId="478"/>
          <ac:spMkLst>
            <pc:docMk/>
            <pc:sldMk cId="0" sldId="35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6.903" v="301" actId="14100"/>
          <ac:spMkLst>
            <pc:docMk/>
            <pc:sldMk cId="0" sldId="35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08:21.268" v="300" actId="14100"/>
          <ac:grpSpMkLst>
            <pc:docMk/>
            <pc:sldMk cId="0" sldId="351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37.952" v="303" actId="1076"/>
        <pc:sldMkLst>
          <pc:docMk/>
          <pc:sldMk cId="0" sldId="35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37.952" v="303" actId="1076"/>
          <ac:spMkLst>
            <pc:docMk/>
            <pc:sldMk cId="0" sldId="353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4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6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54.612" v="304" actId="14100"/>
        <pc:sldMkLst>
          <pc:docMk/>
          <pc:sldMk cId="0" sldId="359"/>
        </pc:sldMkLst>
        <pc:spChg chg="mod">
          <ac:chgData name="Carey Garback" userId="dc25ffa4-de89-4779-8381-34524c87e417" providerId="ADAL" clId="{6E1D5EB8-13F6-40DF-B512-351F8F358EAF}" dt="2026-03-11T21:08:54.612" v="304" actId="14100"/>
          <ac:spMkLst>
            <pc:docMk/>
            <pc:sldMk cId="0" sldId="359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12.492" v="308" actId="1076"/>
        <pc:sldMkLst>
          <pc:docMk/>
          <pc:sldMk cId="0" sldId="360"/>
        </pc:sldMkLst>
        <pc:spChg chg="del">
          <ac:chgData name="Carey Garback" userId="dc25ffa4-de89-4779-8381-34524c87e417" providerId="ADAL" clId="{6E1D5EB8-13F6-40DF-B512-351F8F358EAF}" dt="2026-03-11T21:08:59.763" v="305" actId="478"/>
          <ac:spMkLst>
            <pc:docMk/>
            <pc:sldMk cId="0" sldId="36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12.492" v="308" actId="1076"/>
          <ac:spMkLst>
            <pc:docMk/>
            <pc:sldMk cId="0" sldId="36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39.136" v="312" actId="1076"/>
        <pc:sldMkLst>
          <pc:docMk/>
          <pc:sldMk cId="0" sldId="368"/>
        </pc:sldMkLst>
        <pc:spChg chg="del">
          <ac:chgData name="Carey Garback" userId="dc25ffa4-de89-4779-8381-34524c87e417" providerId="ADAL" clId="{6E1D5EB8-13F6-40DF-B512-351F8F358EAF}" dt="2026-03-11T21:09:27.923" v="309" actId="478"/>
          <ac:spMkLst>
            <pc:docMk/>
            <pc:sldMk cId="0" sldId="368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9.136" v="312" actId="1076"/>
          <ac:spMkLst>
            <pc:docMk/>
            <pc:sldMk cId="0" sldId="368"/>
            <ac:spMk id="9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0.463" v="314" actId="1076"/>
        <pc:sldMkLst>
          <pc:docMk/>
          <pc:sldMk cId="0" sldId="370"/>
        </pc:sldMkLst>
        <pc:spChg chg="mod ord">
          <ac:chgData name="Carey Garback" userId="dc25ffa4-de89-4779-8381-34524c87e417" providerId="ADAL" clId="{6E1D5EB8-13F6-40DF-B512-351F8F358EAF}" dt="2026-03-11T21:10:00.463" v="314" actId="1076"/>
          <ac:spMkLst>
            <pc:docMk/>
            <pc:sldMk cId="0" sldId="37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8.482" v="315" actId="404"/>
        <pc:sldMkLst>
          <pc:docMk/>
          <pc:sldMk cId="0" sldId="37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0:08.482" v="315" actId="404"/>
          <ac:spMkLst>
            <pc:docMk/>
            <pc:sldMk cId="0" sldId="37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34.473" v="316" actId="14100"/>
        <pc:sldMkLst>
          <pc:docMk/>
          <pc:sldMk cId="0" sldId="3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5"/>
            <ac:spMk id="7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34.473" v="316" actId="14100"/>
          <ac:grpSpMkLst>
            <pc:docMk/>
            <pc:sldMk cId="0" sldId="385"/>
            <ac:grpSpMk id="4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10:41.577" v="317" actId="1076"/>
        <pc:sldMkLst>
          <pc:docMk/>
          <pc:sldMk cId="0" sldId="3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6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41.577" v="317" actId="1076"/>
          <ac:grpSpMkLst>
            <pc:docMk/>
            <pc:sldMk cId="0" sldId="386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7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8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54.298" v="319" actId="1076"/>
        <pc:sldMkLst>
          <pc:docMk/>
          <pc:sldMk cId="0" sldId="389"/>
        </pc:sldMkLst>
        <pc:spChg chg="mod ord">
          <ac:chgData name="Carey Garback" userId="dc25ffa4-de89-4779-8381-34524c87e417" providerId="ADAL" clId="{6E1D5EB8-13F6-40DF-B512-351F8F358EAF}" dt="2026-03-11T21:10:54.298" v="319" actId="1076"/>
          <ac:spMkLst>
            <pc:docMk/>
            <pc:sldMk cId="0" sldId="38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9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03.377" v="321" actId="1076"/>
        <pc:sldMkLst>
          <pc:docMk/>
          <pc:sldMk cId="0" sldId="390"/>
        </pc:sldMkLst>
        <pc:spChg chg="mod ord">
          <ac:chgData name="Carey Garback" userId="dc25ffa4-de89-4779-8381-34524c87e417" providerId="ADAL" clId="{6E1D5EB8-13F6-40DF-B512-351F8F358EAF}" dt="2026-03-11T21:11:03.377" v="321" actId="1076"/>
          <ac:spMkLst>
            <pc:docMk/>
            <pc:sldMk cId="0" sldId="39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36.943" v="329" actId="1076"/>
        <pc:sldMkLst>
          <pc:docMk/>
          <pc:sldMk cId="0" sldId="391"/>
        </pc:sldMkLst>
        <pc:spChg chg="mod ord">
          <ac:chgData name="Carey Garback" userId="dc25ffa4-de89-4779-8381-34524c87e417" providerId="ADAL" clId="{6E1D5EB8-13F6-40DF-B512-351F8F358EAF}" dt="2026-03-11T21:11:36.943" v="329" actId="1076"/>
          <ac:spMkLst>
            <pc:docMk/>
            <pc:sldMk cId="0" sldId="39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1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44.411" v="331" actId="1076"/>
        <pc:sldMkLst>
          <pc:docMk/>
          <pc:sldMk cId="0" sldId="392"/>
        </pc:sldMkLst>
        <pc:spChg chg="mod ord">
          <ac:chgData name="Carey Garback" userId="dc25ffa4-de89-4779-8381-34524c87e417" providerId="ADAL" clId="{6E1D5EB8-13F6-40DF-B512-351F8F358EAF}" dt="2026-03-11T21:11:44.411" v="331" actId="1076"/>
          <ac:spMkLst>
            <pc:docMk/>
            <pc:sldMk cId="0" sldId="39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1.379" v="333" actId="1076"/>
        <pc:sldMkLst>
          <pc:docMk/>
          <pc:sldMk cId="0" sldId="393"/>
        </pc:sldMkLst>
        <pc:spChg chg="mod ord">
          <ac:chgData name="Carey Garback" userId="dc25ffa4-de89-4779-8381-34524c87e417" providerId="ADAL" clId="{6E1D5EB8-13F6-40DF-B512-351F8F358EAF}" dt="2026-03-11T21:11:51.379" v="333" actId="1076"/>
          <ac:spMkLst>
            <pc:docMk/>
            <pc:sldMk cId="0" sldId="39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3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8.779" v="335" actId="1076"/>
        <pc:sldMkLst>
          <pc:docMk/>
          <pc:sldMk cId="0" sldId="394"/>
        </pc:sldMkLst>
        <pc:spChg chg="mod ord">
          <ac:chgData name="Carey Garback" userId="dc25ffa4-de89-4779-8381-34524c87e417" providerId="ADAL" clId="{6E1D5EB8-13F6-40DF-B512-351F8F358EAF}" dt="2026-03-11T21:11:58.779" v="335" actId="1076"/>
          <ac:spMkLst>
            <pc:docMk/>
            <pc:sldMk cId="0" sldId="39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4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13.763" v="364" actId="1035"/>
        <pc:sldMkLst>
          <pc:docMk/>
          <pc:sldMk cId="0" sldId="395"/>
        </pc:sldMkLst>
        <pc:spChg chg="del">
          <ac:chgData name="Carey Garback" userId="dc25ffa4-de89-4779-8381-34524c87e417" providerId="ADAL" clId="{6E1D5EB8-13F6-40DF-B512-351F8F358EAF}" dt="2026-03-11T21:12:02.808" v="336" actId="478"/>
          <ac:spMkLst>
            <pc:docMk/>
            <pc:sldMk cId="0" sldId="395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13.763" v="364" actId="1035"/>
          <ac:spMkLst>
            <pc:docMk/>
            <pc:sldMk cId="0" sldId="395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28.199" v="380" actId="1076"/>
        <pc:sldMkLst>
          <pc:docMk/>
          <pc:sldMk cId="0" sldId="397"/>
        </pc:sldMkLst>
        <pc:spChg chg="mod ord">
          <ac:chgData name="Carey Garback" userId="dc25ffa4-de89-4779-8381-34524c87e417" providerId="ADAL" clId="{6E1D5EB8-13F6-40DF-B512-351F8F358EAF}" dt="2026-03-11T21:13:28.199" v="380" actId="1076"/>
          <ac:spMkLst>
            <pc:docMk/>
            <pc:sldMk cId="0" sldId="397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7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17.096" v="377" actId="1076"/>
        <pc:sldMkLst>
          <pc:docMk/>
          <pc:sldMk cId="0" sldId="398"/>
        </pc:sldMkLst>
        <pc:spChg chg="mod ord">
          <ac:chgData name="Carey Garback" userId="dc25ffa4-de89-4779-8381-34524c87e417" providerId="ADAL" clId="{6E1D5EB8-13F6-40DF-B512-351F8F358EAF}" dt="2026-03-11T21:13:17.096" v="377" actId="1076"/>
          <ac:spMkLst>
            <pc:docMk/>
            <pc:sldMk cId="0" sldId="39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8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06.161" v="384" actId="1076"/>
        <pc:sldMkLst>
          <pc:docMk/>
          <pc:sldMk cId="0" sldId="399"/>
        </pc:sldMkLst>
        <pc:spChg chg="del">
          <ac:chgData name="Carey Garback" userId="dc25ffa4-de89-4779-8381-34524c87e417" providerId="ADAL" clId="{6E1D5EB8-13F6-40DF-B512-351F8F358EAF}" dt="2026-03-11T21:13:38.722" v="381" actId="478"/>
          <ac:spMkLst>
            <pc:docMk/>
            <pc:sldMk cId="0" sldId="39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6.161" v="384" actId="1076"/>
          <ac:spMkLst>
            <pc:docMk/>
            <pc:sldMk cId="0" sldId="399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14.233" v="386" actId="1076"/>
        <pc:sldMkLst>
          <pc:docMk/>
          <pc:sldMk cId="0" sldId="400"/>
        </pc:sldMkLst>
        <pc:spChg chg="del">
          <ac:chgData name="Carey Garback" userId="dc25ffa4-de89-4779-8381-34524c87e417" providerId="ADAL" clId="{6E1D5EB8-13F6-40DF-B512-351F8F358EAF}" dt="2026-03-11T21:13:42.561" v="382" actId="478"/>
          <ac:spMkLst>
            <pc:docMk/>
            <pc:sldMk cId="0" sldId="40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4.233" v="386" actId="1076"/>
          <ac:spMkLst>
            <pc:docMk/>
            <pc:sldMk cId="0" sldId="400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22.529" v="388" actId="1076"/>
        <pc:sldMkLst>
          <pc:docMk/>
          <pc:sldMk cId="0" sldId="401"/>
        </pc:sldMkLst>
        <pc:spChg chg="mod ord">
          <ac:chgData name="Carey Garback" userId="dc25ffa4-de89-4779-8381-34524c87e417" providerId="ADAL" clId="{6E1D5EB8-13F6-40DF-B512-351F8F358EAF}" dt="2026-03-11T21:14:22.529" v="388" actId="1076"/>
          <ac:spMkLst>
            <pc:docMk/>
            <pc:sldMk cId="0" sldId="40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31.769" v="389" actId="207"/>
        <pc:sldMkLst>
          <pc:docMk/>
          <pc:sldMk cId="0" sldId="403"/>
        </pc:sldMkLst>
        <pc:spChg chg="mod ord">
          <ac:chgData name="Carey Garback" userId="dc25ffa4-de89-4779-8381-34524c87e417" providerId="ADAL" clId="{6E1D5EB8-13F6-40DF-B512-351F8F358EAF}" dt="2026-03-11T21:14:31.769" v="389" actId="207"/>
          <ac:spMkLst>
            <pc:docMk/>
            <pc:sldMk cId="0" sldId="40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34.989" v="395" actId="14100"/>
        <pc:sldMkLst>
          <pc:docMk/>
          <pc:sldMk cId="0" sldId="409"/>
        </pc:sldMkLst>
        <pc:spChg chg="mod ord">
          <ac:chgData name="Carey Garback" userId="dc25ffa4-de89-4779-8381-34524c87e417" providerId="ADAL" clId="{6E1D5EB8-13F6-40DF-B512-351F8F358EAF}" dt="2026-03-11T21:15:34.989" v="395" actId="14100"/>
          <ac:spMkLst>
            <pc:docMk/>
            <pc:sldMk cId="0" sldId="40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46.035" v="396" actId="207"/>
        <pc:sldMkLst>
          <pc:docMk/>
          <pc:sldMk cId="0" sldId="414"/>
        </pc:sldMkLst>
        <pc:spChg chg="mod ord">
          <ac:chgData name="Carey Garback" userId="dc25ffa4-de89-4779-8381-34524c87e417" providerId="ADAL" clId="{6E1D5EB8-13F6-40DF-B512-351F8F358EAF}" dt="2026-03-11T21:15:46.035" v="396" actId="207"/>
          <ac:spMkLst>
            <pc:docMk/>
            <pc:sldMk cId="0" sldId="41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6:43.044" v="427" actId="1076"/>
        <pc:sldMkLst>
          <pc:docMk/>
          <pc:sldMk cId="0" sldId="423"/>
        </pc:sldMkLst>
        <pc:spChg chg="mod ord">
          <ac:chgData name="Carey Garback" userId="dc25ffa4-de89-4779-8381-34524c87e417" providerId="ADAL" clId="{6E1D5EB8-13F6-40DF-B512-351F8F358EAF}" dt="2026-03-11T21:16:43.044" v="427" actId="1076"/>
          <ac:spMkLst>
            <pc:docMk/>
            <pc:sldMk cId="0" sldId="423"/>
            <ac:spMk id="2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09.192" v="428" actId="478"/>
        <pc:sldMkLst>
          <pc:docMk/>
          <pc:sldMk cId="0" sldId="42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4"/>
            <ac:spMk id="3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09.192" v="428" actId="478"/>
          <ac:spMkLst>
            <pc:docMk/>
            <pc:sldMk cId="0" sldId="424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14.370" v="429" actId="478"/>
        <pc:sldMkLst>
          <pc:docMk/>
          <pc:sldMk cId="0" sldId="42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5"/>
            <ac:spMk id="5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14.370" v="429" actId="478"/>
          <ac:spMkLst>
            <pc:docMk/>
            <pc:sldMk cId="0" sldId="425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3"/>
            <ac:spMk id="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4" creationId="{00000000-0000-0000-0000-000000000000}"/>
          </ac:spMkLst>
        </pc:spChg>
      </pc:sldChg>
      <pc:sldMasterChg chg="del delSldLayout">
        <pc:chgData name="Carey Garback" userId="dc25ffa4-de89-4779-8381-34524c87e417" providerId="ADAL" clId="{6E1D5EB8-13F6-40DF-B512-351F8F358EAF}" dt="2026-03-11T20:48:42.898" v="27" actId="700"/>
        <pc:sldMasterMkLst>
          <pc:docMk/>
          <pc:sldMasterMk cId="3235924352" sldId="2147483660"/>
        </pc:sldMasterMkLst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1035141377" sldId="2147483661"/>
          </pc:sldLayoutMkLst>
        </pc:sldLayoutChg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4027653642" sldId="2147483662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49:21.684" v="28" actId="700"/>
        <pc:sldMasterMkLst>
          <pc:docMk/>
          <pc:sldMasterMk cId="923368649" sldId="2147483666"/>
        </pc:sldMasterMkLst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141453576" sldId="2147483667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456915426" sldId="2147483668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2183310103" sldId="214748366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1401809999" sldId="2147483679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09978897" sldId="2147483680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15061967" sldId="2147483681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1914343070" sldId="214748368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365608168" sldId="2147483683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917995300" sldId="2147483685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57960484" sldId="2147483686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738163252" sldId="2147483687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3981737369" sldId="214748368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36164671" sldId="214748368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4040483893" sldId="2147483691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62507525" sldId="214748369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3087094166" sldId="2147483693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500174963" sldId="2147483695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833956046" sldId="2147483697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345404786" sldId="214748369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048282712" sldId="2147483699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843714748" sldId="2147483701"/>
          </pc:sldLayoutMkLst>
        </pc:sldLayoutChg>
      </pc:sldMasterChg>
      <pc:sldMasterChg chg="new mod addSldLayout">
        <pc:chgData name="Carey Garback" userId="dc25ffa4-de89-4779-8381-34524c87e417" providerId="ADAL" clId="{6E1D5EB8-13F6-40DF-B512-351F8F358EAF}" dt="2026-03-11T20:45:54.864" v="0" actId="6938"/>
        <pc:sldMasterMkLst>
          <pc:docMk/>
          <pc:sldMasterMk cId="3768917275" sldId="2147483702"/>
        </pc:sldMasterMkLst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4122042031" sldId="2147483703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9336987" sldId="2147483704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999859724" sldId="2147483705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046803670" sldId="2147483706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27527939" sldId="2147483707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568196630" sldId="2147483708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38423179" sldId="2147483709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639641599" sldId="2147483710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727792376" sldId="2147483711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1994235" sldId="2147483712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774246442" sldId="214748371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C2648E-2733-4EC8-BEDA-1577DE2D3D01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CA796C-48E4-4AB2-BF9A-20773E9CD2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432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19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7974270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20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2168916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21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40063603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22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42059141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23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5361542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24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5544660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25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17485379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26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10155992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CA380C-F67F-EFBA-3B70-375AF924B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61943-3342-4554-8403-118C8C1529D5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4AFDB8-8FC5-F48F-B4AE-DA7846B5D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2BEB7-8480-87E5-785A-0C311E8BB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423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99939909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95542D-E5F5-D09D-EEA0-06051D45B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12CF76-9965-422C-D7AA-934E02A1E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C11D16-F5A9-231C-545E-6906C5F1D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F61943-3342-4554-8403-118C8C1529D5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8B990-6EF6-E39E-EF31-38B044D069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0DDA7-C73D-4678-0FED-6404D4AF2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917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5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6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luetooth.com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List_of_Bluetooth_protocols" TargetMode="External"/><Relationship Id="rId4" Type="http://schemas.openxmlformats.org/officeDocument/2006/relationships/hyperlink" Target="https://en.wikipedia.org/wiki/Bluetooth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elevenpaths.com/labstools/dirtytooth-para-raspberry-pi-2/index.html" TargetMode="External"/><Relationship Id="rId3" Type="http://schemas.openxmlformats.org/officeDocument/2006/relationships/hyperlink" Target="https://www.armis.com/blueborne/" TargetMode="External"/><Relationship Id="rId7" Type="http://schemas.openxmlformats.org/officeDocument/2006/relationships/hyperlink" Target="http://www.dirtytooth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airodump.net/bluetooth-security-vulnerabilities/" TargetMode="External"/><Relationship Id="rId11" Type="http://schemas.openxmlformats.org/officeDocument/2006/relationships/hyperlink" Target="https://www.sans.org/reading-room/whitepapers/wireless/bluetooth-inherent-security-issues-945" TargetMode="External"/><Relationship Id="rId5" Type="http://schemas.openxmlformats.org/officeDocument/2006/relationships/hyperlink" Target="https://en.wikipedia.org/wiki/Bluesnarfing" TargetMode="External"/><Relationship Id="rId10" Type="http://schemas.openxmlformats.org/officeDocument/2006/relationships/hyperlink" Target="https://csrc.nist.gov/csrc/media/publications/sp/800-121/rev-2/draft/documents/sp800_121_r2_draft.pdf" TargetMode="External"/><Relationship Id="rId4" Type="http://schemas.openxmlformats.org/officeDocument/2006/relationships/hyperlink" Target="https://en.wikipedia.org/wiki/Bluejacking" TargetMode="External"/><Relationship Id="rId9" Type="http://schemas.openxmlformats.org/officeDocument/2006/relationships/hyperlink" Target="http://cve.mitre.org/cgi-bin/cvekey.cgi?keyword=bluetooth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fte.com/products/sodera.aspx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ellisys.com/products/bex400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icrosoft.com/en-us/store/p/bluetooth-analyzer/9wzdncrdhhw6?activetab=pivot:overviewtab" TargetMode="External"/><Relationship Id="rId7" Type="http://schemas.openxmlformats.org/officeDocument/2006/relationships/hyperlink" Target="https://github.com/greatscottgadgets/ubertooth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hakshop.com/products/ubertooth-one" TargetMode="External"/><Relationship Id="rId5" Type="http://schemas.openxmlformats.org/officeDocument/2006/relationships/hyperlink" Target="http://www.greatscottgadgets.com/ubertoothone/" TargetMode="External"/><Relationship Id="rId4" Type="http://schemas.openxmlformats.org/officeDocument/2006/relationships/hyperlink" Target="https://www.nirsoft.net/utils/bluetooth_viewer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2" descr="Image result for small bluetooth log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4416" y="1172245"/>
            <a:ext cx="4912116" cy="4698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Image result for bluetooth 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1430" y="159320"/>
            <a:ext cx="1258318" cy="1258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164756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118873" y="1774081"/>
            <a:ext cx="4588511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1.</a:t>
            </a:r>
            <a:r>
              <a:rPr spc="-200" dirty="0"/>
              <a:t> </a:t>
            </a:r>
            <a:r>
              <a:rPr spc="-55" dirty="0"/>
              <a:t>Getting</a:t>
            </a:r>
            <a:r>
              <a:rPr spc="-195" dirty="0"/>
              <a:t> </a:t>
            </a:r>
            <a:r>
              <a:rPr spc="-40" dirty="0"/>
              <a:t>Started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2803474"/>
            <a:ext cx="6352540" cy="293362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Follow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lab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manual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log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into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virtual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machine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connect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Bluetooth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adapter!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algn="just" defTabSz="914400" eaLnBrk="1" fontAlgn="auto" latinLnBrk="0" hangingPunct="1">
              <a:lnSpc>
                <a:spcPts val="259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1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begin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hands-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portion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training,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we’ll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start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connecting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training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platforms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configuring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Bluetooth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adapter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1435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We’ll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start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off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making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sure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adapter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running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page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scan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inquiry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scan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see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nearby</a:t>
            </a:r>
            <a:r>
              <a:rPr kumimoji="0" sz="2400" b="0" i="0" u="none" strike="noStrike" kern="0" cap="none" spc="-10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devices.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pic>
        <p:nvPicPr>
          <p:cNvPr id="4" name="object 4" descr="Text  Description automatically generated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56247" y="950975"/>
            <a:ext cx="5516880" cy="5061204"/>
          </a:xfrm>
          <a:prstGeom prst="rect">
            <a:avLst/>
          </a:prstGeom>
        </p:spPr>
      </p:pic>
      <p:sp>
        <p:nvSpPr>
          <p:cNvPr id="5" name="object 2" descr="$PPTXTitle">
            <a:extLst>
              <a:ext uri="{FF2B5EF4-FFF2-40B4-BE49-F238E27FC236}">
                <a16:creationId xmlns:a16="http://schemas.microsoft.com/office/drawing/2014/main" id="{0A99B574-4EB3-874B-D372-0652085B8A06}"/>
              </a:ext>
            </a:extLst>
          </p:cNvPr>
          <p:cNvSpPr txBox="1"/>
          <p:nvPr/>
        </p:nvSpPr>
        <p:spPr>
          <a:xfrm>
            <a:off x="78739" y="0"/>
            <a:ext cx="9940672" cy="804772"/>
          </a:xfrm>
          <a:prstGeom prst="rect">
            <a:avLst/>
          </a:prstGeom>
        </p:spPr>
        <p:txBody>
          <a:bodyPr vert="horz" wrap="square" lIns="0" tIns="200025" rIns="0" bIns="0" rtlCol="0">
            <a:spAutoFit/>
          </a:bodyPr>
          <a:lstStyle/>
          <a:p>
            <a:pPr marL="12700" marR="5080" lvl="0" indent="142875" algn="ctr" defTabSz="914400" eaLnBrk="1" fontAlgn="auto" latinLnBrk="0" hangingPunct="1">
              <a:lnSpc>
                <a:spcPts val="5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600" b="1" i="0" u="none" strike="noStrike" kern="0" cap="none" spc="-4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Bluetooth</a:t>
            </a:r>
            <a:r>
              <a:rPr kumimoji="0" sz="3600" b="1" i="0" u="none" strike="noStrike" kern="0" cap="none" spc="-409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sz="3600" b="1" i="0" u="none" strike="noStrike" kern="0" cap="none" spc="-1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</a:t>
            </a:r>
            <a:r>
              <a:rPr kumimoji="0" sz="3600" b="1" i="0" u="none" strike="noStrike" kern="0" cap="none" spc="-7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Hands-</a:t>
            </a:r>
            <a:r>
              <a:rPr kumimoji="0" sz="3600" b="1" i="0" u="none" strike="noStrike" kern="0" cap="none" spc="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</a:t>
            </a:r>
            <a:r>
              <a:rPr kumimoji="0" sz="3600" b="1" i="0" u="none" strike="noStrike" kern="0" cap="none" spc="-19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sz="3600" b="1" i="0" u="none" strike="noStrike" kern="0" cap="none" spc="-6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Exercises</a:t>
            </a:r>
            <a:r>
              <a:rPr lang="en-US" sz="3600" b="1" kern="0" spc="-65" dirty="0">
                <a:solidFill>
                  <a:srgbClr val="25252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Slides 1-17</a:t>
            </a:r>
            <a:endParaRPr kumimoji="0" sz="3600" b="1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2.</a:t>
            </a:r>
            <a:r>
              <a:rPr spc="-190" dirty="0"/>
              <a:t> </a:t>
            </a:r>
            <a:r>
              <a:rPr spc="-55" dirty="0"/>
              <a:t>Bluetooth</a:t>
            </a:r>
            <a:r>
              <a:rPr spc="-190" dirty="0"/>
              <a:t> </a:t>
            </a:r>
            <a:r>
              <a:rPr spc="-35" dirty="0"/>
              <a:t>Scanning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782571"/>
            <a:ext cx="5621020" cy="2392680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325755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good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any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type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security assessment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searching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nearby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algn="just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know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have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area.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thing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have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find</a:t>
            </a:r>
            <a:r>
              <a:rPr kumimoji="0" sz="2400" b="0" i="1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4798517"/>
            <a:ext cx="5446395" cy="1050290"/>
          </a:xfrm>
          <a:prstGeom prst="rect">
            <a:avLst/>
          </a:prstGeom>
        </p:spPr>
        <p:txBody>
          <a:bodyPr vert="horz" wrap="square" lIns="0" tIns="4953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90000"/>
              </a:lnSpc>
              <a:spcBef>
                <a:spcPts val="39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Scanning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proximity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will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find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it’s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0292842" y="3375405"/>
            <a:ext cx="770255" cy="1440815"/>
            <a:chOff x="10292842" y="3375405"/>
            <a:chExt cx="770255" cy="1440815"/>
          </a:xfrm>
        </p:grpSpPr>
        <p:sp>
          <p:nvSpPr>
            <p:cNvPr id="6" name="object 6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378713" y="0"/>
                  </a:moveTo>
                  <a:lnTo>
                    <a:pt x="0" y="378714"/>
                  </a:lnTo>
                  <a:lnTo>
                    <a:pt x="189356" y="378714"/>
                  </a:lnTo>
                  <a:lnTo>
                    <a:pt x="189356" y="1427988"/>
                  </a:lnTo>
                  <a:lnTo>
                    <a:pt x="568071" y="1427988"/>
                  </a:lnTo>
                  <a:lnTo>
                    <a:pt x="568071" y="378714"/>
                  </a:lnTo>
                  <a:lnTo>
                    <a:pt x="757427" y="378714"/>
                  </a:lnTo>
                  <a:lnTo>
                    <a:pt x="378713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189356" y="1427988"/>
                  </a:moveTo>
                  <a:lnTo>
                    <a:pt x="189356" y="378714"/>
                  </a:lnTo>
                  <a:lnTo>
                    <a:pt x="0" y="378714"/>
                  </a:lnTo>
                  <a:lnTo>
                    <a:pt x="378713" y="0"/>
                  </a:lnTo>
                  <a:lnTo>
                    <a:pt x="757427" y="378714"/>
                  </a:lnTo>
                  <a:lnTo>
                    <a:pt x="568071" y="378714"/>
                  </a:lnTo>
                  <a:lnTo>
                    <a:pt x="568071" y="1427988"/>
                  </a:lnTo>
                  <a:lnTo>
                    <a:pt x="189356" y="1427988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0571606" y="3990933"/>
            <a:ext cx="254000" cy="40195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USB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8328218" y="1107470"/>
            <a:ext cx="1367790" cy="2837180"/>
            <a:chOff x="8328218" y="1107470"/>
            <a:chExt cx="1367790" cy="2837180"/>
          </a:xfrm>
        </p:grpSpPr>
        <p:sp>
          <p:nvSpPr>
            <p:cNvPr id="10" name="object 10"/>
            <p:cNvSpPr/>
            <p:nvPr/>
          </p:nvSpPr>
          <p:spPr>
            <a:xfrm>
              <a:off x="8328218" y="1229257"/>
              <a:ext cx="1367790" cy="2715260"/>
            </a:xfrm>
            <a:custGeom>
              <a:avLst/>
              <a:gdLst/>
              <a:ahLst/>
              <a:cxnLst/>
              <a:rect l="l" t="t" r="r" b="b"/>
              <a:pathLst>
                <a:path w="1367790" h="2715260">
                  <a:moveTo>
                    <a:pt x="764036" y="1591707"/>
                  </a:moveTo>
                  <a:lnTo>
                    <a:pt x="571260" y="1591707"/>
                  </a:lnTo>
                  <a:lnTo>
                    <a:pt x="571260" y="2715246"/>
                  </a:lnTo>
                  <a:lnTo>
                    <a:pt x="1036790" y="2250399"/>
                  </a:lnTo>
                  <a:lnTo>
                    <a:pt x="764036" y="2250399"/>
                  </a:lnTo>
                  <a:lnTo>
                    <a:pt x="764036" y="1591707"/>
                  </a:lnTo>
                  <a:close/>
                </a:path>
                <a:path w="1367790" h="2715260">
                  <a:moveTo>
                    <a:pt x="1037457" y="1590099"/>
                  </a:moveTo>
                  <a:lnTo>
                    <a:pt x="764036" y="1590099"/>
                  </a:lnTo>
                  <a:lnTo>
                    <a:pt x="1094647" y="1920249"/>
                  </a:lnTo>
                  <a:lnTo>
                    <a:pt x="764036" y="2250399"/>
                  </a:lnTo>
                  <a:lnTo>
                    <a:pt x="1036790" y="2250399"/>
                  </a:lnTo>
                  <a:lnTo>
                    <a:pt x="1367425" y="1920249"/>
                  </a:lnTo>
                  <a:lnTo>
                    <a:pt x="1037457" y="1590099"/>
                  </a:lnTo>
                  <a:close/>
                </a:path>
                <a:path w="1367790" h="2715260">
                  <a:moveTo>
                    <a:pt x="136228" y="688375"/>
                  </a:moveTo>
                  <a:lnTo>
                    <a:pt x="0" y="824678"/>
                  </a:lnTo>
                  <a:lnTo>
                    <a:pt x="532704" y="1357676"/>
                  </a:lnTo>
                  <a:lnTo>
                    <a:pt x="0" y="1890674"/>
                  </a:lnTo>
                  <a:lnTo>
                    <a:pt x="136228" y="2026977"/>
                  </a:lnTo>
                  <a:lnTo>
                    <a:pt x="571260" y="1591707"/>
                  </a:lnTo>
                  <a:lnTo>
                    <a:pt x="764036" y="1591707"/>
                  </a:lnTo>
                  <a:lnTo>
                    <a:pt x="764036" y="1590099"/>
                  </a:lnTo>
                  <a:lnTo>
                    <a:pt x="1037457" y="1590099"/>
                  </a:lnTo>
                  <a:lnTo>
                    <a:pt x="805161" y="1357676"/>
                  </a:lnTo>
                  <a:lnTo>
                    <a:pt x="1036493" y="1126217"/>
                  </a:lnTo>
                  <a:lnTo>
                    <a:pt x="764036" y="1126217"/>
                  </a:lnTo>
                  <a:lnTo>
                    <a:pt x="764036" y="1123646"/>
                  </a:lnTo>
                  <a:lnTo>
                    <a:pt x="571260" y="1123646"/>
                  </a:lnTo>
                  <a:lnTo>
                    <a:pt x="136228" y="688375"/>
                  </a:lnTo>
                  <a:close/>
                </a:path>
                <a:path w="1367790" h="2715260">
                  <a:moveTo>
                    <a:pt x="1036834" y="464953"/>
                  </a:moveTo>
                  <a:lnTo>
                    <a:pt x="764036" y="464953"/>
                  </a:lnTo>
                  <a:lnTo>
                    <a:pt x="1094647" y="795103"/>
                  </a:lnTo>
                  <a:lnTo>
                    <a:pt x="764036" y="1126217"/>
                  </a:lnTo>
                  <a:lnTo>
                    <a:pt x="1036493" y="1126217"/>
                  </a:lnTo>
                  <a:lnTo>
                    <a:pt x="1367425" y="795103"/>
                  </a:lnTo>
                  <a:lnTo>
                    <a:pt x="1036834" y="464953"/>
                  </a:lnTo>
                  <a:close/>
                </a:path>
                <a:path w="1367790" h="2715260">
                  <a:moveTo>
                    <a:pt x="571259" y="0"/>
                  </a:moveTo>
                  <a:lnTo>
                    <a:pt x="571260" y="1123646"/>
                  </a:lnTo>
                  <a:lnTo>
                    <a:pt x="764036" y="1123646"/>
                  </a:lnTo>
                  <a:lnTo>
                    <a:pt x="764036" y="464953"/>
                  </a:lnTo>
                  <a:lnTo>
                    <a:pt x="1036834" y="464953"/>
                  </a:lnTo>
                  <a:lnTo>
                    <a:pt x="571259" y="0"/>
                  </a:lnTo>
                  <a:close/>
                </a:path>
              </a:pathLst>
            </a:custGeom>
            <a:solidFill>
              <a:srgbClr val="455FD5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720652" y="1107470"/>
              <a:ext cx="237818" cy="238126"/>
            </a:xfrm>
            <a:prstGeom prst="rect">
              <a:avLst/>
            </a:prstGeom>
          </p:spPr>
        </p:pic>
      </p:grpSp>
      <p:sp>
        <p:nvSpPr>
          <p:cNvPr id="12" name="object 12"/>
          <p:cNvSpPr/>
          <p:nvPr/>
        </p:nvSpPr>
        <p:spPr>
          <a:xfrm>
            <a:off x="10219840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0219840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0219840" y="285136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10219840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0219840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10219840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11034235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11034235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11034235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1034235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11034235" y="285136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11034235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10691953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10880798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1078637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10597530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1040868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10503107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9945179" y="3288313"/>
            <a:ext cx="1449705" cy="2417445"/>
            <a:chOff x="9945179" y="3288313"/>
            <a:chExt cx="1449705" cy="2417445"/>
          </a:xfrm>
        </p:grpSpPr>
        <p:sp>
          <p:nvSpPr>
            <p:cNvPr id="31" name="object 31"/>
            <p:cNvSpPr/>
            <p:nvPr/>
          </p:nvSpPr>
          <p:spPr>
            <a:xfrm>
              <a:off x="10408679" y="3288322"/>
              <a:ext cx="519430" cy="83185"/>
            </a:xfrm>
            <a:custGeom>
              <a:avLst/>
              <a:gdLst/>
              <a:ahLst/>
              <a:cxnLst/>
              <a:rect l="l" t="t" r="r" b="b"/>
              <a:pathLst>
                <a:path w="519429" h="83185">
                  <a:moveTo>
                    <a:pt x="47218" y="82664"/>
                  </a:moveTo>
                  <a:lnTo>
                    <a:pt x="47205" y="0"/>
                  </a:lnTo>
                  <a:lnTo>
                    <a:pt x="0" y="0"/>
                  </a:lnTo>
                  <a:lnTo>
                    <a:pt x="0" y="82664"/>
                  </a:lnTo>
                  <a:lnTo>
                    <a:pt x="47218" y="82664"/>
                  </a:lnTo>
                  <a:close/>
                </a:path>
                <a:path w="519429" h="83185">
                  <a:moveTo>
                    <a:pt x="141630" y="0"/>
                  </a:moveTo>
                  <a:lnTo>
                    <a:pt x="94424" y="0"/>
                  </a:lnTo>
                  <a:lnTo>
                    <a:pt x="94424" y="82664"/>
                  </a:lnTo>
                  <a:lnTo>
                    <a:pt x="141630" y="82664"/>
                  </a:lnTo>
                  <a:lnTo>
                    <a:pt x="141630" y="0"/>
                  </a:lnTo>
                  <a:close/>
                </a:path>
                <a:path w="519429" h="83185">
                  <a:moveTo>
                    <a:pt x="236054" y="0"/>
                  </a:moveTo>
                  <a:lnTo>
                    <a:pt x="188849" y="0"/>
                  </a:lnTo>
                  <a:lnTo>
                    <a:pt x="188849" y="82664"/>
                  </a:lnTo>
                  <a:lnTo>
                    <a:pt x="236054" y="82664"/>
                  </a:lnTo>
                  <a:lnTo>
                    <a:pt x="236054" y="0"/>
                  </a:lnTo>
                  <a:close/>
                </a:path>
                <a:path w="519429" h="83185">
                  <a:moveTo>
                    <a:pt x="330479" y="0"/>
                  </a:moveTo>
                  <a:lnTo>
                    <a:pt x="283273" y="0"/>
                  </a:lnTo>
                  <a:lnTo>
                    <a:pt x="283273" y="82664"/>
                  </a:lnTo>
                  <a:lnTo>
                    <a:pt x="330479" y="82664"/>
                  </a:lnTo>
                  <a:lnTo>
                    <a:pt x="330479" y="0"/>
                  </a:lnTo>
                  <a:close/>
                </a:path>
                <a:path w="519429" h="83185">
                  <a:moveTo>
                    <a:pt x="424903" y="0"/>
                  </a:moveTo>
                  <a:lnTo>
                    <a:pt x="377685" y="0"/>
                  </a:lnTo>
                  <a:lnTo>
                    <a:pt x="377685" y="82664"/>
                  </a:lnTo>
                  <a:lnTo>
                    <a:pt x="424903" y="82664"/>
                  </a:lnTo>
                  <a:lnTo>
                    <a:pt x="424903" y="0"/>
                  </a:lnTo>
                  <a:close/>
                </a:path>
                <a:path w="519429" h="83185">
                  <a:moveTo>
                    <a:pt x="519328" y="0"/>
                  </a:moveTo>
                  <a:lnTo>
                    <a:pt x="472109" y="0"/>
                  </a:lnTo>
                  <a:lnTo>
                    <a:pt x="472109" y="82664"/>
                  </a:lnTo>
                  <a:lnTo>
                    <a:pt x="519328" y="82664"/>
                  </a:lnTo>
                  <a:lnTo>
                    <a:pt x="519328" y="0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9945179" y="4724136"/>
              <a:ext cx="1449705" cy="981075"/>
            </a:xfrm>
            <a:custGeom>
              <a:avLst/>
              <a:gdLst/>
              <a:ahLst/>
              <a:cxnLst/>
              <a:rect l="l" t="t" r="r" b="b"/>
              <a:pathLst>
                <a:path w="1449704" h="981075">
                  <a:moveTo>
                    <a:pt x="1364122" y="0"/>
                  </a:moveTo>
                  <a:lnTo>
                    <a:pt x="85257" y="0"/>
                  </a:lnTo>
                  <a:lnTo>
                    <a:pt x="52153" y="6731"/>
                  </a:lnTo>
                  <a:lnTo>
                    <a:pt x="25044" y="25058"/>
                  </a:lnTo>
                  <a:lnTo>
                    <a:pt x="6727" y="52182"/>
                  </a:lnTo>
                  <a:lnTo>
                    <a:pt x="0" y="85304"/>
                  </a:lnTo>
                  <a:lnTo>
                    <a:pt x="0" y="981002"/>
                  </a:lnTo>
                  <a:lnTo>
                    <a:pt x="1449380" y="981002"/>
                  </a:lnTo>
                  <a:lnTo>
                    <a:pt x="1449380" y="853045"/>
                  </a:lnTo>
                  <a:lnTo>
                    <a:pt x="127886" y="853045"/>
                  </a:lnTo>
                  <a:lnTo>
                    <a:pt x="127886" y="127956"/>
                  </a:lnTo>
                  <a:lnTo>
                    <a:pt x="1449380" y="127956"/>
                  </a:lnTo>
                  <a:lnTo>
                    <a:pt x="1449380" y="85304"/>
                  </a:lnTo>
                  <a:lnTo>
                    <a:pt x="1442652" y="52182"/>
                  </a:lnTo>
                  <a:lnTo>
                    <a:pt x="1424335" y="25058"/>
                  </a:lnTo>
                  <a:lnTo>
                    <a:pt x="1397226" y="6731"/>
                  </a:lnTo>
                  <a:lnTo>
                    <a:pt x="1364122" y="0"/>
                  </a:lnTo>
                  <a:close/>
                </a:path>
                <a:path w="1449704" h="981075">
                  <a:moveTo>
                    <a:pt x="1449380" y="127956"/>
                  </a:moveTo>
                  <a:lnTo>
                    <a:pt x="1321493" y="127956"/>
                  </a:lnTo>
                  <a:lnTo>
                    <a:pt x="1321493" y="853045"/>
                  </a:lnTo>
                  <a:lnTo>
                    <a:pt x="1449380" y="853045"/>
                  </a:lnTo>
                  <a:lnTo>
                    <a:pt x="1449380" y="12795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33" name="object 33"/>
          <p:cNvSpPr/>
          <p:nvPr/>
        </p:nvSpPr>
        <p:spPr>
          <a:xfrm>
            <a:off x="10349662" y="2603372"/>
            <a:ext cx="637540" cy="638175"/>
          </a:xfrm>
          <a:custGeom>
            <a:avLst/>
            <a:gdLst/>
            <a:ahLst/>
            <a:cxnLst/>
            <a:rect l="l" t="t" r="r" b="b"/>
            <a:pathLst>
              <a:path w="637540" h="638175">
                <a:moveTo>
                  <a:pt x="472122" y="165341"/>
                </a:moveTo>
                <a:lnTo>
                  <a:pt x="165239" y="165341"/>
                </a:lnTo>
                <a:lnTo>
                  <a:pt x="165239" y="472376"/>
                </a:lnTo>
                <a:lnTo>
                  <a:pt x="472122" y="472376"/>
                </a:lnTo>
                <a:lnTo>
                  <a:pt x="472122" y="165341"/>
                </a:lnTo>
                <a:close/>
              </a:path>
              <a:path w="637540" h="638175">
                <a:moveTo>
                  <a:pt x="637362" y="47244"/>
                </a:moveTo>
                <a:lnTo>
                  <a:pt x="633641" y="28854"/>
                </a:lnTo>
                <a:lnTo>
                  <a:pt x="623531" y="13843"/>
                </a:lnTo>
                <a:lnTo>
                  <a:pt x="608520" y="3721"/>
                </a:lnTo>
                <a:lnTo>
                  <a:pt x="590143" y="0"/>
                </a:lnTo>
                <a:lnTo>
                  <a:pt x="519328" y="0"/>
                </a:lnTo>
                <a:lnTo>
                  <a:pt x="519328" y="118097"/>
                </a:lnTo>
                <a:lnTo>
                  <a:pt x="519328" y="519620"/>
                </a:lnTo>
                <a:lnTo>
                  <a:pt x="118033" y="519620"/>
                </a:lnTo>
                <a:lnTo>
                  <a:pt x="118033" y="118097"/>
                </a:lnTo>
                <a:lnTo>
                  <a:pt x="519328" y="118097"/>
                </a:lnTo>
                <a:lnTo>
                  <a:pt x="519328" y="0"/>
                </a:lnTo>
                <a:lnTo>
                  <a:pt x="47218" y="0"/>
                </a:lnTo>
                <a:lnTo>
                  <a:pt x="28841" y="3721"/>
                </a:lnTo>
                <a:lnTo>
                  <a:pt x="13830" y="13843"/>
                </a:lnTo>
                <a:lnTo>
                  <a:pt x="3708" y="28854"/>
                </a:lnTo>
                <a:lnTo>
                  <a:pt x="0" y="47244"/>
                </a:lnTo>
                <a:lnTo>
                  <a:pt x="0" y="590473"/>
                </a:lnTo>
                <a:lnTo>
                  <a:pt x="3708" y="608863"/>
                </a:lnTo>
                <a:lnTo>
                  <a:pt x="13830" y="623874"/>
                </a:lnTo>
                <a:lnTo>
                  <a:pt x="28841" y="633996"/>
                </a:lnTo>
                <a:lnTo>
                  <a:pt x="47218" y="637705"/>
                </a:lnTo>
                <a:lnTo>
                  <a:pt x="590143" y="637705"/>
                </a:lnTo>
                <a:lnTo>
                  <a:pt x="608520" y="633996"/>
                </a:lnTo>
                <a:lnTo>
                  <a:pt x="623531" y="623874"/>
                </a:lnTo>
                <a:lnTo>
                  <a:pt x="633641" y="608863"/>
                </a:lnTo>
                <a:lnTo>
                  <a:pt x="637362" y="590473"/>
                </a:lnTo>
                <a:lnTo>
                  <a:pt x="637362" y="519620"/>
                </a:lnTo>
                <a:lnTo>
                  <a:pt x="637362" y="118097"/>
                </a:lnTo>
                <a:lnTo>
                  <a:pt x="637362" y="47244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7106526" y="4510887"/>
            <a:ext cx="953135" cy="853440"/>
          </a:xfrm>
          <a:custGeom>
            <a:avLst/>
            <a:gdLst/>
            <a:ahLst/>
            <a:cxnLst/>
            <a:rect l="l" t="t" r="r" b="b"/>
            <a:pathLst>
              <a:path w="953134" h="853439">
                <a:moveTo>
                  <a:pt x="716153" y="511822"/>
                </a:moveTo>
                <a:lnTo>
                  <a:pt x="713028" y="465683"/>
                </a:lnTo>
                <a:lnTo>
                  <a:pt x="703922" y="421386"/>
                </a:lnTo>
                <a:lnTo>
                  <a:pt x="689254" y="379336"/>
                </a:lnTo>
                <a:lnTo>
                  <a:pt x="669429" y="339953"/>
                </a:lnTo>
                <a:lnTo>
                  <a:pt x="644867" y="303644"/>
                </a:lnTo>
                <a:lnTo>
                  <a:pt x="615975" y="270840"/>
                </a:lnTo>
                <a:lnTo>
                  <a:pt x="583196" y="241935"/>
                </a:lnTo>
                <a:lnTo>
                  <a:pt x="546912" y="217360"/>
                </a:lnTo>
                <a:lnTo>
                  <a:pt x="507542" y="197523"/>
                </a:lnTo>
                <a:lnTo>
                  <a:pt x="465518" y="182841"/>
                </a:lnTo>
                <a:lnTo>
                  <a:pt x="421246" y="173736"/>
                </a:lnTo>
                <a:lnTo>
                  <a:pt x="375132" y="170599"/>
                </a:lnTo>
                <a:lnTo>
                  <a:pt x="329018" y="173736"/>
                </a:lnTo>
                <a:lnTo>
                  <a:pt x="284734" y="182841"/>
                </a:lnTo>
                <a:lnTo>
                  <a:pt x="242709" y="197523"/>
                </a:lnTo>
                <a:lnTo>
                  <a:pt x="203352" y="217360"/>
                </a:lnTo>
                <a:lnTo>
                  <a:pt x="167068" y="241935"/>
                </a:lnTo>
                <a:lnTo>
                  <a:pt x="134277" y="270840"/>
                </a:lnTo>
                <a:lnTo>
                  <a:pt x="105397" y="303644"/>
                </a:lnTo>
                <a:lnTo>
                  <a:pt x="80835" y="339953"/>
                </a:lnTo>
                <a:lnTo>
                  <a:pt x="61010" y="379336"/>
                </a:lnTo>
                <a:lnTo>
                  <a:pt x="46329" y="421386"/>
                </a:lnTo>
                <a:lnTo>
                  <a:pt x="37223" y="465683"/>
                </a:lnTo>
                <a:lnTo>
                  <a:pt x="34099" y="511822"/>
                </a:lnTo>
                <a:lnTo>
                  <a:pt x="37223" y="557961"/>
                </a:lnTo>
                <a:lnTo>
                  <a:pt x="46329" y="602259"/>
                </a:lnTo>
                <a:lnTo>
                  <a:pt x="61010" y="644309"/>
                </a:lnTo>
                <a:lnTo>
                  <a:pt x="80835" y="683691"/>
                </a:lnTo>
                <a:lnTo>
                  <a:pt x="105397" y="720001"/>
                </a:lnTo>
                <a:lnTo>
                  <a:pt x="134277" y="752805"/>
                </a:lnTo>
                <a:lnTo>
                  <a:pt x="167068" y="781710"/>
                </a:lnTo>
                <a:lnTo>
                  <a:pt x="203352" y="806284"/>
                </a:lnTo>
                <a:lnTo>
                  <a:pt x="242709" y="826109"/>
                </a:lnTo>
                <a:lnTo>
                  <a:pt x="284734" y="840790"/>
                </a:lnTo>
                <a:lnTo>
                  <a:pt x="329018" y="849909"/>
                </a:lnTo>
                <a:lnTo>
                  <a:pt x="375132" y="853033"/>
                </a:lnTo>
                <a:lnTo>
                  <a:pt x="390042" y="853033"/>
                </a:lnTo>
                <a:lnTo>
                  <a:pt x="396443" y="850912"/>
                </a:lnTo>
                <a:lnTo>
                  <a:pt x="396443" y="746404"/>
                </a:lnTo>
                <a:lnTo>
                  <a:pt x="397243" y="732015"/>
                </a:lnTo>
                <a:lnTo>
                  <a:pt x="409232" y="688822"/>
                </a:lnTo>
                <a:lnTo>
                  <a:pt x="439343" y="649643"/>
                </a:lnTo>
                <a:lnTo>
                  <a:pt x="483831" y="624852"/>
                </a:lnTo>
                <a:lnTo>
                  <a:pt x="714032" y="548081"/>
                </a:lnTo>
                <a:lnTo>
                  <a:pt x="715264" y="538810"/>
                </a:lnTo>
                <a:lnTo>
                  <a:pt x="715899" y="529945"/>
                </a:lnTo>
                <a:lnTo>
                  <a:pt x="716127" y="521081"/>
                </a:lnTo>
                <a:lnTo>
                  <a:pt x="716153" y="511822"/>
                </a:lnTo>
                <a:close/>
              </a:path>
              <a:path w="953134" h="853439">
                <a:moveTo>
                  <a:pt x="952754" y="426516"/>
                </a:moveTo>
                <a:lnTo>
                  <a:pt x="949388" y="409956"/>
                </a:lnTo>
                <a:lnTo>
                  <a:pt x="940231" y="396392"/>
                </a:lnTo>
                <a:lnTo>
                  <a:pt x="926668" y="387235"/>
                </a:lnTo>
                <a:lnTo>
                  <a:pt x="910120" y="383870"/>
                </a:lnTo>
                <a:lnTo>
                  <a:pt x="871753" y="383870"/>
                </a:lnTo>
                <a:lnTo>
                  <a:pt x="857275" y="337680"/>
                </a:lnTo>
                <a:lnTo>
                  <a:pt x="838657" y="293433"/>
                </a:lnTo>
                <a:lnTo>
                  <a:pt x="816114" y="251358"/>
                </a:lnTo>
                <a:lnTo>
                  <a:pt x="789889" y="211696"/>
                </a:lnTo>
                <a:lnTo>
                  <a:pt x="760209" y="174688"/>
                </a:lnTo>
                <a:lnTo>
                  <a:pt x="727290" y="140563"/>
                </a:lnTo>
                <a:lnTo>
                  <a:pt x="691375" y="109562"/>
                </a:lnTo>
                <a:lnTo>
                  <a:pt x="657428" y="85293"/>
                </a:lnTo>
                <a:lnTo>
                  <a:pt x="611466" y="57873"/>
                </a:lnTo>
                <a:lnTo>
                  <a:pt x="567918" y="37668"/>
                </a:lnTo>
                <a:lnTo>
                  <a:pt x="522274" y="21539"/>
                </a:lnTo>
                <a:lnTo>
                  <a:pt x="474789" y="9728"/>
                </a:lnTo>
                <a:lnTo>
                  <a:pt x="426224" y="2552"/>
                </a:lnTo>
                <a:lnTo>
                  <a:pt x="427367" y="2552"/>
                </a:lnTo>
                <a:lnTo>
                  <a:pt x="375132" y="0"/>
                </a:lnTo>
                <a:lnTo>
                  <a:pt x="323811" y="2552"/>
                </a:lnTo>
                <a:lnTo>
                  <a:pt x="273913" y="10058"/>
                </a:lnTo>
                <a:lnTo>
                  <a:pt x="225679" y="22263"/>
                </a:lnTo>
                <a:lnTo>
                  <a:pt x="179298" y="38912"/>
                </a:lnTo>
                <a:lnTo>
                  <a:pt x="135026" y="59766"/>
                </a:lnTo>
                <a:lnTo>
                  <a:pt x="93078" y="84569"/>
                </a:lnTo>
                <a:lnTo>
                  <a:pt x="53670" y="113068"/>
                </a:lnTo>
                <a:lnTo>
                  <a:pt x="17043" y="145008"/>
                </a:lnTo>
                <a:lnTo>
                  <a:pt x="0" y="179133"/>
                </a:lnTo>
                <a:lnTo>
                  <a:pt x="3327" y="195529"/>
                </a:lnTo>
                <a:lnTo>
                  <a:pt x="3352" y="195694"/>
                </a:lnTo>
                <a:lnTo>
                  <a:pt x="12522" y="209257"/>
                </a:lnTo>
                <a:lnTo>
                  <a:pt x="26073" y="218414"/>
                </a:lnTo>
                <a:lnTo>
                  <a:pt x="42621" y="221780"/>
                </a:lnTo>
                <a:lnTo>
                  <a:pt x="51777" y="220980"/>
                </a:lnTo>
                <a:lnTo>
                  <a:pt x="59944" y="218592"/>
                </a:lnTo>
                <a:lnTo>
                  <a:pt x="66903" y="214591"/>
                </a:lnTo>
                <a:lnTo>
                  <a:pt x="72466" y="208991"/>
                </a:lnTo>
                <a:lnTo>
                  <a:pt x="107911" y="177965"/>
                </a:lnTo>
                <a:lnTo>
                  <a:pt x="146443" y="150888"/>
                </a:lnTo>
                <a:lnTo>
                  <a:pt x="187782" y="128079"/>
                </a:lnTo>
                <a:lnTo>
                  <a:pt x="231622" y="109804"/>
                </a:lnTo>
                <a:lnTo>
                  <a:pt x="277660" y="96393"/>
                </a:lnTo>
                <a:lnTo>
                  <a:pt x="325589" y="88125"/>
                </a:lnTo>
                <a:lnTo>
                  <a:pt x="375132" y="85293"/>
                </a:lnTo>
                <a:lnTo>
                  <a:pt x="421411" y="87807"/>
                </a:lnTo>
                <a:lnTo>
                  <a:pt x="466280" y="95186"/>
                </a:lnTo>
                <a:lnTo>
                  <a:pt x="509498" y="107137"/>
                </a:lnTo>
                <a:lnTo>
                  <a:pt x="550773" y="123418"/>
                </a:lnTo>
                <a:lnTo>
                  <a:pt x="589851" y="143751"/>
                </a:lnTo>
                <a:lnTo>
                  <a:pt x="626465" y="167868"/>
                </a:lnTo>
                <a:lnTo>
                  <a:pt x="660361" y="195529"/>
                </a:lnTo>
                <a:lnTo>
                  <a:pt x="691248" y="226441"/>
                </a:lnTo>
                <a:lnTo>
                  <a:pt x="718883" y="260337"/>
                </a:lnTo>
                <a:lnTo>
                  <a:pt x="743000" y="296976"/>
                </a:lnTo>
                <a:lnTo>
                  <a:pt x="763320" y="336080"/>
                </a:lnTo>
                <a:lnTo>
                  <a:pt x="779589" y="377380"/>
                </a:lnTo>
                <a:lnTo>
                  <a:pt x="791540" y="420611"/>
                </a:lnTo>
                <a:lnTo>
                  <a:pt x="798906" y="465518"/>
                </a:lnTo>
                <a:lnTo>
                  <a:pt x="801420" y="511822"/>
                </a:lnTo>
                <a:lnTo>
                  <a:pt x="801420" y="609917"/>
                </a:lnTo>
                <a:lnTo>
                  <a:pt x="556298" y="690956"/>
                </a:lnTo>
                <a:lnTo>
                  <a:pt x="548309" y="687832"/>
                </a:lnTo>
                <a:lnTo>
                  <a:pt x="540321" y="685101"/>
                </a:lnTo>
                <a:lnTo>
                  <a:pt x="532320" y="683158"/>
                </a:lnTo>
                <a:lnTo>
                  <a:pt x="524332" y="682434"/>
                </a:lnTo>
                <a:lnTo>
                  <a:pt x="499046" y="687324"/>
                </a:lnTo>
                <a:lnTo>
                  <a:pt x="478764" y="700824"/>
                </a:lnTo>
                <a:lnTo>
                  <a:pt x="465277" y="721118"/>
                </a:lnTo>
                <a:lnTo>
                  <a:pt x="460387" y="746404"/>
                </a:lnTo>
                <a:lnTo>
                  <a:pt x="465277" y="771702"/>
                </a:lnTo>
                <a:lnTo>
                  <a:pt x="478764" y="791997"/>
                </a:lnTo>
                <a:lnTo>
                  <a:pt x="499046" y="805484"/>
                </a:lnTo>
                <a:lnTo>
                  <a:pt x="524332" y="810387"/>
                </a:lnTo>
                <a:lnTo>
                  <a:pt x="542950" y="807681"/>
                </a:lnTo>
                <a:lnTo>
                  <a:pt x="559765" y="799985"/>
                </a:lnTo>
                <a:lnTo>
                  <a:pt x="573786" y="787895"/>
                </a:lnTo>
                <a:lnTo>
                  <a:pt x="584009" y="771994"/>
                </a:lnTo>
                <a:lnTo>
                  <a:pt x="826998" y="690956"/>
                </a:lnTo>
                <a:lnTo>
                  <a:pt x="922909" y="658977"/>
                </a:lnTo>
                <a:lnTo>
                  <a:pt x="950480" y="631977"/>
                </a:lnTo>
                <a:lnTo>
                  <a:pt x="952754" y="618451"/>
                </a:lnTo>
                <a:lnTo>
                  <a:pt x="952754" y="426516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6799600" y="4637278"/>
            <a:ext cx="4850765" cy="1494790"/>
            <a:chOff x="6799600" y="4637278"/>
            <a:chExt cx="4850765" cy="1494790"/>
          </a:xfrm>
        </p:grpSpPr>
        <p:sp>
          <p:nvSpPr>
            <p:cNvPr id="36" name="object 36"/>
            <p:cNvSpPr/>
            <p:nvPr/>
          </p:nvSpPr>
          <p:spPr>
            <a:xfrm>
              <a:off x="9689406" y="5790443"/>
              <a:ext cx="1961514" cy="128270"/>
            </a:xfrm>
            <a:custGeom>
              <a:avLst/>
              <a:gdLst/>
              <a:ahLst/>
              <a:cxnLst/>
              <a:rect l="l" t="t" r="r" b="b"/>
              <a:pathLst>
                <a:path w="1961515" h="128270">
                  <a:moveTo>
                    <a:pt x="1960926" y="0"/>
                  </a:moveTo>
                  <a:lnTo>
                    <a:pt x="1108349" y="0"/>
                  </a:lnTo>
                  <a:lnTo>
                    <a:pt x="1106817" y="30056"/>
                  </a:lnTo>
                  <a:lnTo>
                    <a:pt x="1095760" y="41119"/>
                  </a:lnTo>
                  <a:lnTo>
                    <a:pt x="865165" y="41119"/>
                  </a:lnTo>
                  <a:lnTo>
                    <a:pt x="854108" y="30056"/>
                  </a:lnTo>
                  <a:lnTo>
                    <a:pt x="852576" y="0"/>
                  </a:lnTo>
                  <a:lnTo>
                    <a:pt x="0" y="0"/>
                  </a:lnTo>
                  <a:lnTo>
                    <a:pt x="0" y="42652"/>
                  </a:lnTo>
                  <a:lnTo>
                    <a:pt x="6727" y="75774"/>
                  </a:lnTo>
                  <a:lnTo>
                    <a:pt x="25044" y="102898"/>
                  </a:lnTo>
                  <a:lnTo>
                    <a:pt x="52153" y="121225"/>
                  </a:lnTo>
                  <a:lnTo>
                    <a:pt x="85257" y="127956"/>
                  </a:lnTo>
                  <a:lnTo>
                    <a:pt x="1875668" y="127956"/>
                  </a:lnTo>
                  <a:lnTo>
                    <a:pt x="1908772" y="121225"/>
                  </a:lnTo>
                  <a:lnTo>
                    <a:pt x="1935881" y="102898"/>
                  </a:lnTo>
                  <a:lnTo>
                    <a:pt x="1954198" y="75774"/>
                  </a:lnTo>
                  <a:lnTo>
                    <a:pt x="1960926" y="42652"/>
                  </a:lnTo>
                  <a:lnTo>
                    <a:pt x="196092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6799600" y="5449225"/>
              <a:ext cx="1364615" cy="682625"/>
            </a:xfrm>
            <a:custGeom>
              <a:avLst/>
              <a:gdLst/>
              <a:ahLst/>
              <a:cxnLst/>
              <a:rect l="l" t="t" r="r" b="b"/>
              <a:pathLst>
                <a:path w="1364615" h="682625">
                  <a:moveTo>
                    <a:pt x="682061" y="0"/>
                  </a:moveTo>
                  <a:lnTo>
                    <a:pt x="588277" y="5371"/>
                  </a:lnTo>
                  <a:lnTo>
                    <a:pt x="494494" y="20220"/>
                  </a:lnTo>
                  <a:lnTo>
                    <a:pt x="400710" y="42652"/>
                  </a:lnTo>
                  <a:lnTo>
                    <a:pt x="349630" y="58793"/>
                  </a:lnTo>
                  <a:lnTo>
                    <a:pt x="249260" y="99281"/>
                  </a:lnTo>
                  <a:lnTo>
                    <a:pt x="154259" y="148723"/>
                  </a:lnTo>
                  <a:lnTo>
                    <a:pt x="68206" y="204730"/>
                  </a:lnTo>
                  <a:lnTo>
                    <a:pt x="39564" y="233254"/>
                  </a:lnTo>
                  <a:lnTo>
                    <a:pt x="18117" y="266576"/>
                  </a:lnTo>
                  <a:lnTo>
                    <a:pt x="4662" y="303097"/>
                  </a:lnTo>
                  <a:lnTo>
                    <a:pt x="0" y="341218"/>
                  </a:lnTo>
                  <a:lnTo>
                    <a:pt x="0" y="682436"/>
                  </a:lnTo>
                  <a:lnTo>
                    <a:pt x="1364122" y="682436"/>
                  </a:lnTo>
                  <a:lnTo>
                    <a:pt x="1364122" y="341218"/>
                  </a:lnTo>
                  <a:lnTo>
                    <a:pt x="1359459" y="303097"/>
                  </a:lnTo>
                  <a:lnTo>
                    <a:pt x="1346005" y="266576"/>
                  </a:lnTo>
                  <a:lnTo>
                    <a:pt x="1324557" y="233254"/>
                  </a:lnTo>
                  <a:lnTo>
                    <a:pt x="1295916" y="204730"/>
                  </a:lnTo>
                  <a:lnTo>
                    <a:pt x="1254232" y="173369"/>
                  </a:lnTo>
                  <a:lnTo>
                    <a:pt x="1209863" y="144992"/>
                  </a:lnTo>
                  <a:lnTo>
                    <a:pt x="1163257" y="119451"/>
                  </a:lnTo>
                  <a:lnTo>
                    <a:pt x="1114861" y="96595"/>
                  </a:lnTo>
                  <a:lnTo>
                    <a:pt x="1014491" y="58345"/>
                  </a:lnTo>
                  <a:lnTo>
                    <a:pt x="920072" y="30606"/>
                  </a:lnTo>
                  <a:lnTo>
                    <a:pt x="829130" y="11729"/>
                  </a:lnTo>
                  <a:lnTo>
                    <a:pt x="732505" y="1382"/>
                  </a:lnTo>
                  <a:lnTo>
                    <a:pt x="682061" y="0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1012698" y="0"/>
                  </a:moveTo>
                  <a:lnTo>
                    <a:pt x="1012698" y="336423"/>
                  </a:lnTo>
                  <a:lnTo>
                    <a:pt x="0" y="336423"/>
                  </a:lnTo>
                  <a:lnTo>
                    <a:pt x="0" y="1009269"/>
                  </a:lnTo>
                  <a:lnTo>
                    <a:pt x="1012698" y="1009269"/>
                  </a:lnTo>
                  <a:lnTo>
                    <a:pt x="1012698" y="1345692"/>
                  </a:lnTo>
                  <a:lnTo>
                    <a:pt x="1685544" y="672846"/>
                  </a:lnTo>
                  <a:lnTo>
                    <a:pt x="1012698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0" y="336423"/>
                  </a:moveTo>
                  <a:lnTo>
                    <a:pt x="1012698" y="336423"/>
                  </a:lnTo>
                  <a:lnTo>
                    <a:pt x="1012698" y="0"/>
                  </a:lnTo>
                  <a:lnTo>
                    <a:pt x="1685544" y="672846"/>
                  </a:lnTo>
                  <a:lnTo>
                    <a:pt x="1012698" y="1345692"/>
                  </a:lnTo>
                  <a:lnTo>
                    <a:pt x="1012698" y="1009269"/>
                  </a:lnTo>
                  <a:lnTo>
                    <a:pt x="0" y="1009269"/>
                  </a:lnTo>
                  <a:lnTo>
                    <a:pt x="0" y="336423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8680831" y="5152771"/>
            <a:ext cx="3505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VM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8423153" y="16519"/>
            <a:ext cx="827405" cy="976630"/>
          </a:xfrm>
          <a:custGeom>
            <a:avLst/>
            <a:gdLst/>
            <a:ahLst/>
            <a:cxnLst/>
            <a:rect l="l" t="t" r="r" b="b"/>
            <a:pathLst>
              <a:path w="827404" h="976630">
                <a:moveTo>
                  <a:pt x="413607" y="0"/>
                </a:moveTo>
                <a:lnTo>
                  <a:pt x="365394" y="2857"/>
                </a:lnTo>
                <a:lnTo>
                  <a:pt x="318390" y="11108"/>
                </a:lnTo>
                <a:lnTo>
                  <a:pt x="273482" y="24413"/>
                </a:lnTo>
                <a:lnTo>
                  <a:pt x="230956" y="42452"/>
                </a:lnTo>
                <a:lnTo>
                  <a:pt x="191101" y="64901"/>
                </a:lnTo>
                <a:lnTo>
                  <a:pt x="154203" y="91440"/>
                </a:lnTo>
                <a:lnTo>
                  <a:pt x="120551" y="121745"/>
                </a:lnTo>
                <a:lnTo>
                  <a:pt x="90432" y="155496"/>
                </a:lnTo>
                <a:lnTo>
                  <a:pt x="64133" y="192369"/>
                </a:lnTo>
                <a:lnTo>
                  <a:pt x="41941" y="232043"/>
                </a:lnTo>
                <a:lnTo>
                  <a:pt x="24144" y="274196"/>
                </a:lnTo>
                <a:lnTo>
                  <a:pt x="11030" y="318506"/>
                </a:lnTo>
                <a:lnTo>
                  <a:pt x="2886" y="364651"/>
                </a:lnTo>
                <a:lnTo>
                  <a:pt x="0" y="412309"/>
                </a:lnTo>
                <a:lnTo>
                  <a:pt x="194567" y="412309"/>
                </a:lnTo>
                <a:lnTo>
                  <a:pt x="200340" y="362109"/>
                </a:lnTo>
                <a:lnTo>
                  <a:pt x="216797" y="316026"/>
                </a:lnTo>
                <a:lnTo>
                  <a:pt x="242624" y="275374"/>
                </a:lnTo>
                <a:lnTo>
                  <a:pt x="276507" y="241468"/>
                </a:lnTo>
                <a:lnTo>
                  <a:pt x="317133" y="215622"/>
                </a:lnTo>
                <a:lnTo>
                  <a:pt x="363189" y="199150"/>
                </a:lnTo>
                <a:lnTo>
                  <a:pt x="413360" y="193368"/>
                </a:lnTo>
                <a:lnTo>
                  <a:pt x="463532" y="199150"/>
                </a:lnTo>
                <a:lnTo>
                  <a:pt x="509588" y="215619"/>
                </a:lnTo>
                <a:lnTo>
                  <a:pt x="550216" y="241462"/>
                </a:lnTo>
                <a:lnTo>
                  <a:pt x="584102" y="275366"/>
                </a:lnTo>
                <a:lnTo>
                  <a:pt x="609934" y="316015"/>
                </a:lnTo>
                <a:lnTo>
                  <a:pt x="626398" y="362096"/>
                </a:lnTo>
                <a:lnTo>
                  <a:pt x="632181" y="412295"/>
                </a:lnTo>
                <a:lnTo>
                  <a:pt x="627639" y="456691"/>
                </a:lnTo>
                <a:lnTo>
                  <a:pt x="614450" y="498627"/>
                </a:lnTo>
                <a:lnTo>
                  <a:pt x="593272" y="536916"/>
                </a:lnTo>
                <a:lnTo>
                  <a:pt x="564761" y="570371"/>
                </a:lnTo>
                <a:lnTo>
                  <a:pt x="529574" y="597804"/>
                </a:lnTo>
                <a:lnTo>
                  <a:pt x="487585" y="626929"/>
                </a:lnTo>
                <a:lnTo>
                  <a:pt x="449609" y="660257"/>
                </a:lnTo>
                <a:lnTo>
                  <a:pt x="415884" y="697367"/>
                </a:lnTo>
                <a:lnTo>
                  <a:pt x="386646" y="737843"/>
                </a:lnTo>
                <a:lnTo>
                  <a:pt x="362131" y="781264"/>
                </a:lnTo>
                <a:lnTo>
                  <a:pt x="342576" y="827213"/>
                </a:lnTo>
                <a:lnTo>
                  <a:pt x="328218" y="875271"/>
                </a:lnTo>
                <a:lnTo>
                  <a:pt x="319293" y="925020"/>
                </a:lnTo>
                <a:lnTo>
                  <a:pt x="316037" y="976040"/>
                </a:lnTo>
                <a:lnTo>
                  <a:pt x="510604" y="976040"/>
                </a:lnTo>
                <a:lnTo>
                  <a:pt x="516629" y="924554"/>
                </a:lnTo>
                <a:lnTo>
                  <a:pt x="532686" y="876090"/>
                </a:lnTo>
                <a:lnTo>
                  <a:pt x="557985" y="832023"/>
                </a:lnTo>
                <a:lnTo>
                  <a:pt x="591738" y="793730"/>
                </a:lnTo>
                <a:lnTo>
                  <a:pt x="671794" y="735263"/>
                </a:lnTo>
                <a:lnTo>
                  <a:pt x="706603" y="704122"/>
                </a:lnTo>
                <a:lnTo>
                  <a:pt x="737390" y="669565"/>
                </a:lnTo>
                <a:lnTo>
                  <a:pt x="763962" y="631992"/>
                </a:lnTo>
                <a:lnTo>
                  <a:pt x="786126" y="591803"/>
                </a:lnTo>
                <a:lnTo>
                  <a:pt x="803691" y="549399"/>
                </a:lnTo>
                <a:lnTo>
                  <a:pt x="816463" y="505179"/>
                </a:lnTo>
                <a:lnTo>
                  <a:pt x="824250" y="459544"/>
                </a:lnTo>
                <a:lnTo>
                  <a:pt x="826860" y="412893"/>
                </a:lnTo>
                <a:lnTo>
                  <a:pt x="824100" y="365628"/>
                </a:lnTo>
                <a:lnTo>
                  <a:pt x="815734" y="318034"/>
                </a:lnTo>
                <a:lnTo>
                  <a:pt x="802237" y="272686"/>
                </a:lnTo>
                <a:lnTo>
                  <a:pt x="783954" y="229855"/>
                </a:lnTo>
                <a:lnTo>
                  <a:pt x="761229" y="189814"/>
                </a:lnTo>
                <a:lnTo>
                  <a:pt x="734406" y="152837"/>
                </a:lnTo>
                <a:lnTo>
                  <a:pt x="703829" y="119195"/>
                </a:lnTo>
                <a:lnTo>
                  <a:pt x="669843" y="89161"/>
                </a:lnTo>
                <a:lnTo>
                  <a:pt x="632792" y="63008"/>
                </a:lnTo>
                <a:lnTo>
                  <a:pt x="593020" y="41009"/>
                </a:lnTo>
                <a:lnTo>
                  <a:pt x="550871" y="23436"/>
                </a:lnTo>
                <a:lnTo>
                  <a:pt x="506690" y="10561"/>
                </a:lnTo>
                <a:lnTo>
                  <a:pt x="460821" y="2658"/>
                </a:lnTo>
                <a:lnTo>
                  <a:pt x="413607" y="0"/>
                </a:lnTo>
                <a:close/>
              </a:path>
            </a:pathLst>
          </a:custGeom>
          <a:solidFill>
            <a:srgbClr val="8FAADC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6495557" y="1548345"/>
            <a:ext cx="946150" cy="1212850"/>
            <a:chOff x="6495557" y="1548345"/>
            <a:chExt cx="946150" cy="1212850"/>
          </a:xfrm>
        </p:grpSpPr>
        <p:sp>
          <p:nvSpPr>
            <p:cNvPr id="43" name="object 43"/>
            <p:cNvSpPr/>
            <p:nvPr/>
          </p:nvSpPr>
          <p:spPr>
            <a:xfrm>
              <a:off x="6495557" y="1548345"/>
              <a:ext cx="826769" cy="945515"/>
            </a:xfrm>
            <a:custGeom>
              <a:avLst/>
              <a:gdLst/>
              <a:ahLst/>
              <a:cxnLst/>
              <a:rect l="l" t="t" r="r" b="b"/>
              <a:pathLst>
                <a:path w="826770" h="945514">
                  <a:moveTo>
                    <a:pt x="199800" y="59288"/>
                  </a:moveTo>
                  <a:lnTo>
                    <a:pt x="160002" y="86640"/>
                  </a:lnTo>
                  <a:lnTo>
                    <a:pt x="124025" y="117985"/>
                  </a:lnTo>
                  <a:lnTo>
                    <a:pt x="92454" y="152575"/>
                  </a:lnTo>
                  <a:lnTo>
                    <a:pt x="65367" y="189985"/>
                  </a:lnTo>
                  <a:lnTo>
                    <a:pt x="42845" y="229793"/>
                  </a:lnTo>
                  <a:lnTo>
                    <a:pt x="24968" y="271572"/>
                  </a:lnTo>
                  <a:lnTo>
                    <a:pt x="11815" y="314900"/>
                  </a:lnTo>
                  <a:lnTo>
                    <a:pt x="3465" y="359352"/>
                  </a:lnTo>
                  <a:lnTo>
                    <a:pt x="0" y="404505"/>
                  </a:lnTo>
                  <a:lnTo>
                    <a:pt x="1497" y="449933"/>
                  </a:lnTo>
                  <a:lnTo>
                    <a:pt x="8038" y="495212"/>
                  </a:lnTo>
                  <a:lnTo>
                    <a:pt x="19701" y="539919"/>
                  </a:lnTo>
                  <a:lnTo>
                    <a:pt x="36567" y="583630"/>
                  </a:lnTo>
                  <a:lnTo>
                    <a:pt x="58715" y="625919"/>
                  </a:lnTo>
                  <a:lnTo>
                    <a:pt x="225279" y="525408"/>
                  </a:lnTo>
                  <a:lnTo>
                    <a:pt x="204289" y="479451"/>
                  </a:lnTo>
                  <a:lnTo>
                    <a:pt x="194571" y="431499"/>
                  </a:lnTo>
                  <a:lnTo>
                    <a:pt x="195680" y="383356"/>
                  </a:lnTo>
                  <a:lnTo>
                    <a:pt x="207171" y="336826"/>
                  </a:lnTo>
                  <a:lnTo>
                    <a:pt x="228598" y="293713"/>
                  </a:lnTo>
                  <a:lnTo>
                    <a:pt x="259516" y="255821"/>
                  </a:lnTo>
                  <a:lnTo>
                    <a:pt x="299480" y="224952"/>
                  </a:lnTo>
                  <a:lnTo>
                    <a:pt x="345417" y="203984"/>
                  </a:lnTo>
                  <a:lnTo>
                    <a:pt x="393353" y="194291"/>
                  </a:lnTo>
                  <a:lnTo>
                    <a:pt x="441483" y="195427"/>
                  </a:lnTo>
                  <a:lnTo>
                    <a:pt x="488006" y="206945"/>
                  </a:lnTo>
                  <a:lnTo>
                    <a:pt x="531119" y="228400"/>
                  </a:lnTo>
                  <a:lnTo>
                    <a:pt x="569018" y="259344"/>
                  </a:lnTo>
                  <a:lnTo>
                    <a:pt x="599902" y="299330"/>
                  </a:lnTo>
                  <a:lnTo>
                    <a:pt x="618947" y="339682"/>
                  </a:lnTo>
                  <a:lnTo>
                    <a:pt x="629320" y="382396"/>
                  </a:lnTo>
                  <a:lnTo>
                    <a:pt x="630970" y="426115"/>
                  </a:lnTo>
                  <a:lnTo>
                    <a:pt x="623845" y="469483"/>
                  </a:lnTo>
                  <a:lnTo>
                    <a:pt x="607894" y="511145"/>
                  </a:lnTo>
                  <a:lnTo>
                    <a:pt x="586994" y="557769"/>
                  </a:lnTo>
                  <a:lnTo>
                    <a:pt x="571701" y="605917"/>
                  </a:lnTo>
                  <a:lnTo>
                    <a:pt x="562001" y="655109"/>
                  </a:lnTo>
                  <a:lnTo>
                    <a:pt x="557880" y="704863"/>
                  </a:lnTo>
                  <a:lnTo>
                    <a:pt x="559324" y="754699"/>
                  </a:lnTo>
                  <a:lnTo>
                    <a:pt x="566320" y="804136"/>
                  </a:lnTo>
                  <a:lnTo>
                    <a:pt x="578855" y="852695"/>
                  </a:lnTo>
                  <a:lnTo>
                    <a:pt x="596913" y="899894"/>
                  </a:lnTo>
                  <a:lnTo>
                    <a:pt x="620483" y="945253"/>
                  </a:lnTo>
                  <a:lnTo>
                    <a:pt x="787046" y="844742"/>
                  </a:lnTo>
                  <a:lnTo>
                    <a:pt x="765607" y="797554"/>
                  </a:lnTo>
                  <a:lnTo>
                    <a:pt x="754317" y="747770"/>
                  </a:lnTo>
                  <a:lnTo>
                    <a:pt x="753210" y="696976"/>
                  </a:lnTo>
                  <a:lnTo>
                    <a:pt x="762324" y="646759"/>
                  </a:lnTo>
                  <a:lnTo>
                    <a:pt x="800654" y="555350"/>
                  </a:lnTo>
                  <a:lnTo>
                    <a:pt x="814366" y="510709"/>
                  </a:lnTo>
                  <a:lnTo>
                    <a:pt x="822870" y="465222"/>
                  </a:lnTo>
                  <a:lnTo>
                    <a:pt x="826208" y="419330"/>
                  </a:lnTo>
                  <a:lnTo>
                    <a:pt x="824421" y="373476"/>
                  </a:lnTo>
                  <a:lnTo>
                    <a:pt x="817552" y="328101"/>
                  </a:lnTo>
                  <a:lnTo>
                    <a:pt x="805642" y="283647"/>
                  </a:lnTo>
                  <a:lnTo>
                    <a:pt x="788734" y="240558"/>
                  </a:lnTo>
                  <a:lnTo>
                    <a:pt x="766870" y="199273"/>
                  </a:lnTo>
                  <a:lnTo>
                    <a:pt x="740090" y="160236"/>
                  </a:lnTo>
                  <a:lnTo>
                    <a:pt x="708342" y="123814"/>
                  </a:lnTo>
                  <a:lnTo>
                    <a:pt x="673361" y="91965"/>
                  </a:lnTo>
                  <a:lnTo>
                    <a:pt x="635583" y="64744"/>
                  </a:lnTo>
                  <a:lnTo>
                    <a:pt x="595445" y="42206"/>
                  </a:lnTo>
                  <a:lnTo>
                    <a:pt x="553380" y="24407"/>
                  </a:lnTo>
                  <a:lnTo>
                    <a:pt x="509825" y="11402"/>
                  </a:lnTo>
                  <a:lnTo>
                    <a:pt x="465216" y="3248"/>
                  </a:lnTo>
                  <a:lnTo>
                    <a:pt x="419987" y="0"/>
                  </a:lnTo>
                  <a:lnTo>
                    <a:pt x="374575" y="1712"/>
                  </a:lnTo>
                  <a:lnTo>
                    <a:pt x="329414" y="8442"/>
                  </a:lnTo>
                  <a:lnTo>
                    <a:pt x="284941" y="20244"/>
                  </a:lnTo>
                  <a:lnTo>
                    <a:pt x="241591" y="37174"/>
                  </a:lnTo>
                  <a:lnTo>
                    <a:pt x="199800" y="5928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4" name="object 44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204056" y="2524452"/>
              <a:ext cx="237644" cy="236460"/>
            </a:xfrm>
            <a:prstGeom prst="rect">
              <a:avLst/>
            </a:prstGeom>
          </p:spPr>
        </p:pic>
      </p:grpSp>
      <p:grpSp>
        <p:nvGrpSpPr>
          <p:cNvPr id="45" name="object 45"/>
          <p:cNvGrpSpPr/>
          <p:nvPr/>
        </p:nvGrpSpPr>
        <p:grpSpPr>
          <a:xfrm>
            <a:off x="6173587" y="3026172"/>
            <a:ext cx="907415" cy="1234440"/>
            <a:chOff x="6173587" y="3026172"/>
            <a:chExt cx="907415" cy="1234440"/>
          </a:xfrm>
        </p:grpSpPr>
        <p:sp>
          <p:nvSpPr>
            <p:cNvPr id="46" name="object 46"/>
            <p:cNvSpPr/>
            <p:nvPr/>
          </p:nvSpPr>
          <p:spPr>
            <a:xfrm>
              <a:off x="6173587" y="3026172"/>
              <a:ext cx="826135" cy="956310"/>
            </a:xfrm>
            <a:custGeom>
              <a:avLst/>
              <a:gdLst/>
              <a:ahLst/>
              <a:cxnLst/>
              <a:rect l="l" t="t" r="r" b="b"/>
              <a:pathLst>
                <a:path w="826134" h="956310">
                  <a:moveTo>
                    <a:pt x="219729" y="47762"/>
                  </a:moveTo>
                  <a:lnTo>
                    <a:pt x="178471" y="72858"/>
                  </a:lnTo>
                  <a:lnTo>
                    <a:pt x="140806" y="102153"/>
                  </a:lnTo>
                  <a:lnTo>
                    <a:pt x="107359" y="134932"/>
                  </a:lnTo>
                  <a:lnTo>
                    <a:pt x="78233" y="170778"/>
                  </a:lnTo>
                  <a:lnTo>
                    <a:pt x="53531" y="209270"/>
                  </a:lnTo>
                  <a:lnTo>
                    <a:pt x="33357" y="249991"/>
                  </a:lnTo>
                  <a:lnTo>
                    <a:pt x="17814" y="292520"/>
                  </a:lnTo>
                  <a:lnTo>
                    <a:pt x="7004" y="336438"/>
                  </a:lnTo>
                  <a:lnTo>
                    <a:pt x="1032" y="381328"/>
                  </a:lnTo>
                  <a:lnTo>
                    <a:pt x="0" y="426769"/>
                  </a:lnTo>
                  <a:lnTo>
                    <a:pt x="4011" y="472342"/>
                  </a:lnTo>
                  <a:lnTo>
                    <a:pt x="13169" y="517629"/>
                  </a:lnTo>
                  <a:lnTo>
                    <a:pt x="27577" y="562210"/>
                  </a:lnTo>
                  <a:lnTo>
                    <a:pt x="47338" y="605666"/>
                  </a:lnTo>
                  <a:lnTo>
                    <a:pt x="219236" y="514578"/>
                  </a:lnTo>
                  <a:lnTo>
                    <a:pt x="200835" y="467524"/>
                  </a:lnTo>
                  <a:lnTo>
                    <a:pt x="193800" y="419105"/>
                  </a:lnTo>
                  <a:lnTo>
                    <a:pt x="197586" y="371099"/>
                  </a:lnTo>
                  <a:lnTo>
                    <a:pt x="211648" y="325281"/>
                  </a:lnTo>
                  <a:lnTo>
                    <a:pt x="235440" y="283427"/>
                  </a:lnTo>
                  <a:lnTo>
                    <a:pt x="268419" y="247313"/>
                  </a:lnTo>
                  <a:lnTo>
                    <a:pt x="310038" y="218716"/>
                  </a:lnTo>
                  <a:lnTo>
                    <a:pt x="357071" y="200336"/>
                  </a:lnTo>
                  <a:lnTo>
                    <a:pt x="405471" y="193325"/>
                  </a:lnTo>
                  <a:lnTo>
                    <a:pt x="453464" y="197137"/>
                  </a:lnTo>
                  <a:lnTo>
                    <a:pt x="499274" y="211226"/>
                  </a:lnTo>
                  <a:lnTo>
                    <a:pt x="541126" y="235045"/>
                  </a:lnTo>
                  <a:lnTo>
                    <a:pt x="577245" y="268050"/>
                  </a:lnTo>
                  <a:lnTo>
                    <a:pt x="605856" y="309693"/>
                  </a:lnTo>
                  <a:lnTo>
                    <a:pt x="622627" y="351042"/>
                  </a:lnTo>
                  <a:lnTo>
                    <a:pt x="630608" y="394267"/>
                  </a:lnTo>
                  <a:lnTo>
                    <a:pt x="629822" y="438009"/>
                  </a:lnTo>
                  <a:lnTo>
                    <a:pt x="620295" y="480914"/>
                  </a:lnTo>
                  <a:lnTo>
                    <a:pt x="602051" y="521624"/>
                  </a:lnTo>
                  <a:lnTo>
                    <a:pt x="578590" y="567013"/>
                  </a:lnTo>
                  <a:lnTo>
                    <a:pt x="560641" y="614236"/>
                  </a:lnTo>
                  <a:lnTo>
                    <a:pt x="548219" y="662811"/>
                  </a:lnTo>
                  <a:lnTo>
                    <a:pt x="541337" y="712259"/>
                  </a:lnTo>
                  <a:lnTo>
                    <a:pt x="540006" y="762098"/>
                  </a:lnTo>
                  <a:lnTo>
                    <a:pt x="544241" y="811849"/>
                  </a:lnTo>
                  <a:lnTo>
                    <a:pt x="554055" y="861029"/>
                  </a:lnTo>
                  <a:lnTo>
                    <a:pt x="569459" y="909160"/>
                  </a:lnTo>
                  <a:lnTo>
                    <a:pt x="590468" y="955760"/>
                  </a:lnTo>
                  <a:lnTo>
                    <a:pt x="762366" y="864672"/>
                  </a:lnTo>
                  <a:lnTo>
                    <a:pt x="743585" y="816364"/>
                  </a:lnTo>
                  <a:lnTo>
                    <a:pt x="735082" y="766029"/>
                  </a:lnTo>
                  <a:lnTo>
                    <a:pt x="736804" y="715252"/>
                  </a:lnTo>
                  <a:lnTo>
                    <a:pt x="748697" y="665619"/>
                  </a:lnTo>
                  <a:lnTo>
                    <a:pt x="792053" y="576485"/>
                  </a:lnTo>
                  <a:lnTo>
                    <a:pt x="808228" y="532676"/>
                  </a:lnTo>
                  <a:lnTo>
                    <a:pt x="819249" y="487733"/>
                  </a:lnTo>
                  <a:lnTo>
                    <a:pt x="825135" y="442097"/>
                  </a:lnTo>
                  <a:lnTo>
                    <a:pt x="825902" y="396215"/>
                  </a:lnTo>
                  <a:lnTo>
                    <a:pt x="821568" y="350528"/>
                  </a:lnTo>
                  <a:lnTo>
                    <a:pt x="812151" y="305481"/>
                  </a:lnTo>
                  <a:lnTo>
                    <a:pt x="797666" y="261517"/>
                  </a:lnTo>
                  <a:lnTo>
                    <a:pt x="778132" y="219080"/>
                  </a:lnTo>
                  <a:lnTo>
                    <a:pt x="753566" y="178614"/>
                  </a:lnTo>
                  <a:lnTo>
                    <a:pt x="723893" y="140482"/>
                  </a:lnTo>
                  <a:lnTo>
                    <a:pt x="690738" y="106736"/>
                  </a:lnTo>
                  <a:lnTo>
                    <a:pt x="654534" y="77455"/>
                  </a:lnTo>
                  <a:lnTo>
                    <a:pt x="615711" y="52719"/>
                  </a:lnTo>
                  <a:lnTo>
                    <a:pt x="574702" y="32607"/>
                  </a:lnTo>
                  <a:lnTo>
                    <a:pt x="531938" y="17199"/>
                  </a:lnTo>
                  <a:lnTo>
                    <a:pt x="487852" y="6576"/>
                  </a:lnTo>
                  <a:lnTo>
                    <a:pt x="442874" y="816"/>
                  </a:lnTo>
                  <a:lnTo>
                    <a:pt x="397437" y="0"/>
                  </a:lnTo>
                  <a:lnTo>
                    <a:pt x="351972" y="4206"/>
                  </a:lnTo>
                  <a:lnTo>
                    <a:pt x="306911" y="13516"/>
                  </a:lnTo>
                  <a:lnTo>
                    <a:pt x="262686" y="28008"/>
                  </a:lnTo>
                  <a:lnTo>
                    <a:pt x="219729" y="47762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7" name="object 47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843371" y="4023209"/>
              <a:ext cx="237508" cy="236955"/>
            </a:xfrm>
            <a:prstGeom prst="rect">
              <a:avLst/>
            </a:prstGeom>
          </p:spPr>
        </p:pic>
      </p:grpSp>
      <p:grpSp>
        <p:nvGrpSpPr>
          <p:cNvPr id="48" name="object 48"/>
          <p:cNvGrpSpPr/>
          <p:nvPr/>
        </p:nvGrpSpPr>
        <p:grpSpPr>
          <a:xfrm>
            <a:off x="10520935" y="396536"/>
            <a:ext cx="935355" cy="1219200"/>
            <a:chOff x="10520935" y="396536"/>
            <a:chExt cx="935355" cy="1219200"/>
          </a:xfrm>
        </p:grpSpPr>
        <p:sp>
          <p:nvSpPr>
            <p:cNvPr id="49" name="object 49"/>
            <p:cNvSpPr/>
            <p:nvPr/>
          </p:nvSpPr>
          <p:spPr>
            <a:xfrm>
              <a:off x="10672635" y="396536"/>
              <a:ext cx="784225" cy="946785"/>
            </a:xfrm>
            <a:custGeom>
              <a:avLst/>
              <a:gdLst/>
              <a:ahLst/>
              <a:cxnLst/>
              <a:rect l="l" t="t" r="r" b="b"/>
              <a:pathLst>
                <a:path w="784225" h="946785">
                  <a:moveTo>
                    <a:pt x="581321" y="57556"/>
                  </a:moveTo>
                  <a:lnTo>
                    <a:pt x="538389" y="35445"/>
                  </a:lnTo>
                  <a:lnTo>
                    <a:pt x="493749" y="18589"/>
                  </a:lnTo>
                  <a:lnTo>
                    <a:pt x="448336" y="7150"/>
                  </a:lnTo>
                  <a:lnTo>
                    <a:pt x="402561" y="997"/>
                  </a:lnTo>
                  <a:lnTo>
                    <a:pt x="356835" y="0"/>
                  </a:lnTo>
                  <a:lnTo>
                    <a:pt x="311570" y="4027"/>
                  </a:lnTo>
                  <a:lnTo>
                    <a:pt x="267177" y="12948"/>
                  </a:lnTo>
                  <a:lnTo>
                    <a:pt x="224068" y="26633"/>
                  </a:lnTo>
                  <a:lnTo>
                    <a:pt x="182653" y="44952"/>
                  </a:lnTo>
                  <a:lnTo>
                    <a:pt x="143345" y="67773"/>
                  </a:lnTo>
                  <a:lnTo>
                    <a:pt x="106554" y="94966"/>
                  </a:lnTo>
                  <a:lnTo>
                    <a:pt x="72693" y="126401"/>
                  </a:lnTo>
                  <a:lnTo>
                    <a:pt x="42171" y="161947"/>
                  </a:lnTo>
                  <a:lnTo>
                    <a:pt x="15402" y="201474"/>
                  </a:lnTo>
                  <a:lnTo>
                    <a:pt x="182779" y="300625"/>
                  </a:lnTo>
                  <a:lnTo>
                    <a:pt x="213328" y="260382"/>
                  </a:lnTo>
                  <a:lnTo>
                    <a:pt x="250969" y="229125"/>
                  </a:lnTo>
                  <a:lnTo>
                    <a:pt x="293902" y="207315"/>
                  </a:lnTo>
                  <a:lnTo>
                    <a:pt x="340329" y="195414"/>
                  </a:lnTo>
                  <a:lnTo>
                    <a:pt x="388449" y="193883"/>
                  </a:lnTo>
                  <a:lnTo>
                    <a:pt x="436462" y="203183"/>
                  </a:lnTo>
                  <a:lnTo>
                    <a:pt x="482569" y="223776"/>
                  </a:lnTo>
                  <a:lnTo>
                    <a:pt x="522783" y="254317"/>
                  </a:lnTo>
                  <a:lnTo>
                    <a:pt x="554010" y="291955"/>
                  </a:lnTo>
                  <a:lnTo>
                    <a:pt x="575791" y="334890"/>
                  </a:lnTo>
                  <a:lnTo>
                    <a:pt x="587664" y="381324"/>
                  </a:lnTo>
                  <a:lnTo>
                    <a:pt x="589172" y="429456"/>
                  </a:lnTo>
                  <a:lnTo>
                    <a:pt x="579852" y="477488"/>
                  </a:lnTo>
                  <a:lnTo>
                    <a:pt x="559246" y="523619"/>
                  </a:lnTo>
                  <a:lnTo>
                    <a:pt x="532715" y="559496"/>
                  </a:lnTo>
                  <a:lnTo>
                    <a:pt x="499999" y="588851"/>
                  </a:lnTo>
                  <a:lnTo>
                    <a:pt x="462268" y="610997"/>
                  </a:lnTo>
                  <a:lnTo>
                    <a:pt x="420693" y="625247"/>
                  </a:lnTo>
                  <a:lnTo>
                    <a:pt x="376444" y="630916"/>
                  </a:lnTo>
                  <a:lnTo>
                    <a:pt x="325480" y="634573"/>
                  </a:lnTo>
                  <a:lnTo>
                    <a:pt x="275828" y="643891"/>
                  </a:lnTo>
                  <a:lnTo>
                    <a:pt x="227904" y="658630"/>
                  </a:lnTo>
                  <a:lnTo>
                    <a:pt x="182126" y="678549"/>
                  </a:lnTo>
                  <a:lnTo>
                    <a:pt x="138910" y="703410"/>
                  </a:lnTo>
                  <a:lnTo>
                    <a:pt x="98672" y="732973"/>
                  </a:lnTo>
                  <a:lnTo>
                    <a:pt x="61830" y="766998"/>
                  </a:lnTo>
                  <a:lnTo>
                    <a:pt x="28800" y="805246"/>
                  </a:lnTo>
                  <a:lnTo>
                    <a:pt x="0" y="847477"/>
                  </a:lnTo>
                  <a:lnTo>
                    <a:pt x="167377" y="946628"/>
                  </a:lnTo>
                  <a:lnTo>
                    <a:pt x="198797" y="905407"/>
                  </a:lnTo>
                  <a:lnTo>
                    <a:pt x="237307" y="871898"/>
                  </a:lnTo>
                  <a:lnTo>
                    <a:pt x="281527" y="846881"/>
                  </a:lnTo>
                  <a:lnTo>
                    <a:pt x="330077" y="831140"/>
                  </a:lnTo>
                  <a:lnTo>
                    <a:pt x="428740" y="821640"/>
                  </a:lnTo>
                  <a:lnTo>
                    <a:pt x="474554" y="812589"/>
                  </a:lnTo>
                  <a:lnTo>
                    <a:pt x="518649" y="798550"/>
                  </a:lnTo>
                  <a:lnTo>
                    <a:pt x="560654" y="779769"/>
                  </a:lnTo>
                  <a:lnTo>
                    <a:pt x="600201" y="756491"/>
                  </a:lnTo>
                  <a:lnTo>
                    <a:pt x="636920" y="728963"/>
                  </a:lnTo>
                  <a:lnTo>
                    <a:pt x="670442" y="697431"/>
                  </a:lnTo>
                  <a:lnTo>
                    <a:pt x="700397" y="662142"/>
                  </a:lnTo>
                  <a:lnTo>
                    <a:pt x="726415" y="623341"/>
                  </a:lnTo>
                  <a:lnTo>
                    <a:pt x="748127" y="581274"/>
                  </a:lnTo>
                  <a:lnTo>
                    <a:pt x="765183" y="536068"/>
                  </a:lnTo>
                  <a:lnTo>
                    <a:pt x="776682" y="490179"/>
                  </a:lnTo>
                  <a:lnTo>
                    <a:pt x="782780" y="444016"/>
                  </a:lnTo>
                  <a:lnTo>
                    <a:pt x="783635" y="397991"/>
                  </a:lnTo>
                  <a:lnTo>
                    <a:pt x="779404" y="352512"/>
                  </a:lnTo>
                  <a:lnTo>
                    <a:pt x="770244" y="307990"/>
                  </a:lnTo>
                  <a:lnTo>
                    <a:pt x="756313" y="264834"/>
                  </a:lnTo>
                  <a:lnTo>
                    <a:pt x="737767" y="223455"/>
                  </a:lnTo>
                  <a:lnTo>
                    <a:pt x="714763" y="184262"/>
                  </a:lnTo>
                  <a:lnTo>
                    <a:pt x="687460" y="147666"/>
                  </a:lnTo>
                  <a:lnTo>
                    <a:pt x="656014" y="114076"/>
                  </a:lnTo>
                  <a:lnTo>
                    <a:pt x="620582" y="83903"/>
                  </a:lnTo>
                  <a:lnTo>
                    <a:pt x="581321" y="57556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50" name="object 50"/>
            <p:cNvPicPr/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520935" y="1378733"/>
              <a:ext cx="237592" cy="236587"/>
            </a:xfrm>
            <a:prstGeom prst="rect">
              <a:avLst/>
            </a:prstGeom>
          </p:spPr>
        </p:pic>
      </p:grp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2.</a:t>
            </a:r>
            <a:r>
              <a:rPr spc="-190" dirty="0"/>
              <a:t> </a:t>
            </a:r>
            <a:r>
              <a:rPr spc="-55" dirty="0"/>
              <a:t>Bluetooth</a:t>
            </a:r>
            <a:r>
              <a:rPr spc="-190" dirty="0"/>
              <a:t> </a:t>
            </a:r>
            <a:r>
              <a:rPr spc="-35" dirty="0"/>
              <a:t>Scanning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782571"/>
            <a:ext cx="5973445" cy="2392680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3302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Scanning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will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show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area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discoverable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Modern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usually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non-discoverable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default,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unless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connecting/pairing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new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4798517"/>
            <a:ext cx="5215255" cy="721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has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intentionally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been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put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into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discoverable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mode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training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0292842" y="3375405"/>
            <a:ext cx="770255" cy="1440815"/>
            <a:chOff x="10292842" y="3375405"/>
            <a:chExt cx="770255" cy="1440815"/>
          </a:xfrm>
        </p:grpSpPr>
        <p:sp>
          <p:nvSpPr>
            <p:cNvPr id="6" name="object 6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378713" y="0"/>
                  </a:moveTo>
                  <a:lnTo>
                    <a:pt x="0" y="378714"/>
                  </a:lnTo>
                  <a:lnTo>
                    <a:pt x="189356" y="378714"/>
                  </a:lnTo>
                  <a:lnTo>
                    <a:pt x="189356" y="1427988"/>
                  </a:lnTo>
                  <a:lnTo>
                    <a:pt x="568071" y="1427988"/>
                  </a:lnTo>
                  <a:lnTo>
                    <a:pt x="568071" y="378714"/>
                  </a:lnTo>
                  <a:lnTo>
                    <a:pt x="757427" y="378714"/>
                  </a:lnTo>
                  <a:lnTo>
                    <a:pt x="378713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189356" y="1427988"/>
                  </a:moveTo>
                  <a:lnTo>
                    <a:pt x="189356" y="378714"/>
                  </a:lnTo>
                  <a:lnTo>
                    <a:pt x="0" y="378714"/>
                  </a:lnTo>
                  <a:lnTo>
                    <a:pt x="378713" y="0"/>
                  </a:lnTo>
                  <a:lnTo>
                    <a:pt x="757427" y="378714"/>
                  </a:lnTo>
                  <a:lnTo>
                    <a:pt x="568071" y="378714"/>
                  </a:lnTo>
                  <a:lnTo>
                    <a:pt x="568071" y="1427988"/>
                  </a:lnTo>
                  <a:lnTo>
                    <a:pt x="189356" y="1427988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0571606" y="3990933"/>
            <a:ext cx="254000" cy="40195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USB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8328218" y="1107470"/>
            <a:ext cx="1367790" cy="2837180"/>
            <a:chOff x="8328218" y="1107470"/>
            <a:chExt cx="1367790" cy="2837180"/>
          </a:xfrm>
        </p:grpSpPr>
        <p:sp>
          <p:nvSpPr>
            <p:cNvPr id="10" name="object 10"/>
            <p:cNvSpPr/>
            <p:nvPr/>
          </p:nvSpPr>
          <p:spPr>
            <a:xfrm>
              <a:off x="8328218" y="1229257"/>
              <a:ext cx="1367790" cy="2715260"/>
            </a:xfrm>
            <a:custGeom>
              <a:avLst/>
              <a:gdLst/>
              <a:ahLst/>
              <a:cxnLst/>
              <a:rect l="l" t="t" r="r" b="b"/>
              <a:pathLst>
                <a:path w="1367790" h="2715260">
                  <a:moveTo>
                    <a:pt x="764036" y="1591707"/>
                  </a:moveTo>
                  <a:lnTo>
                    <a:pt x="571260" y="1591707"/>
                  </a:lnTo>
                  <a:lnTo>
                    <a:pt x="571260" y="2715246"/>
                  </a:lnTo>
                  <a:lnTo>
                    <a:pt x="1036790" y="2250399"/>
                  </a:lnTo>
                  <a:lnTo>
                    <a:pt x="764036" y="2250399"/>
                  </a:lnTo>
                  <a:lnTo>
                    <a:pt x="764036" y="1591707"/>
                  </a:lnTo>
                  <a:close/>
                </a:path>
                <a:path w="1367790" h="2715260">
                  <a:moveTo>
                    <a:pt x="1037457" y="1590099"/>
                  </a:moveTo>
                  <a:lnTo>
                    <a:pt x="764036" y="1590099"/>
                  </a:lnTo>
                  <a:lnTo>
                    <a:pt x="1094647" y="1920249"/>
                  </a:lnTo>
                  <a:lnTo>
                    <a:pt x="764036" y="2250399"/>
                  </a:lnTo>
                  <a:lnTo>
                    <a:pt x="1036790" y="2250399"/>
                  </a:lnTo>
                  <a:lnTo>
                    <a:pt x="1367425" y="1920249"/>
                  </a:lnTo>
                  <a:lnTo>
                    <a:pt x="1037457" y="1590099"/>
                  </a:lnTo>
                  <a:close/>
                </a:path>
                <a:path w="1367790" h="2715260">
                  <a:moveTo>
                    <a:pt x="136228" y="688375"/>
                  </a:moveTo>
                  <a:lnTo>
                    <a:pt x="0" y="824678"/>
                  </a:lnTo>
                  <a:lnTo>
                    <a:pt x="532704" y="1357676"/>
                  </a:lnTo>
                  <a:lnTo>
                    <a:pt x="0" y="1890674"/>
                  </a:lnTo>
                  <a:lnTo>
                    <a:pt x="136228" y="2026977"/>
                  </a:lnTo>
                  <a:lnTo>
                    <a:pt x="571260" y="1591707"/>
                  </a:lnTo>
                  <a:lnTo>
                    <a:pt x="764036" y="1591707"/>
                  </a:lnTo>
                  <a:lnTo>
                    <a:pt x="764036" y="1590099"/>
                  </a:lnTo>
                  <a:lnTo>
                    <a:pt x="1037457" y="1590099"/>
                  </a:lnTo>
                  <a:lnTo>
                    <a:pt x="805161" y="1357676"/>
                  </a:lnTo>
                  <a:lnTo>
                    <a:pt x="1036493" y="1126217"/>
                  </a:lnTo>
                  <a:lnTo>
                    <a:pt x="764036" y="1126217"/>
                  </a:lnTo>
                  <a:lnTo>
                    <a:pt x="764036" y="1123646"/>
                  </a:lnTo>
                  <a:lnTo>
                    <a:pt x="571260" y="1123646"/>
                  </a:lnTo>
                  <a:lnTo>
                    <a:pt x="136228" y="688375"/>
                  </a:lnTo>
                  <a:close/>
                </a:path>
                <a:path w="1367790" h="2715260">
                  <a:moveTo>
                    <a:pt x="1036834" y="464953"/>
                  </a:moveTo>
                  <a:lnTo>
                    <a:pt x="764036" y="464953"/>
                  </a:lnTo>
                  <a:lnTo>
                    <a:pt x="1094647" y="795103"/>
                  </a:lnTo>
                  <a:lnTo>
                    <a:pt x="764036" y="1126217"/>
                  </a:lnTo>
                  <a:lnTo>
                    <a:pt x="1036493" y="1126217"/>
                  </a:lnTo>
                  <a:lnTo>
                    <a:pt x="1367425" y="795103"/>
                  </a:lnTo>
                  <a:lnTo>
                    <a:pt x="1036834" y="464953"/>
                  </a:lnTo>
                  <a:close/>
                </a:path>
                <a:path w="1367790" h="2715260">
                  <a:moveTo>
                    <a:pt x="571259" y="0"/>
                  </a:moveTo>
                  <a:lnTo>
                    <a:pt x="571260" y="1123646"/>
                  </a:lnTo>
                  <a:lnTo>
                    <a:pt x="764036" y="1123646"/>
                  </a:lnTo>
                  <a:lnTo>
                    <a:pt x="764036" y="464953"/>
                  </a:lnTo>
                  <a:lnTo>
                    <a:pt x="1036834" y="464953"/>
                  </a:lnTo>
                  <a:lnTo>
                    <a:pt x="571259" y="0"/>
                  </a:lnTo>
                  <a:close/>
                </a:path>
              </a:pathLst>
            </a:custGeom>
            <a:solidFill>
              <a:srgbClr val="455FD5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720652" y="1107470"/>
              <a:ext cx="237818" cy="238126"/>
            </a:xfrm>
            <a:prstGeom prst="rect">
              <a:avLst/>
            </a:prstGeom>
          </p:spPr>
        </p:pic>
      </p:grpSp>
      <p:sp>
        <p:nvSpPr>
          <p:cNvPr id="12" name="object 12"/>
          <p:cNvSpPr/>
          <p:nvPr/>
        </p:nvSpPr>
        <p:spPr>
          <a:xfrm>
            <a:off x="10219840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0219840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0219840" y="285136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10219840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0219840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10219840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11034235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11034235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11034235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1034235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11034235" y="285136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11034235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10691953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10880798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1078637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10597530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1040868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10503107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9945179" y="3288313"/>
            <a:ext cx="1449705" cy="2417445"/>
            <a:chOff x="9945179" y="3288313"/>
            <a:chExt cx="1449705" cy="2417445"/>
          </a:xfrm>
        </p:grpSpPr>
        <p:sp>
          <p:nvSpPr>
            <p:cNvPr id="31" name="object 31"/>
            <p:cNvSpPr/>
            <p:nvPr/>
          </p:nvSpPr>
          <p:spPr>
            <a:xfrm>
              <a:off x="10408679" y="3288322"/>
              <a:ext cx="519430" cy="83185"/>
            </a:xfrm>
            <a:custGeom>
              <a:avLst/>
              <a:gdLst/>
              <a:ahLst/>
              <a:cxnLst/>
              <a:rect l="l" t="t" r="r" b="b"/>
              <a:pathLst>
                <a:path w="519429" h="83185">
                  <a:moveTo>
                    <a:pt x="47218" y="82664"/>
                  </a:moveTo>
                  <a:lnTo>
                    <a:pt x="47205" y="0"/>
                  </a:lnTo>
                  <a:lnTo>
                    <a:pt x="0" y="0"/>
                  </a:lnTo>
                  <a:lnTo>
                    <a:pt x="0" y="82664"/>
                  </a:lnTo>
                  <a:lnTo>
                    <a:pt x="47218" y="82664"/>
                  </a:lnTo>
                  <a:close/>
                </a:path>
                <a:path w="519429" h="83185">
                  <a:moveTo>
                    <a:pt x="141630" y="0"/>
                  </a:moveTo>
                  <a:lnTo>
                    <a:pt x="94424" y="0"/>
                  </a:lnTo>
                  <a:lnTo>
                    <a:pt x="94424" y="82664"/>
                  </a:lnTo>
                  <a:lnTo>
                    <a:pt x="141630" y="82664"/>
                  </a:lnTo>
                  <a:lnTo>
                    <a:pt x="141630" y="0"/>
                  </a:lnTo>
                  <a:close/>
                </a:path>
                <a:path w="519429" h="83185">
                  <a:moveTo>
                    <a:pt x="236054" y="0"/>
                  </a:moveTo>
                  <a:lnTo>
                    <a:pt x="188849" y="0"/>
                  </a:lnTo>
                  <a:lnTo>
                    <a:pt x="188849" y="82664"/>
                  </a:lnTo>
                  <a:lnTo>
                    <a:pt x="236054" y="82664"/>
                  </a:lnTo>
                  <a:lnTo>
                    <a:pt x="236054" y="0"/>
                  </a:lnTo>
                  <a:close/>
                </a:path>
                <a:path w="519429" h="83185">
                  <a:moveTo>
                    <a:pt x="330479" y="0"/>
                  </a:moveTo>
                  <a:lnTo>
                    <a:pt x="283273" y="0"/>
                  </a:lnTo>
                  <a:lnTo>
                    <a:pt x="283273" y="82664"/>
                  </a:lnTo>
                  <a:lnTo>
                    <a:pt x="330479" y="82664"/>
                  </a:lnTo>
                  <a:lnTo>
                    <a:pt x="330479" y="0"/>
                  </a:lnTo>
                  <a:close/>
                </a:path>
                <a:path w="519429" h="83185">
                  <a:moveTo>
                    <a:pt x="424903" y="0"/>
                  </a:moveTo>
                  <a:lnTo>
                    <a:pt x="377685" y="0"/>
                  </a:lnTo>
                  <a:lnTo>
                    <a:pt x="377685" y="82664"/>
                  </a:lnTo>
                  <a:lnTo>
                    <a:pt x="424903" y="82664"/>
                  </a:lnTo>
                  <a:lnTo>
                    <a:pt x="424903" y="0"/>
                  </a:lnTo>
                  <a:close/>
                </a:path>
                <a:path w="519429" h="83185">
                  <a:moveTo>
                    <a:pt x="519328" y="0"/>
                  </a:moveTo>
                  <a:lnTo>
                    <a:pt x="472109" y="0"/>
                  </a:lnTo>
                  <a:lnTo>
                    <a:pt x="472109" y="82664"/>
                  </a:lnTo>
                  <a:lnTo>
                    <a:pt x="519328" y="82664"/>
                  </a:lnTo>
                  <a:lnTo>
                    <a:pt x="519328" y="0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9945179" y="4724136"/>
              <a:ext cx="1449705" cy="981075"/>
            </a:xfrm>
            <a:custGeom>
              <a:avLst/>
              <a:gdLst/>
              <a:ahLst/>
              <a:cxnLst/>
              <a:rect l="l" t="t" r="r" b="b"/>
              <a:pathLst>
                <a:path w="1449704" h="981075">
                  <a:moveTo>
                    <a:pt x="1364122" y="0"/>
                  </a:moveTo>
                  <a:lnTo>
                    <a:pt x="85257" y="0"/>
                  </a:lnTo>
                  <a:lnTo>
                    <a:pt x="52153" y="6731"/>
                  </a:lnTo>
                  <a:lnTo>
                    <a:pt x="25044" y="25058"/>
                  </a:lnTo>
                  <a:lnTo>
                    <a:pt x="6727" y="52182"/>
                  </a:lnTo>
                  <a:lnTo>
                    <a:pt x="0" y="85304"/>
                  </a:lnTo>
                  <a:lnTo>
                    <a:pt x="0" y="981002"/>
                  </a:lnTo>
                  <a:lnTo>
                    <a:pt x="1449380" y="981002"/>
                  </a:lnTo>
                  <a:lnTo>
                    <a:pt x="1449380" y="853045"/>
                  </a:lnTo>
                  <a:lnTo>
                    <a:pt x="127886" y="853045"/>
                  </a:lnTo>
                  <a:lnTo>
                    <a:pt x="127886" y="127956"/>
                  </a:lnTo>
                  <a:lnTo>
                    <a:pt x="1449380" y="127956"/>
                  </a:lnTo>
                  <a:lnTo>
                    <a:pt x="1449380" y="85304"/>
                  </a:lnTo>
                  <a:lnTo>
                    <a:pt x="1442652" y="52182"/>
                  </a:lnTo>
                  <a:lnTo>
                    <a:pt x="1424335" y="25058"/>
                  </a:lnTo>
                  <a:lnTo>
                    <a:pt x="1397226" y="6731"/>
                  </a:lnTo>
                  <a:lnTo>
                    <a:pt x="1364122" y="0"/>
                  </a:lnTo>
                  <a:close/>
                </a:path>
                <a:path w="1449704" h="981075">
                  <a:moveTo>
                    <a:pt x="1449380" y="127956"/>
                  </a:moveTo>
                  <a:lnTo>
                    <a:pt x="1321493" y="127956"/>
                  </a:lnTo>
                  <a:lnTo>
                    <a:pt x="1321493" y="853045"/>
                  </a:lnTo>
                  <a:lnTo>
                    <a:pt x="1449380" y="853045"/>
                  </a:lnTo>
                  <a:lnTo>
                    <a:pt x="1449380" y="12795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33" name="object 33"/>
          <p:cNvSpPr/>
          <p:nvPr/>
        </p:nvSpPr>
        <p:spPr>
          <a:xfrm>
            <a:off x="10349662" y="2603372"/>
            <a:ext cx="637540" cy="638175"/>
          </a:xfrm>
          <a:custGeom>
            <a:avLst/>
            <a:gdLst/>
            <a:ahLst/>
            <a:cxnLst/>
            <a:rect l="l" t="t" r="r" b="b"/>
            <a:pathLst>
              <a:path w="637540" h="638175">
                <a:moveTo>
                  <a:pt x="472122" y="165341"/>
                </a:moveTo>
                <a:lnTo>
                  <a:pt x="165239" y="165341"/>
                </a:lnTo>
                <a:lnTo>
                  <a:pt x="165239" y="472376"/>
                </a:lnTo>
                <a:lnTo>
                  <a:pt x="472122" y="472376"/>
                </a:lnTo>
                <a:lnTo>
                  <a:pt x="472122" y="165341"/>
                </a:lnTo>
                <a:close/>
              </a:path>
              <a:path w="637540" h="638175">
                <a:moveTo>
                  <a:pt x="637362" y="47244"/>
                </a:moveTo>
                <a:lnTo>
                  <a:pt x="633641" y="28854"/>
                </a:lnTo>
                <a:lnTo>
                  <a:pt x="623531" y="13843"/>
                </a:lnTo>
                <a:lnTo>
                  <a:pt x="608520" y="3721"/>
                </a:lnTo>
                <a:lnTo>
                  <a:pt x="590143" y="0"/>
                </a:lnTo>
                <a:lnTo>
                  <a:pt x="519328" y="0"/>
                </a:lnTo>
                <a:lnTo>
                  <a:pt x="519328" y="118097"/>
                </a:lnTo>
                <a:lnTo>
                  <a:pt x="519328" y="519620"/>
                </a:lnTo>
                <a:lnTo>
                  <a:pt x="118033" y="519620"/>
                </a:lnTo>
                <a:lnTo>
                  <a:pt x="118033" y="118097"/>
                </a:lnTo>
                <a:lnTo>
                  <a:pt x="519328" y="118097"/>
                </a:lnTo>
                <a:lnTo>
                  <a:pt x="519328" y="0"/>
                </a:lnTo>
                <a:lnTo>
                  <a:pt x="47218" y="0"/>
                </a:lnTo>
                <a:lnTo>
                  <a:pt x="28841" y="3721"/>
                </a:lnTo>
                <a:lnTo>
                  <a:pt x="13830" y="13843"/>
                </a:lnTo>
                <a:lnTo>
                  <a:pt x="3708" y="28854"/>
                </a:lnTo>
                <a:lnTo>
                  <a:pt x="0" y="47244"/>
                </a:lnTo>
                <a:lnTo>
                  <a:pt x="0" y="590473"/>
                </a:lnTo>
                <a:lnTo>
                  <a:pt x="3708" y="608863"/>
                </a:lnTo>
                <a:lnTo>
                  <a:pt x="13830" y="623874"/>
                </a:lnTo>
                <a:lnTo>
                  <a:pt x="28841" y="633996"/>
                </a:lnTo>
                <a:lnTo>
                  <a:pt x="47218" y="637705"/>
                </a:lnTo>
                <a:lnTo>
                  <a:pt x="590143" y="637705"/>
                </a:lnTo>
                <a:lnTo>
                  <a:pt x="608520" y="633996"/>
                </a:lnTo>
                <a:lnTo>
                  <a:pt x="623531" y="623874"/>
                </a:lnTo>
                <a:lnTo>
                  <a:pt x="633641" y="608863"/>
                </a:lnTo>
                <a:lnTo>
                  <a:pt x="637362" y="590473"/>
                </a:lnTo>
                <a:lnTo>
                  <a:pt x="637362" y="519620"/>
                </a:lnTo>
                <a:lnTo>
                  <a:pt x="637362" y="118097"/>
                </a:lnTo>
                <a:lnTo>
                  <a:pt x="637362" y="47244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7106526" y="4510887"/>
            <a:ext cx="953135" cy="853440"/>
          </a:xfrm>
          <a:custGeom>
            <a:avLst/>
            <a:gdLst/>
            <a:ahLst/>
            <a:cxnLst/>
            <a:rect l="l" t="t" r="r" b="b"/>
            <a:pathLst>
              <a:path w="953134" h="853439">
                <a:moveTo>
                  <a:pt x="716153" y="511822"/>
                </a:moveTo>
                <a:lnTo>
                  <a:pt x="713028" y="465683"/>
                </a:lnTo>
                <a:lnTo>
                  <a:pt x="703922" y="421386"/>
                </a:lnTo>
                <a:lnTo>
                  <a:pt x="689254" y="379336"/>
                </a:lnTo>
                <a:lnTo>
                  <a:pt x="669429" y="339953"/>
                </a:lnTo>
                <a:lnTo>
                  <a:pt x="644867" y="303644"/>
                </a:lnTo>
                <a:lnTo>
                  <a:pt x="615975" y="270840"/>
                </a:lnTo>
                <a:lnTo>
                  <a:pt x="583196" y="241935"/>
                </a:lnTo>
                <a:lnTo>
                  <a:pt x="546912" y="217360"/>
                </a:lnTo>
                <a:lnTo>
                  <a:pt x="507542" y="197523"/>
                </a:lnTo>
                <a:lnTo>
                  <a:pt x="465518" y="182841"/>
                </a:lnTo>
                <a:lnTo>
                  <a:pt x="421246" y="173736"/>
                </a:lnTo>
                <a:lnTo>
                  <a:pt x="375132" y="170599"/>
                </a:lnTo>
                <a:lnTo>
                  <a:pt x="329018" y="173736"/>
                </a:lnTo>
                <a:lnTo>
                  <a:pt x="284734" y="182841"/>
                </a:lnTo>
                <a:lnTo>
                  <a:pt x="242709" y="197523"/>
                </a:lnTo>
                <a:lnTo>
                  <a:pt x="203352" y="217360"/>
                </a:lnTo>
                <a:lnTo>
                  <a:pt x="167068" y="241935"/>
                </a:lnTo>
                <a:lnTo>
                  <a:pt x="134277" y="270840"/>
                </a:lnTo>
                <a:lnTo>
                  <a:pt x="105397" y="303644"/>
                </a:lnTo>
                <a:lnTo>
                  <a:pt x="80835" y="339953"/>
                </a:lnTo>
                <a:lnTo>
                  <a:pt x="61010" y="379336"/>
                </a:lnTo>
                <a:lnTo>
                  <a:pt x="46329" y="421386"/>
                </a:lnTo>
                <a:lnTo>
                  <a:pt x="37223" y="465683"/>
                </a:lnTo>
                <a:lnTo>
                  <a:pt x="34099" y="511822"/>
                </a:lnTo>
                <a:lnTo>
                  <a:pt x="37223" y="557961"/>
                </a:lnTo>
                <a:lnTo>
                  <a:pt x="46329" y="602259"/>
                </a:lnTo>
                <a:lnTo>
                  <a:pt x="61010" y="644309"/>
                </a:lnTo>
                <a:lnTo>
                  <a:pt x="80835" y="683691"/>
                </a:lnTo>
                <a:lnTo>
                  <a:pt x="105397" y="720001"/>
                </a:lnTo>
                <a:lnTo>
                  <a:pt x="134277" y="752805"/>
                </a:lnTo>
                <a:lnTo>
                  <a:pt x="167068" y="781710"/>
                </a:lnTo>
                <a:lnTo>
                  <a:pt x="203352" y="806284"/>
                </a:lnTo>
                <a:lnTo>
                  <a:pt x="242709" y="826109"/>
                </a:lnTo>
                <a:lnTo>
                  <a:pt x="284734" y="840790"/>
                </a:lnTo>
                <a:lnTo>
                  <a:pt x="329018" y="849909"/>
                </a:lnTo>
                <a:lnTo>
                  <a:pt x="375132" y="853033"/>
                </a:lnTo>
                <a:lnTo>
                  <a:pt x="390042" y="853033"/>
                </a:lnTo>
                <a:lnTo>
                  <a:pt x="396443" y="850912"/>
                </a:lnTo>
                <a:lnTo>
                  <a:pt x="396443" y="746404"/>
                </a:lnTo>
                <a:lnTo>
                  <a:pt x="397243" y="732015"/>
                </a:lnTo>
                <a:lnTo>
                  <a:pt x="409232" y="688822"/>
                </a:lnTo>
                <a:lnTo>
                  <a:pt x="439343" y="649643"/>
                </a:lnTo>
                <a:lnTo>
                  <a:pt x="483831" y="624852"/>
                </a:lnTo>
                <a:lnTo>
                  <a:pt x="714032" y="548081"/>
                </a:lnTo>
                <a:lnTo>
                  <a:pt x="715264" y="538810"/>
                </a:lnTo>
                <a:lnTo>
                  <a:pt x="715899" y="529945"/>
                </a:lnTo>
                <a:lnTo>
                  <a:pt x="716127" y="521081"/>
                </a:lnTo>
                <a:lnTo>
                  <a:pt x="716153" y="511822"/>
                </a:lnTo>
                <a:close/>
              </a:path>
              <a:path w="953134" h="853439">
                <a:moveTo>
                  <a:pt x="952754" y="426516"/>
                </a:moveTo>
                <a:lnTo>
                  <a:pt x="949388" y="409956"/>
                </a:lnTo>
                <a:lnTo>
                  <a:pt x="940231" y="396392"/>
                </a:lnTo>
                <a:lnTo>
                  <a:pt x="926668" y="387235"/>
                </a:lnTo>
                <a:lnTo>
                  <a:pt x="910120" y="383870"/>
                </a:lnTo>
                <a:lnTo>
                  <a:pt x="871753" y="383870"/>
                </a:lnTo>
                <a:lnTo>
                  <a:pt x="857275" y="337680"/>
                </a:lnTo>
                <a:lnTo>
                  <a:pt x="838657" y="293433"/>
                </a:lnTo>
                <a:lnTo>
                  <a:pt x="816114" y="251358"/>
                </a:lnTo>
                <a:lnTo>
                  <a:pt x="789889" y="211696"/>
                </a:lnTo>
                <a:lnTo>
                  <a:pt x="760209" y="174688"/>
                </a:lnTo>
                <a:lnTo>
                  <a:pt x="727290" y="140563"/>
                </a:lnTo>
                <a:lnTo>
                  <a:pt x="691375" y="109562"/>
                </a:lnTo>
                <a:lnTo>
                  <a:pt x="657428" y="85293"/>
                </a:lnTo>
                <a:lnTo>
                  <a:pt x="611466" y="57873"/>
                </a:lnTo>
                <a:lnTo>
                  <a:pt x="567918" y="37668"/>
                </a:lnTo>
                <a:lnTo>
                  <a:pt x="522274" y="21539"/>
                </a:lnTo>
                <a:lnTo>
                  <a:pt x="474789" y="9728"/>
                </a:lnTo>
                <a:lnTo>
                  <a:pt x="426224" y="2552"/>
                </a:lnTo>
                <a:lnTo>
                  <a:pt x="427367" y="2552"/>
                </a:lnTo>
                <a:lnTo>
                  <a:pt x="375132" y="0"/>
                </a:lnTo>
                <a:lnTo>
                  <a:pt x="323811" y="2552"/>
                </a:lnTo>
                <a:lnTo>
                  <a:pt x="273913" y="10058"/>
                </a:lnTo>
                <a:lnTo>
                  <a:pt x="225679" y="22263"/>
                </a:lnTo>
                <a:lnTo>
                  <a:pt x="179298" y="38912"/>
                </a:lnTo>
                <a:lnTo>
                  <a:pt x="135026" y="59766"/>
                </a:lnTo>
                <a:lnTo>
                  <a:pt x="93078" y="84569"/>
                </a:lnTo>
                <a:lnTo>
                  <a:pt x="53670" y="113068"/>
                </a:lnTo>
                <a:lnTo>
                  <a:pt x="17043" y="145008"/>
                </a:lnTo>
                <a:lnTo>
                  <a:pt x="0" y="179133"/>
                </a:lnTo>
                <a:lnTo>
                  <a:pt x="3327" y="195529"/>
                </a:lnTo>
                <a:lnTo>
                  <a:pt x="3352" y="195694"/>
                </a:lnTo>
                <a:lnTo>
                  <a:pt x="12522" y="209257"/>
                </a:lnTo>
                <a:lnTo>
                  <a:pt x="26073" y="218414"/>
                </a:lnTo>
                <a:lnTo>
                  <a:pt x="42621" y="221780"/>
                </a:lnTo>
                <a:lnTo>
                  <a:pt x="51777" y="220980"/>
                </a:lnTo>
                <a:lnTo>
                  <a:pt x="59944" y="218592"/>
                </a:lnTo>
                <a:lnTo>
                  <a:pt x="66903" y="214591"/>
                </a:lnTo>
                <a:lnTo>
                  <a:pt x="72466" y="208991"/>
                </a:lnTo>
                <a:lnTo>
                  <a:pt x="107911" y="177965"/>
                </a:lnTo>
                <a:lnTo>
                  <a:pt x="146443" y="150888"/>
                </a:lnTo>
                <a:lnTo>
                  <a:pt x="187782" y="128079"/>
                </a:lnTo>
                <a:lnTo>
                  <a:pt x="231622" y="109804"/>
                </a:lnTo>
                <a:lnTo>
                  <a:pt x="277660" y="96393"/>
                </a:lnTo>
                <a:lnTo>
                  <a:pt x="325589" y="88125"/>
                </a:lnTo>
                <a:lnTo>
                  <a:pt x="375132" y="85293"/>
                </a:lnTo>
                <a:lnTo>
                  <a:pt x="421411" y="87807"/>
                </a:lnTo>
                <a:lnTo>
                  <a:pt x="466280" y="95186"/>
                </a:lnTo>
                <a:lnTo>
                  <a:pt x="509498" y="107137"/>
                </a:lnTo>
                <a:lnTo>
                  <a:pt x="550773" y="123418"/>
                </a:lnTo>
                <a:lnTo>
                  <a:pt x="589851" y="143751"/>
                </a:lnTo>
                <a:lnTo>
                  <a:pt x="626465" y="167868"/>
                </a:lnTo>
                <a:lnTo>
                  <a:pt x="660361" y="195529"/>
                </a:lnTo>
                <a:lnTo>
                  <a:pt x="691248" y="226441"/>
                </a:lnTo>
                <a:lnTo>
                  <a:pt x="718883" y="260337"/>
                </a:lnTo>
                <a:lnTo>
                  <a:pt x="743000" y="296976"/>
                </a:lnTo>
                <a:lnTo>
                  <a:pt x="763320" y="336080"/>
                </a:lnTo>
                <a:lnTo>
                  <a:pt x="779589" y="377380"/>
                </a:lnTo>
                <a:lnTo>
                  <a:pt x="791540" y="420611"/>
                </a:lnTo>
                <a:lnTo>
                  <a:pt x="798906" y="465518"/>
                </a:lnTo>
                <a:lnTo>
                  <a:pt x="801420" y="511822"/>
                </a:lnTo>
                <a:lnTo>
                  <a:pt x="801420" y="609917"/>
                </a:lnTo>
                <a:lnTo>
                  <a:pt x="556298" y="690956"/>
                </a:lnTo>
                <a:lnTo>
                  <a:pt x="548309" y="687832"/>
                </a:lnTo>
                <a:lnTo>
                  <a:pt x="540321" y="685101"/>
                </a:lnTo>
                <a:lnTo>
                  <a:pt x="532320" y="683158"/>
                </a:lnTo>
                <a:lnTo>
                  <a:pt x="524332" y="682434"/>
                </a:lnTo>
                <a:lnTo>
                  <a:pt x="499046" y="687324"/>
                </a:lnTo>
                <a:lnTo>
                  <a:pt x="478764" y="700824"/>
                </a:lnTo>
                <a:lnTo>
                  <a:pt x="465277" y="721118"/>
                </a:lnTo>
                <a:lnTo>
                  <a:pt x="460387" y="746404"/>
                </a:lnTo>
                <a:lnTo>
                  <a:pt x="465277" y="771702"/>
                </a:lnTo>
                <a:lnTo>
                  <a:pt x="478764" y="791997"/>
                </a:lnTo>
                <a:lnTo>
                  <a:pt x="499046" y="805484"/>
                </a:lnTo>
                <a:lnTo>
                  <a:pt x="524332" y="810387"/>
                </a:lnTo>
                <a:lnTo>
                  <a:pt x="542950" y="807681"/>
                </a:lnTo>
                <a:lnTo>
                  <a:pt x="559765" y="799985"/>
                </a:lnTo>
                <a:lnTo>
                  <a:pt x="573786" y="787895"/>
                </a:lnTo>
                <a:lnTo>
                  <a:pt x="584009" y="771994"/>
                </a:lnTo>
                <a:lnTo>
                  <a:pt x="826998" y="690956"/>
                </a:lnTo>
                <a:lnTo>
                  <a:pt x="922909" y="658977"/>
                </a:lnTo>
                <a:lnTo>
                  <a:pt x="950480" y="631977"/>
                </a:lnTo>
                <a:lnTo>
                  <a:pt x="952754" y="618451"/>
                </a:lnTo>
                <a:lnTo>
                  <a:pt x="952754" y="426516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6799600" y="4637278"/>
            <a:ext cx="4850765" cy="1494790"/>
            <a:chOff x="6799600" y="4637278"/>
            <a:chExt cx="4850765" cy="1494790"/>
          </a:xfrm>
        </p:grpSpPr>
        <p:sp>
          <p:nvSpPr>
            <p:cNvPr id="36" name="object 36"/>
            <p:cNvSpPr/>
            <p:nvPr/>
          </p:nvSpPr>
          <p:spPr>
            <a:xfrm>
              <a:off x="9689406" y="5790443"/>
              <a:ext cx="1961514" cy="128270"/>
            </a:xfrm>
            <a:custGeom>
              <a:avLst/>
              <a:gdLst/>
              <a:ahLst/>
              <a:cxnLst/>
              <a:rect l="l" t="t" r="r" b="b"/>
              <a:pathLst>
                <a:path w="1961515" h="128270">
                  <a:moveTo>
                    <a:pt x="1960926" y="0"/>
                  </a:moveTo>
                  <a:lnTo>
                    <a:pt x="1108349" y="0"/>
                  </a:lnTo>
                  <a:lnTo>
                    <a:pt x="1106817" y="30056"/>
                  </a:lnTo>
                  <a:lnTo>
                    <a:pt x="1095760" y="41119"/>
                  </a:lnTo>
                  <a:lnTo>
                    <a:pt x="865165" y="41119"/>
                  </a:lnTo>
                  <a:lnTo>
                    <a:pt x="854108" y="30056"/>
                  </a:lnTo>
                  <a:lnTo>
                    <a:pt x="852576" y="0"/>
                  </a:lnTo>
                  <a:lnTo>
                    <a:pt x="0" y="0"/>
                  </a:lnTo>
                  <a:lnTo>
                    <a:pt x="0" y="42652"/>
                  </a:lnTo>
                  <a:lnTo>
                    <a:pt x="6727" y="75774"/>
                  </a:lnTo>
                  <a:lnTo>
                    <a:pt x="25044" y="102898"/>
                  </a:lnTo>
                  <a:lnTo>
                    <a:pt x="52153" y="121225"/>
                  </a:lnTo>
                  <a:lnTo>
                    <a:pt x="85257" y="127956"/>
                  </a:lnTo>
                  <a:lnTo>
                    <a:pt x="1875668" y="127956"/>
                  </a:lnTo>
                  <a:lnTo>
                    <a:pt x="1908772" y="121225"/>
                  </a:lnTo>
                  <a:lnTo>
                    <a:pt x="1935881" y="102898"/>
                  </a:lnTo>
                  <a:lnTo>
                    <a:pt x="1954198" y="75774"/>
                  </a:lnTo>
                  <a:lnTo>
                    <a:pt x="1960926" y="42652"/>
                  </a:lnTo>
                  <a:lnTo>
                    <a:pt x="196092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6799600" y="5449225"/>
              <a:ext cx="1364615" cy="682625"/>
            </a:xfrm>
            <a:custGeom>
              <a:avLst/>
              <a:gdLst/>
              <a:ahLst/>
              <a:cxnLst/>
              <a:rect l="l" t="t" r="r" b="b"/>
              <a:pathLst>
                <a:path w="1364615" h="682625">
                  <a:moveTo>
                    <a:pt x="682061" y="0"/>
                  </a:moveTo>
                  <a:lnTo>
                    <a:pt x="588277" y="5371"/>
                  </a:lnTo>
                  <a:lnTo>
                    <a:pt x="494494" y="20220"/>
                  </a:lnTo>
                  <a:lnTo>
                    <a:pt x="400710" y="42652"/>
                  </a:lnTo>
                  <a:lnTo>
                    <a:pt x="349630" y="58793"/>
                  </a:lnTo>
                  <a:lnTo>
                    <a:pt x="249260" y="99281"/>
                  </a:lnTo>
                  <a:lnTo>
                    <a:pt x="154259" y="148723"/>
                  </a:lnTo>
                  <a:lnTo>
                    <a:pt x="68206" y="204730"/>
                  </a:lnTo>
                  <a:lnTo>
                    <a:pt x="39564" y="233254"/>
                  </a:lnTo>
                  <a:lnTo>
                    <a:pt x="18117" y="266576"/>
                  </a:lnTo>
                  <a:lnTo>
                    <a:pt x="4662" y="303097"/>
                  </a:lnTo>
                  <a:lnTo>
                    <a:pt x="0" y="341218"/>
                  </a:lnTo>
                  <a:lnTo>
                    <a:pt x="0" y="682436"/>
                  </a:lnTo>
                  <a:lnTo>
                    <a:pt x="1364122" y="682436"/>
                  </a:lnTo>
                  <a:lnTo>
                    <a:pt x="1364122" y="341218"/>
                  </a:lnTo>
                  <a:lnTo>
                    <a:pt x="1359459" y="303097"/>
                  </a:lnTo>
                  <a:lnTo>
                    <a:pt x="1346005" y="266576"/>
                  </a:lnTo>
                  <a:lnTo>
                    <a:pt x="1324557" y="233254"/>
                  </a:lnTo>
                  <a:lnTo>
                    <a:pt x="1295916" y="204730"/>
                  </a:lnTo>
                  <a:lnTo>
                    <a:pt x="1254232" y="173369"/>
                  </a:lnTo>
                  <a:lnTo>
                    <a:pt x="1209863" y="144992"/>
                  </a:lnTo>
                  <a:lnTo>
                    <a:pt x="1163257" y="119451"/>
                  </a:lnTo>
                  <a:lnTo>
                    <a:pt x="1114861" y="96595"/>
                  </a:lnTo>
                  <a:lnTo>
                    <a:pt x="1014491" y="58345"/>
                  </a:lnTo>
                  <a:lnTo>
                    <a:pt x="920072" y="30606"/>
                  </a:lnTo>
                  <a:lnTo>
                    <a:pt x="829130" y="11729"/>
                  </a:lnTo>
                  <a:lnTo>
                    <a:pt x="732505" y="1382"/>
                  </a:lnTo>
                  <a:lnTo>
                    <a:pt x="682061" y="0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1012698" y="0"/>
                  </a:moveTo>
                  <a:lnTo>
                    <a:pt x="1012698" y="336423"/>
                  </a:lnTo>
                  <a:lnTo>
                    <a:pt x="0" y="336423"/>
                  </a:lnTo>
                  <a:lnTo>
                    <a:pt x="0" y="1009269"/>
                  </a:lnTo>
                  <a:lnTo>
                    <a:pt x="1012698" y="1009269"/>
                  </a:lnTo>
                  <a:lnTo>
                    <a:pt x="1012698" y="1345692"/>
                  </a:lnTo>
                  <a:lnTo>
                    <a:pt x="1685544" y="672846"/>
                  </a:lnTo>
                  <a:lnTo>
                    <a:pt x="1012698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0" y="336423"/>
                  </a:moveTo>
                  <a:lnTo>
                    <a:pt x="1012698" y="336423"/>
                  </a:lnTo>
                  <a:lnTo>
                    <a:pt x="1012698" y="0"/>
                  </a:lnTo>
                  <a:lnTo>
                    <a:pt x="1685544" y="672846"/>
                  </a:lnTo>
                  <a:lnTo>
                    <a:pt x="1012698" y="1345692"/>
                  </a:lnTo>
                  <a:lnTo>
                    <a:pt x="1012698" y="1009269"/>
                  </a:lnTo>
                  <a:lnTo>
                    <a:pt x="0" y="1009269"/>
                  </a:lnTo>
                  <a:lnTo>
                    <a:pt x="0" y="336423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8680831" y="5152771"/>
            <a:ext cx="3505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VM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8423153" y="16519"/>
            <a:ext cx="827405" cy="976630"/>
          </a:xfrm>
          <a:custGeom>
            <a:avLst/>
            <a:gdLst/>
            <a:ahLst/>
            <a:cxnLst/>
            <a:rect l="l" t="t" r="r" b="b"/>
            <a:pathLst>
              <a:path w="827404" h="976630">
                <a:moveTo>
                  <a:pt x="413607" y="0"/>
                </a:moveTo>
                <a:lnTo>
                  <a:pt x="365394" y="2857"/>
                </a:lnTo>
                <a:lnTo>
                  <a:pt x="318390" y="11108"/>
                </a:lnTo>
                <a:lnTo>
                  <a:pt x="273482" y="24413"/>
                </a:lnTo>
                <a:lnTo>
                  <a:pt x="230956" y="42452"/>
                </a:lnTo>
                <a:lnTo>
                  <a:pt x="191101" y="64901"/>
                </a:lnTo>
                <a:lnTo>
                  <a:pt x="154203" y="91440"/>
                </a:lnTo>
                <a:lnTo>
                  <a:pt x="120551" y="121745"/>
                </a:lnTo>
                <a:lnTo>
                  <a:pt x="90432" y="155496"/>
                </a:lnTo>
                <a:lnTo>
                  <a:pt x="64133" y="192369"/>
                </a:lnTo>
                <a:lnTo>
                  <a:pt x="41941" y="232043"/>
                </a:lnTo>
                <a:lnTo>
                  <a:pt x="24144" y="274196"/>
                </a:lnTo>
                <a:lnTo>
                  <a:pt x="11030" y="318506"/>
                </a:lnTo>
                <a:lnTo>
                  <a:pt x="2886" y="364651"/>
                </a:lnTo>
                <a:lnTo>
                  <a:pt x="0" y="412309"/>
                </a:lnTo>
                <a:lnTo>
                  <a:pt x="194567" y="412309"/>
                </a:lnTo>
                <a:lnTo>
                  <a:pt x="200340" y="362109"/>
                </a:lnTo>
                <a:lnTo>
                  <a:pt x="216797" y="316026"/>
                </a:lnTo>
                <a:lnTo>
                  <a:pt x="242624" y="275374"/>
                </a:lnTo>
                <a:lnTo>
                  <a:pt x="276507" y="241468"/>
                </a:lnTo>
                <a:lnTo>
                  <a:pt x="317133" y="215622"/>
                </a:lnTo>
                <a:lnTo>
                  <a:pt x="363189" y="199150"/>
                </a:lnTo>
                <a:lnTo>
                  <a:pt x="413360" y="193368"/>
                </a:lnTo>
                <a:lnTo>
                  <a:pt x="463532" y="199150"/>
                </a:lnTo>
                <a:lnTo>
                  <a:pt x="509588" y="215619"/>
                </a:lnTo>
                <a:lnTo>
                  <a:pt x="550216" y="241462"/>
                </a:lnTo>
                <a:lnTo>
                  <a:pt x="584102" y="275366"/>
                </a:lnTo>
                <a:lnTo>
                  <a:pt x="609934" y="316015"/>
                </a:lnTo>
                <a:lnTo>
                  <a:pt x="626398" y="362096"/>
                </a:lnTo>
                <a:lnTo>
                  <a:pt x="632181" y="412295"/>
                </a:lnTo>
                <a:lnTo>
                  <a:pt x="627639" y="456691"/>
                </a:lnTo>
                <a:lnTo>
                  <a:pt x="614450" y="498627"/>
                </a:lnTo>
                <a:lnTo>
                  <a:pt x="593272" y="536916"/>
                </a:lnTo>
                <a:lnTo>
                  <a:pt x="564761" y="570371"/>
                </a:lnTo>
                <a:lnTo>
                  <a:pt x="529574" y="597804"/>
                </a:lnTo>
                <a:lnTo>
                  <a:pt x="487585" y="626929"/>
                </a:lnTo>
                <a:lnTo>
                  <a:pt x="449609" y="660257"/>
                </a:lnTo>
                <a:lnTo>
                  <a:pt x="415884" y="697367"/>
                </a:lnTo>
                <a:lnTo>
                  <a:pt x="386646" y="737843"/>
                </a:lnTo>
                <a:lnTo>
                  <a:pt x="362131" y="781264"/>
                </a:lnTo>
                <a:lnTo>
                  <a:pt x="342576" y="827213"/>
                </a:lnTo>
                <a:lnTo>
                  <a:pt x="328218" y="875271"/>
                </a:lnTo>
                <a:lnTo>
                  <a:pt x="319293" y="925020"/>
                </a:lnTo>
                <a:lnTo>
                  <a:pt x="316037" y="976040"/>
                </a:lnTo>
                <a:lnTo>
                  <a:pt x="510604" y="976040"/>
                </a:lnTo>
                <a:lnTo>
                  <a:pt x="516629" y="924554"/>
                </a:lnTo>
                <a:lnTo>
                  <a:pt x="532686" y="876090"/>
                </a:lnTo>
                <a:lnTo>
                  <a:pt x="557985" y="832023"/>
                </a:lnTo>
                <a:lnTo>
                  <a:pt x="591738" y="793730"/>
                </a:lnTo>
                <a:lnTo>
                  <a:pt x="671794" y="735263"/>
                </a:lnTo>
                <a:lnTo>
                  <a:pt x="706603" y="704122"/>
                </a:lnTo>
                <a:lnTo>
                  <a:pt x="737390" y="669565"/>
                </a:lnTo>
                <a:lnTo>
                  <a:pt x="763962" y="631992"/>
                </a:lnTo>
                <a:lnTo>
                  <a:pt x="786126" y="591803"/>
                </a:lnTo>
                <a:lnTo>
                  <a:pt x="803691" y="549399"/>
                </a:lnTo>
                <a:lnTo>
                  <a:pt x="816463" y="505179"/>
                </a:lnTo>
                <a:lnTo>
                  <a:pt x="824250" y="459544"/>
                </a:lnTo>
                <a:lnTo>
                  <a:pt x="826860" y="412893"/>
                </a:lnTo>
                <a:lnTo>
                  <a:pt x="824100" y="365628"/>
                </a:lnTo>
                <a:lnTo>
                  <a:pt x="815734" y="318034"/>
                </a:lnTo>
                <a:lnTo>
                  <a:pt x="802237" y="272686"/>
                </a:lnTo>
                <a:lnTo>
                  <a:pt x="783954" y="229855"/>
                </a:lnTo>
                <a:lnTo>
                  <a:pt x="761229" y="189814"/>
                </a:lnTo>
                <a:lnTo>
                  <a:pt x="734406" y="152837"/>
                </a:lnTo>
                <a:lnTo>
                  <a:pt x="703829" y="119195"/>
                </a:lnTo>
                <a:lnTo>
                  <a:pt x="669843" y="89161"/>
                </a:lnTo>
                <a:lnTo>
                  <a:pt x="632792" y="63008"/>
                </a:lnTo>
                <a:lnTo>
                  <a:pt x="593020" y="41009"/>
                </a:lnTo>
                <a:lnTo>
                  <a:pt x="550871" y="23436"/>
                </a:lnTo>
                <a:lnTo>
                  <a:pt x="506690" y="10561"/>
                </a:lnTo>
                <a:lnTo>
                  <a:pt x="460821" y="2658"/>
                </a:lnTo>
                <a:lnTo>
                  <a:pt x="413607" y="0"/>
                </a:lnTo>
                <a:close/>
              </a:path>
            </a:pathLst>
          </a:custGeom>
          <a:solidFill>
            <a:srgbClr val="8FAADC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6495557" y="1548345"/>
            <a:ext cx="946150" cy="1212850"/>
            <a:chOff x="6495557" y="1548345"/>
            <a:chExt cx="946150" cy="1212850"/>
          </a:xfrm>
        </p:grpSpPr>
        <p:sp>
          <p:nvSpPr>
            <p:cNvPr id="43" name="object 43"/>
            <p:cNvSpPr/>
            <p:nvPr/>
          </p:nvSpPr>
          <p:spPr>
            <a:xfrm>
              <a:off x="6495557" y="1548345"/>
              <a:ext cx="826769" cy="945515"/>
            </a:xfrm>
            <a:custGeom>
              <a:avLst/>
              <a:gdLst/>
              <a:ahLst/>
              <a:cxnLst/>
              <a:rect l="l" t="t" r="r" b="b"/>
              <a:pathLst>
                <a:path w="826770" h="945514">
                  <a:moveTo>
                    <a:pt x="199800" y="59288"/>
                  </a:moveTo>
                  <a:lnTo>
                    <a:pt x="160002" y="86640"/>
                  </a:lnTo>
                  <a:lnTo>
                    <a:pt x="124025" y="117985"/>
                  </a:lnTo>
                  <a:lnTo>
                    <a:pt x="92454" y="152575"/>
                  </a:lnTo>
                  <a:lnTo>
                    <a:pt x="65367" y="189985"/>
                  </a:lnTo>
                  <a:lnTo>
                    <a:pt x="42845" y="229793"/>
                  </a:lnTo>
                  <a:lnTo>
                    <a:pt x="24968" y="271572"/>
                  </a:lnTo>
                  <a:lnTo>
                    <a:pt x="11815" y="314900"/>
                  </a:lnTo>
                  <a:lnTo>
                    <a:pt x="3465" y="359352"/>
                  </a:lnTo>
                  <a:lnTo>
                    <a:pt x="0" y="404505"/>
                  </a:lnTo>
                  <a:lnTo>
                    <a:pt x="1497" y="449933"/>
                  </a:lnTo>
                  <a:lnTo>
                    <a:pt x="8038" y="495212"/>
                  </a:lnTo>
                  <a:lnTo>
                    <a:pt x="19701" y="539919"/>
                  </a:lnTo>
                  <a:lnTo>
                    <a:pt x="36567" y="583630"/>
                  </a:lnTo>
                  <a:lnTo>
                    <a:pt x="58715" y="625919"/>
                  </a:lnTo>
                  <a:lnTo>
                    <a:pt x="225279" y="525408"/>
                  </a:lnTo>
                  <a:lnTo>
                    <a:pt x="204289" y="479451"/>
                  </a:lnTo>
                  <a:lnTo>
                    <a:pt x="194571" y="431499"/>
                  </a:lnTo>
                  <a:lnTo>
                    <a:pt x="195680" y="383356"/>
                  </a:lnTo>
                  <a:lnTo>
                    <a:pt x="207171" y="336826"/>
                  </a:lnTo>
                  <a:lnTo>
                    <a:pt x="228598" y="293713"/>
                  </a:lnTo>
                  <a:lnTo>
                    <a:pt x="259516" y="255821"/>
                  </a:lnTo>
                  <a:lnTo>
                    <a:pt x="299480" y="224952"/>
                  </a:lnTo>
                  <a:lnTo>
                    <a:pt x="345417" y="203984"/>
                  </a:lnTo>
                  <a:lnTo>
                    <a:pt x="393353" y="194291"/>
                  </a:lnTo>
                  <a:lnTo>
                    <a:pt x="441483" y="195427"/>
                  </a:lnTo>
                  <a:lnTo>
                    <a:pt x="488006" y="206945"/>
                  </a:lnTo>
                  <a:lnTo>
                    <a:pt x="531119" y="228400"/>
                  </a:lnTo>
                  <a:lnTo>
                    <a:pt x="569018" y="259344"/>
                  </a:lnTo>
                  <a:lnTo>
                    <a:pt x="599902" y="299330"/>
                  </a:lnTo>
                  <a:lnTo>
                    <a:pt x="618947" y="339682"/>
                  </a:lnTo>
                  <a:lnTo>
                    <a:pt x="629320" y="382396"/>
                  </a:lnTo>
                  <a:lnTo>
                    <a:pt x="630970" y="426115"/>
                  </a:lnTo>
                  <a:lnTo>
                    <a:pt x="623845" y="469483"/>
                  </a:lnTo>
                  <a:lnTo>
                    <a:pt x="607894" y="511145"/>
                  </a:lnTo>
                  <a:lnTo>
                    <a:pt x="586994" y="557769"/>
                  </a:lnTo>
                  <a:lnTo>
                    <a:pt x="571701" y="605917"/>
                  </a:lnTo>
                  <a:lnTo>
                    <a:pt x="562001" y="655109"/>
                  </a:lnTo>
                  <a:lnTo>
                    <a:pt x="557880" y="704863"/>
                  </a:lnTo>
                  <a:lnTo>
                    <a:pt x="559324" y="754699"/>
                  </a:lnTo>
                  <a:lnTo>
                    <a:pt x="566320" y="804136"/>
                  </a:lnTo>
                  <a:lnTo>
                    <a:pt x="578855" y="852695"/>
                  </a:lnTo>
                  <a:lnTo>
                    <a:pt x="596913" y="899894"/>
                  </a:lnTo>
                  <a:lnTo>
                    <a:pt x="620483" y="945253"/>
                  </a:lnTo>
                  <a:lnTo>
                    <a:pt x="787046" y="844742"/>
                  </a:lnTo>
                  <a:lnTo>
                    <a:pt x="765607" y="797554"/>
                  </a:lnTo>
                  <a:lnTo>
                    <a:pt x="754317" y="747770"/>
                  </a:lnTo>
                  <a:lnTo>
                    <a:pt x="753210" y="696976"/>
                  </a:lnTo>
                  <a:lnTo>
                    <a:pt x="762324" y="646759"/>
                  </a:lnTo>
                  <a:lnTo>
                    <a:pt x="800654" y="555350"/>
                  </a:lnTo>
                  <a:lnTo>
                    <a:pt x="814366" y="510709"/>
                  </a:lnTo>
                  <a:lnTo>
                    <a:pt x="822870" y="465222"/>
                  </a:lnTo>
                  <a:lnTo>
                    <a:pt x="826208" y="419330"/>
                  </a:lnTo>
                  <a:lnTo>
                    <a:pt x="824421" y="373476"/>
                  </a:lnTo>
                  <a:lnTo>
                    <a:pt x="817552" y="328101"/>
                  </a:lnTo>
                  <a:lnTo>
                    <a:pt x="805642" y="283647"/>
                  </a:lnTo>
                  <a:lnTo>
                    <a:pt x="788734" y="240558"/>
                  </a:lnTo>
                  <a:lnTo>
                    <a:pt x="766870" y="199273"/>
                  </a:lnTo>
                  <a:lnTo>
                    <a:pt x="740090" y="160236"/>
                  </a:lnTo>
                  <a:lnTo>
                    <a:pt x="708342" y="123814"/>
                  </a:lnTo>
                  <a:lnTo>
                    <a:pt x="673361" y="91965"/>
                  </a:lnTo>
                  <a:lnTo>
                    <a:pt x="635583" y="64744"/>
                  </a:lnTo>
                  <a:lnTo>
                    <a:pt x="595445" y="42206"/>
                  </a:lnTo>
                  <a:lnTo>
                    <a:pt x="553380" y="24407"/>
                  </a:lnTo>
                  <a:lnTo>
                    <a:pt x="509825" y="11402"/>
                  </a:lnTo>
                  <a:lnTo>
                    <a:pt x="465216" y="3248"/>
                  </a:lnTo>
                  <a:lnTo>
                    <a:pt x="419987" y="0"/>
                  </a:lnTo>
                  <a:lnTo>
                    <a:pt x="374575" y="1712"/>
                  </a:lnTo>
                  <a:lnTo>
                    <a:pt x="329414" y="8442"/>
                  </a:lnTo>
                  <a:lnTo>
                    <a:pt x="284941" y="20244"/>
                  </a:lnTo>
                  <a:lnTo>
                    <a:pt x="241591" y="37174"/>
                  </a:lnTo>
                  <a:lnTo>
                    <a:pt x="199800" y="5928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4" name="object 44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204056" y="2524452"/>
              <a:ext cx="237644" cy="236460"/>
            </a:xfrm>
            <a:prstGeom prst="rect">
              <a:avLst/>
            </a:prstGeom>
          </p:spPr>
        </p:pic>
      </p:grpSp>
      <p:grpSp>
        <p:nvGrpSpPr>
          <p:cNvPr id="45" name="object 45"/>
          <p:cNvGrpSpPr/>
          <p:nvPr/>
        </p:nvGrpSpPr>
        <p:grpSpPr>
          <a:xfrm>
            <a:off x="6173587" y="3026172"/>
            <a:ext cx="907415" cy="1234440"/>
            <a:chOff x="6173587" y="3026172"/>
            <a:chExt cx="907415" cy="1234440"/>
          </a:xfrm>
        </p:grpSpPr>
        <p:sp>
          <p:nvSpPr>
            <p:cNvPr id="46" name="object 46"/>
            <p:cNvSpPr/>
            <p:nvPr/>
          </p:nvSpPr>
          <p:spPr>
            <a:xfrm>
              <a:off x="6173587" y="3026172"/>
              <a:ext cx="826135" cy="956310"/>
            </a:xfrm>
            <a:custGeom>
              <a:avLst/>
              <a:gdLst/>
              <a:ahLst/>
              <a:cxnLst/>
              <a:rect l="l" t="t" r="r" b="b"/>
              <a:pathLst>
                <a:path w="826134" h="956310">
                  <a:moveTo>
                    <a:pt x="219729" y="47762"/>
                  </a:moveTo>
                  <a:lnTo>
                    <a:pt x="178471" y="72858"/>
                  </a:lnTo>
                  <a:lnTo>
                    <a:pt x="140806" y="102153"/>
                  </a:lnTo>
                  <a:lnTo>
                    <a:pt x="107359" y="134932"/>
                  </a:lnTo>
                  <a:lnTo>
                    <a:pt x="78233" y="170778"/>
                  </a:lnTo>
                  <a:lnTo>
                    <a:pt x="53531" y="209270"/>
                  </a:lnTo>
                  <a:lnTo>
                    <a:pt x="33357" y="249991"/>
                  </a:lnTo>
                  <a:lnTo>
                    <a:pt x="17814" y="292520"/>
                  </a:lnTo>
                  <a:lnTo>
                    <a:pt x="7004" y="336438"/>
                  </a:lnTo>
                  <a:lnTo>
                    <a:pt x="1032" y="381328"/>
                  </a:lnTo>
                  <a:lnTo>
                    <a:pt x="0" y="426769"/>
                  </a:lnTo>
                  <a:lnTo>
                    <a:pt x="4011" y="472342"/>
                  </a:lnTo>
                  <a:lnTo>
                    <a:pt x="13169" y="517629"/>
                  </a:lnTo>
                  <a:lnTo>
                    <a:pt x="27577" y="562210"/>
                  </a:lnTo>
                  <a:lnTo>
                    <a:pt x="47338" y="605666"/>
                  </a:lnTo>
                  <a:lnTo>
                    <a:pt x="219236" y="514578"/>
                  </a:lnTo>
                  <a:lnTo>
                    <a:pt x="200835" y="467524"/>
                  </a:lnTo>
                  <a:lnTo>
                    <a:pt x="193800" y="419105"/>
                  </a:lnTo>
                  <a:lnTo>
                    <a:pt x="197586" y="371099"/>
                  </a:lnTo>
                  <a:lnTo>
                    <a:pt x="211648" y="325281"/>
                  </a:lnTo>
                  <a:lnTo>
                    <a:pt x="235440" y="283427"/>
                  </a:lnTo>
                  <a:lnTo>
                    <a:pt x="268419" y="247313"/>
                  </a:lnTo>
                  <a:lnTo>
                    <a:pt x="310038" y="218716"/>
                  </a:lnTo>
                  <a:lnTo>
                    <a:pt x="357071" y="200336"/>
                  </a:lnTo>
                  <a:lnTo>
                    <a:pt x="405471" y="193325"/>
                  </a:lnTo>
                  <a:lnTo>
                    <a:pt x="453464" y="197137"/>
                  </a:lnTo>
                  <a:lnTo>
                    <a:pt x="499274" y="211226"/>
                  </a:lnTo>
                  <a:lnTo>
                    <a:pt x="541126" y="235045"/>
                  </a:lnTo>
                  <a:lnTo>
                    <a:pt x="577245" y="268050"/>
                  </a:lnTo>
                  <a:lnTo>
                    <a:pt x="605856" y="309693"/>
                  </a:lnTo>
                  <a:lnTo>
                    <a:pt x="622627" y="351042"/>
                  </a:lnTo>
                  <a:lnTo>
                    <a:pt x="630608" y="394267"/>
                  </a:lnTo>
                  <a:lnTo>
                    <a:pt x="629822" y="438009"/>
                  </a:lnTo>
                  <a:lnTo>
                    <a:pt x="620295" y="480914"/>
                  </a:lnTo>
                  <a:lnTo>
                    <a:pt x="602051" y="521624"/>
                  </a:lnTo>
                  <a:lnTo>
                    <a:pt x="578590" y="567013"/>
                  </a:lnTo>
                  <a:lnTo>
                    <a:pt x="560641" y="614236"/>
                  </a:lnTo>
                  <a:lnTo>
                    <a:pt x="548219" y="662811"/>
                  </a:lnTo>
                  <a:lnTo>
                    <a:pt x="541337" y="712259"/>
                  </a:lnTo>
                  <a:lnTo>
                    <a:pt x="540006" y="762098"/>
                  </a:lnTo>
                  <a:lnTo>
                    <a:pt x="544241" y="811849"/>
                  </a:lnTo>
                  <a:lnTo>
                    <a:pt x="554055" y="861029"/>
                  </a:lnTo>
                  <a:lnTo>
                    <a:pt x="569459" y="909160"/>
                  </a:lnTo>
                  <a:lnTo>
                    <a:pt x="590468" y="955760"/>
                  </a:lnTo>
                  <a:lnTo>
                    <a:pt x="762366" y="864672"/>
                  </a:lnTo>
                  <a:lnTo>
                    <a:pt x="743585" y="816364"/>
                  </a:lnTo>
                  <a:lnTo>
                    <a:pt x="735082" y="766029"/>
                  </a:lnTo>
                  <a:lnTo>
                    <a:pt x="736804" y="715252"/>
                  </a:lnTo>
                  <a:lnTo>
                    <a:pt x="748697" y="665619"/>
                  </a:lnTo>
                  <a:lnTo>
                    <a:pt x="792053" y="576485"/>
                  </a:lnTo>
                  <a:lnTo>
                    <a:pt x="808228" y="532676"/>
                  </a:lnTo>
                  <a:lnTo>
                    <a:pt x="819249" y="487733"/>
                  </a:lnTo>
                  <a:lnTo>
                    <a:pt x="825135" y="442097"/>
                  </a:lnTo>
                  <a:lnTo>
                    <a:pt x="825902" y="396215"/>
                  </a:lnTo>
                  <a:lnTo>
                    <a:pt x="821568" y="350528"/>
                  </a:lnTo>
                  <a:lnTo>
                    <a:pt x="812151" y="305481"/>
                  </a:lnTo>
                  <a:lnTo>
                    <a:pt x="797666" y="261517"/>
                  </a:lnTo>
                  <a:lnTo>
                    <a:pt x="778132" y="219080"/>
                  </a:lnTo>
                  <a:lnTo>
                    <a:pt x="753566" y="178614"/>
                  </a:lnTo>
                  <a:lnTo>
                    <a:pt x="723893" y="140482"/>
                  </a:lnTo>
                  <a:lnTo>
                    <a:pt x="690738" y="106736"/>
                  </a:lnTo>
                  <a:lnTo>
                    <a:pt x="654534" y="77455"/>
                  </a:lnTo>
                  <a:lnTo>
                    <a:pt x="615711" y="52719"/>
                  </a:lnTo>
                  <a:lnTo>
                    <a:pt x="574702" y="32607"/>
                  </a:lnTo>
                  <a:lnTo>
                    <a:pt x="531938" y="17199"/>
                  </a:lnTo>
                  <a:lnTo>
                    <a:pt x="487852" y="6576"/>
                  </a:lnTo>
                  <a:lnTo>
                    <a:pt x="442874" y="816"/>
                  </a:lnTo>
                  <a:lnTo>
                    <a:pt x="397437" y="0"/>
                  </a:lnTo>
                  <a:lnTo>
                    <a:pt x="351972" y="4206"/>
                  </a:lnTo>
                  <a:lnTo>
                    <a:pt x="306911" y="13516"/>
                  </a:lnTo>
                  <a:lnTo>
                    <a:pt x="262686" y="28008"/>
                  </a:lnTo>
                  <a:lnTo>
                    <a:pt x="219729" y="47762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7" name="object 47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843371" y="4023209"/>
              <a:ext cx="237508" cy="236955"/>
            </a:xfrm>
            <a:prstGeom prst="rect">
              <a:avLst/>
            </a:prstGeom>
          </p:spPr>
        </p:pic>
      </p:grpSp>
      <p:grpSp>
        <p:nvGrpSpPr>
          <p:cNvPr id="48" name="object 48"/>
          <p:cNvGrpSpPr/>
          <p:nvPr/>
        </p:nvGrpSpPr>
        <p:grpSpPr>
          <a:xfrm>
            <a:off x="10520935" y="396536"/>
            <a:ext cx="935355" cy="1219200"/>
            <a:chOff x="10520935" y="396536"/>
            <a:chExt cx="935355" cy="1219200"/>
          </a:xfrm>
        </p:grpSpPr>
        <p:sp>
          <p:nvSpPr>
            <p:cNvPr id="49" name="object 49"/>
            <p:cNvSpPr/>
            <p:nvPr/>
          </p:nvSpPr>
          <p:spPr>
            <a:xfrm>
              <a:off x="10672635" y="396536"/>
              <a:ext cx="784225" cy="946785"/>
            </a:xfrm>
            <a:custGeom>
              <a:avLst/>
              <a:gdLst/>
              <a:ahLst/>
              <a:cxnLst/>
              <a:rect l="l" t="t" r="r" b="b"/>
              <a:pathLst>
                <a:path w="784225" h="946785">
                  <a:moveTo>
                    <a:pt x="581321" y="57556"/>
                  </a:moveTo>
                  <a:lnTo>
                    <a:pt x="538389" y="35445"/>
                  </a:lnTo>
                  <a:lnTo>
                    <a:pt x="493749" y="18589"/>
                  </a:lnTo>
                  <a:lnTo>
                    <a:pt x="448336" y="7150"/>
                  </a:lnTo>
                  <a:lnTo>
                    <a:pt x="402561" y="997"/>
                  </a:lnTo>
                  <a:lnTo>
                    <a:pt x="356835" y="0"/>
                  </a:lnTo>
                  <a:lnTo>
                    <a:pt x="311570" y="4027"/>
                  </a:lnTo>
                  <a:lnTo>
                    <a:pt x="267177" y="12948"/>
                  </a:lnTo>
                  <a:lnTo>
                    <a:pt x="224068" y="26633"/>
                  </a:lnTo>
                  <a:lnTo>
                    <a:pt x="182653" y="44952"/>
                  </a:lnTo>
                  <a:lnTo>
                    <a:pt x="143345" y="67773"/>
                  </a:lnTo>
                  <a:lnTo>
                    <a:pt x="106554" y="94966"/>
                  </a:lnTo>
                  <a:lnTo>
                    <a:pt x="72693" y="126401"/>
                  </a:lnTo>
                  <a:lnTo>
                    <a:pt x="42171" y="161947"/>
                  </a:lnTo>
                  <a:lnTo>
                    <a:pt x="15402" y="201474"/>
                  </a:lnTo>
                  <a:lnTo>
                    <a:pt x="182779" y="300625"/>
                  </a:lnTo>
                  <a:lnTo>
                    <a:pt x="213328" y="260382"/>
                  </a:lnTo>
                  <a:lnTo>
                    <a:pt x="250969" y="229125"/>
                  </a:lnTo>
                  <a:lnTo>
                    <a:pt x="293902" y="207315"/>
                  </a:lnTo>
                  <a:lnTo>
                    <a:pt x="340329" y="195414"/>
                  </a:lnTo>
                  <a:lnTo>
                    <a:pt x="388449" y="193883"/>
                  </a:lnTo>
                  <a:lnTo>
                    <a:pt x="436462" y="203183"/>
                  </a:lnTo>
                  <a:lnTo>
                    <a:pt x="482569" y="223776"/>
                  </a:lnTo>
                  <a:lnTo>
                    <a:pt x="522783" y="254317"/>
                  </a:lnTo>
                  <a:lnTo>
                    <a:pt x="554010" y="291955"/>
                  </a:lnTo>
                  <a:lnTo>
                    <a:pt x="575791" y="334890"/>
                  </a:lnTo>
                  <a:lnTo>
                    <a:pt x="587664" y="381324"/>
                  </a:lnTo>
                  <a:lnTo>
                    <a:pt x="589172" y="429456"/>
                  </a:lnTo>
                  <a:lnTo>
                    <a:pt x="579852" y="477488"/>
                  </a:lnTo>
                  <a:lnTo>
                    <a:pt x="559246" y="523619"/>
                  </a:lnTo>
                  <a:lnTo>
                    <a:pt x="532715" y="559496"/>
                  </a:lnTo>
                  <a:lnTo>
                    <a:pt x="499999" y="588851"/>
                  </a:lnTo>
                  <a:lnTo>
                    <a:pt x="462268" y="610997"/>
                  </a:lnTo>
                  <a:lnTo>
                    <a:pt x="420693" y="625247"/>
                  </a:lnTo>
                  <a:lnTo>
                    <a:pt x="376444" y="630916"/>
                  </a:lnTo>
                  <a:lnTo>
                    <a:pt x="325480" y="634573"/>
                  </a:lnTo>
                  <a:lnTo>
                    <a:pt x="275828" y="643891"/>
                  </a:lnTo>
                  <a:lnTo>
                    <a:pt x="227904" y="658630"/>
                  </a:lnTo>
                  <a:lnTo>
                    <a:pt x="182126" y="678549"/>
                  </a:lnTo>
                  <a:lnTo>
                    <a:pt x="138910" y="703410"/>
                  </a:lnTo>
                  <a:lnTo>
                    <a:pt x="98672" y="732973"/>
                  </a:lnTo>
                  <a:lnTo>
                    <a:pt x="61830" y="766998"/>
                  </a:lnTo>
                  <a:lnTo>
                    <a:pt x="28800" y="805246"/>
                  </a:lnTo>
                  <a:lnTo>
                    <a:pt x="0" y="847477"/>
                  </a:lnTo>
                  <a:lnTo>
                    <a:pt x="167377" y="946628"/>
                  </a:lnTo>
                  <a:lnTo>
                    <a:pt x="198797" y="905407"/>
                  </a:lnTo>
                  <a:lnTo>
                    <a:pt x="237307" y="871898"/>
                  </a:lnTo>
                  <a:lnTo>
                    <a:pt x="281527" y="846881"/>
                  </a:lnTo>
                  <a:lnTo>
                    <a:pt x="330077" y="831140"/>
                  </a:lnTo>
                  <a:lnTo>
                    <a:pt x="428740" y="821640"/>
                  </a:lnTo>
                  <a:lnTo>
                    <a:pt x="474554" y="812589"/>
                  </a:lnTo>
                  <a:lnTo>
                    <a:pt x="518649" y="798550"/>
                  </a:lnTo>
                  <a:lnTo>
                    <a:pt x="560654" y="779769"/>
                  </a:lnTo>
                  <a:lnTo>
                    <a:pt x="600201" y="756491"/>
                  </a:lnTo>
                  <a:lnTo>
                    <a:pt x="636920" y="728963"/>
                  </a:lnTo>
                  <a:lnTo>
                    <a:pt x="670442" y="697431"/>
                  </a:lnTo>
                  <a:lnTo>
                    <a:pt x="700397" y="662142"/>
                  </a:lnTo>
                  <a:lnTo>
                    <a:pt x="726415" y="623341"/>
                  </a:lnTo>
                  <a:lnTo>
                    <a:pt x="748127" y="581274"/>
                  </a:lnTo>
                  <a:lnTo>
                    <a:pt x="765183" y="536068"/>
                  </a:lnTo>
                  <a:lnTo>
                    <a:pt x="776682" y="490179"/>
                  </a:lnTo>
                  <a:lnTo>
                    <a:pt x="782780" y="444016"/>
                  </a:lnTo>
                  <a:lnTo>
                    <a:pt x="783635" y="397991"/>
                  </a:lnTo>
                  <a:lnTo>
                    <a:pt x="779404" y="352512"/>
                  </a:lnTo>
                  <a:lnTo>
                    <a:pt x="770244" y="307990"/>
                  </a:lnTo>
                  <a:lnTo>
                    <a:pt x="756313" y="264834"/>
                  </a:lnTo>
                  <a:lnTo>
                    <a:pt x="737767" y="223455"/>
                  </a:lnTo>
                  <a:lnTo>
                    <a:pt x="714763" y="184262"/>
                  </a:lnTo>
                  <a:lnTo>
                    <a:pt x="687460" y="147666"/>
                  </a:lnTo>
                  <a:lnTo>
                    <a:pt x="656014" y="114076"/>
                  </a:lnTo>
                  <a:lnTo>
                    <a:pt x="620582" y="83903"/>
                  </a:lnTo>
                  <a:lnTo>
                    <a:pt x="581321" y="57556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50" name="object 50"/>
            <p:cNvPicPr/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520935" y="1378733"/>
              <a:ext cx="237592" cy="236587"/>
            </a:xfrm>
            <a:prstGeom prst="rect">
              <a:avLst/>
            </a:prstGeom>
          </p:spPr>
        </p:pic>
      </p:grp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2.</a:t>
            </a:r>
            <a:r>
              <a:rPr spc="-190" dirty="0"/>
              <a:t> </a:t>
            </a:r>
            <a:r>
              <a:rPr spc="-55" dirty="0"/>
              <a:t>Bluetooth</a:t>
            </a:r>
            <a:r>
              <a:rPr spc="-190" dirty="0"/>
              <a:t> </a:t>
            </a:r>
            <a:r>
              <a:rPr spc="-35" dirty="0"/>
              <a:t>Scanning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2344928"/>
            <a:ext cx="5926455" cy="17341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Follow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along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through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3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Lab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Manual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236220" lvl="0" indent="0" defTabSz="914400" eaLnBrk="1" fontAlgn="auto" latinLnBrk="0" hangingPunct="1">
              <a:lnSpc>
                <a:spcPts val="25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should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able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detect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(and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some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fellow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students)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4700981"/>
            <a:ext cx="5751195" cy="721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4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sure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note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device’s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address!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You’ll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using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lot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0292842" y="3375405"/>
            <a:ext cx="770255" cy="1440815"/>
            <a:chOff x="10292842" y="3375405"/>
            <a:chExt cx="770255" cy="1440815"/>
          </a:xfrm>
        </p:grpSpPr>
        <p:sp>
          <p:nvSpPr>
            <p:cNvPr id="6" name="object 6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378713" y="0"/>
                  </a:moveTo>
                  <a:lnTo>
                    <a:pt x="0" y="378714"/>
                  </a:lnTo>
                  <a:lnTo>
                    <a:pt x="189356" y="378714"/>
                  </a:lnTo>
                  <a:lnTo>
                    <a:pt x="189356" y="1427988"/>
                  </a:lnTo>
                  <a:lnTo>
                    <a:pt x="568071" y="1427988"/>
                  </a:lnTo>
                  <a:lnTo>
                    <a:pt x="568071" y="378714"/>
                  </a:lnTo>
                  <a:lnTo>
                    <a:pt x="757427" y="378714"/>
                  </a:lnTo>
                  <a:lnTo>
                    <a:pt x="378713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189356" y="1427988"/>
                  </a:moveTo>
                  <a:lnTo>
                    <a:pt x="189356" y="378714"/>
                  </a:lnTo>
                  <a:lnTo>
                    <a:pt x="0" y="378714"/>
                  </a:lnTo>
                  <a:lnTo>
                    <a:pt x="378713" y="0"/>
                  </a:lnTo>
                  <a:lnTo>
                    <a:pt x="757427" y="378714"/>
                  </a:lnTo>
                  <a:lnTo>
                    <a:pt x="568071" y="378714"/>
                  </a:lnTo>
                  <a:lnTo>
                    <a:pt x="568071" y="1427988"/>
                  </a:lnTo>
                  <a:lnTo>
                    <a:pt x="189356" y="1427988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0571606" y="3990933"/>
            <a:ext cx="254000" cy="40195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USB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8328218" y="1107470"/>
            <a:ext cx="1367790" cy="2837180"/>
            <a:chOff x="8328218" y="1107470"/>
            <a:chExt cx="1367790" cy="2837180"/>
          </a:xfrm>
        </p:grpSpPr>
        <p:sp>
          <p:nvSpPr>
            <p:cNvPr id="10" name="object 10"/>
            <p:cNvSpPr/>
            <p:nvPr/>
          </p:nvSpPr>
          <p:spPr>
            <a:xfrm>
              <a:off x="8328218" y="1229257"/>
              <a:ext cx="1367790" cy="2715260"/>
            </a:xfrm>
            <a:custGeom>
              <a:avLst/>
              <a:gdLst/>
              <a:ahLst/>
              <a:cxnLst/>
              <a:rect l="l" t="t" r="r" b="b"/>
              <a:pathLst>
                <a:path w="1367790" h="2715260">
                  <a:moveTo>
                    <a:pt x="764036" y="1591707"/>
                  </a:moveTo>
                  <a:lnTo>
                    <a:pt x="571260" y="1591707"/>
                  </a:lnTo>
                  <a:lnTo>
                    <a:pt x="571260" y="2715246"/>
                  </a:lnTo>
                  <a:lnTo>
                    <a:pt x="1036790" y="2250399"/>
                  </a:lnTo>
                  <a:lnTo>
                    <a:pt x="764036" y="2250399"/>
                  </a:lnTo>
                  <a:lnTo>
                    <a:pt x="764036" y="1591707"/>
                  </a:lnTo>
                  <a:close/>
                </a:path>
                <a:path w="1367790" h="2715260">
                  <a:moveTo>
                    <a:pt x="1037457" y="1590099"/>
                  </a:moveTo>
                  <a:lnTo>
                    <a:pt x="764036" y="1590099"/>
                  </a:lnTo>
                  <a:lnTo>
                    <a:pt x="1094647" y="1920249"/>
                  </a:lnTo>
                  <a:lnTo>
                    <a:pt x="764036" y="2250399"/>
                  </a:lnTo>
                  <a:lnTo>
                    <a:pt x="1036790" y="2250399"/>
                  </a:lnTo>
                  <a:lnTo>
                    <a:pt x="1367425" y="1920249"/>
                  </a:lnTo>
                  <a:lnTo>
                    <a:pt x="1037457" y="1590099"/>
                  </a:lnTo>
                  <a:close/>
                </a:path>
                <a:path w="1367790" h="2715260">
                  <a:moveTo>
                    <a:pt x="136228" y="688375"/>
                  </a:moveTo>
                  <a:lnTo>
                    <a:pt x="0" y="824678"/>
                  </a:lnTo>
                  <a:lnTo>
                    <a:pt x="532704" y="1357676"/>
                  </a:lnTo>
                  <a:lnTo>
                    <a:pt x="0" y="1890674"/>
                  </a:lnTo>
                  <a:lnTo>
                    <a:pt x="136228" y="2026977"/>
                  </a:lnTo>
                  <a:lnTo>
                    <a:pt x="571260" y="1591707"/>
                  </a:lnTo>
                  <a:lnTo>
                    <a:pt x="764036" y="1591707"/>
                  </a:lnTo>
                  <a:lnTo>
                    <a:pt x="764036" y="1590099"/>
                  </a:lnTo>
                  <a:lnTo>
                    <a:pt x="1037457" y="1590099"/>
                  </a:lnTo>
                  <a:lnTo>
                    <a:pt x="805161" y="1357676"/>
                  </a:lnTo>
                  <a:lnTo>
                    <a:pt x="1036493" y="1126217"/>
                  </a:lnTo>
                  <a:lnTo>
                    <a:pt x="764036" y="1126217"/>
                  </a:lnTo>
                  <a:lnTo>
                    <a:pt x="764036" y="1123646"/>
                  </a:lnTo>
                  <a:lnTo>
                    <a:pt x="571260" y="1123646"/>
                  </a:lnTo>
                  <a:lnTo>
                    <a:pt x="136228" y="688375"/>
                  </a:lnTo>
                  <a:close/>
                </a:path>
                <a:path w="1367790" h="2715260">
                  <a:moveTo>
                    <a:pt x="1036834" y="464953"/>
                  </a:moveTo>
                  <a:lnTo>
                    <a:pt x="764036" y="464953"/>
                  </a:lnTo>
                  <a:lnTo>
                    <a:pt x="1094647" y="795103"/>
                  </a:lnTo>
                  <a:lnTo>
                    <a:pt x="764036" y="1126217"/>
                  </a:lnTo>
                  <a:lnTo>
                    <a:pt x="1036493" y="1126217"/>
                  </a:lnTo>
                  <a:lnTo>
                    <a:pt x="1367425" y="795103"/>
                  </a:lnTo>
                  <a:lnTo>
                    <a:pt x="1036834" y="464953"/>
                  </a:lnTo>
                  <a:close/>
                </a:path>
                <a:path w="1367790" h="2715260">
                  <a:moveTo>
                    <a:pt x="571259" y="0"/>
                  </a:moveTo>
                  <a:lnTo>
                    <a:pt x="571260" y="1123646"/>
                  </a:lnTo>
                  <a:lnTo>
                    <a:pt x="764036" y="1123646"/>
                  </a:lnTo>
                  <a:lnTo>
                    <a:pt x="764036" y="464953"/>
                  </a:lnTo>
                  <a:lnTo>
                    <a:pt x="1036834" y="464953"/>
                  </a:lnTo>
                  <a:lnTo>
                    <a:pt x="571259" y="0"/>
                  </a:lnTo>
                  <a:close/>
                </a:path>
              </a:pathLst>
            </a:custGeom>
            <a:solidFill>
              <a:srgbClr val="455FD5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720652" y="1107470"/>
              <a:ext cx="237818" cy="238126"/>
            </a:xfrm>
            <a:prstGeom prst="rect">
              <a:avLst/>
            </a:prstGeom>
          </p:spPr>
        </p:pic>
      </p:grpSp>
      <p:sp>
        <p:nvSpPr>
          <p:cNvPr id="12" name="object 12"/>
          <p:cNvSpPr/>
          <p:nvPr/>
        </p:nvSpPr>
        <p:spPr>
          <a:xfrm>
            <a:off x="10219840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0219840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0219840" y="285136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10219840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0219840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10219840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11034235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11034235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11034235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1034235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11034235" y="285136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11034235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10691953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10880798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1078637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10597530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1040868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10503107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9945179" y="3288313"/>
            <a:ext cx="1449705" cy="2417445"/>
            <a:chOff x="9945179" y="3288313"/>
            <a:chExt cx="1449705" cy="2417445"/>
          </a:xfrm>
        </p:grpSpPr>
        <p:sp>
          <p:nvSpPr>
            <p:cNvPr id="31" name="object 31"/>
            <p:cNvSpPr/>
            <p:nvPr/>
          </p:nvSpPr>
          <p:spPr>
            <a:xfrm>
              <a:off x="10408679" y="3288322"/>
              <a:ext cx="519430" cy="83185"/>
            </a:xfrm>
            <a:custGeom>
              <a:avLst/>
              <a:gdLst/>
              <a:ahLst/>
              <a:cxnLst/>
              <a:rect l="l" t="t" r="r" b="b"/>
              <a:pathLst>
                <a:path w="519429" h="83185">
                  <a:moveTo>
                    <a:pt x="47218" y="82664"/>
                  </a:moveTo>
                  <a:lnTo>
                    <a:pt x="47205" y="0"/>
                  </a:lnTo>
                  <a:lnTo>
                    <a:pt x="0" y="0"/>
                  </a:lnTo>
                  <a:lnTo>
                    <a:pt x="0" y="82664"/>
                  </a:lnTo>
                  <a:lnTo>
                    <a:pt x="47218" y="82664"/>
                  </a:lnTo>
                  <a:close/>
                </a:path>
                <a:path w="519429" h="83185">
                  <a:moveTo>
                    <a:pt x="141630" y="0"/>
                  </a:moveTo>
                  <a:lnTo>
                    <a:pt x="94424" y="0"/>
                  </a:lnTo>
                  <a:lnTo>
                    <a:pt x="94424" y="82664"/>
                  </a:lnTo>
                  <a:lnTo>
                    <a:pt x="141630" y="82664"/>
                  </a:lnTo>
                  <a:lnTo>
                    <a:pt x="141630" y="0"/>
                  </a:lnTo>
                  <a:close/>
                </a:path>
                <a:path w="519429" h="83185">
                  <a:moveTo>
                    <a:pt x="236054" y="0"/>
                  </a:moveTo>
                  <a:lnTo>
                    <a:pt x="188849" y="0"/>
                  </a:lnTo>
                  <a:lnTo>
                    <a:pt x="188849" y="82664"/>
                  </a:lnTo>
                  <a:lnTo>
                    <a:pt x="236054" y="82664"/>
                  </a:lnTo>
                  <a:lnTo>
                    <a:pt x="236054" y="0"/>
                  </a:lnTo>
                  <a:close/>
                </a:path>
                <a:path w="519429" h="83185">
                  <a:moveTo>
                    <a:pt x="330479" y="0"/>
                  </a:moveTo>
                  <a:lnTo>
                    <a:pt x="283273" y="0"/>
                  </a:lnTo>
                  <a:lnTo>
                    <a:pt x="283273" y="82664"/>
                  </a:lnTo>
                  <a:lnTo>
                    <a:pt x="330479" y="82664"/>
                  </a:lnTo>
                  <a:lnTo>
                    <a:pt x="330479" y="0"/>
                  </a:lnTo>
                  <a:close/>
                </a:path>
                <a:path w="519429" h="83185">
                  <a:moveTo>
                    <a:pt x="424903" y="0"/>
                  </a:moveTo>
                  <a:lnTo>
                    <a:pt x="377685" y="0"/>
                  </a:lnTo>
                  <a:lnTo>
                    <a:pt x="377685" y="82664"/>
                  </a:lnTo>
                  <a:lnTo>
                    <a:pt x="424903" y="82664"/>
                  </a:lnTo>
                  <a:lnTo>
                    <a:pt x="424903" y="0"/>
                  </a:lnTo>
                  <a:close/>
                </a:path>
                <a:path w="519429" h="83185">
                  <a:moveTo>
                    <a:pt x="519328" y="0"/>
                  </a:moveTo>
                  <a:lnTo>
                    <a:pt x="472109" y="0"/>
                  </a:lnTo>
                  <a:lnTo>
                    <a:pt x="472109" y="82664"/>
                  </a:lnTo>
                  <a:lnTo>
                    <a:pt x="519328" y="82664"/>
                  </a:lnTo>
                  <a:lnTo>
                    <a:pt x="519328" y="0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9945179" y="4724136"/>
              <a:ext cx="1449705" cy="981075"/>
            </a:xfrm>
            <a:custGeom>
              <a:avLst/>
              <a:gdLst/>
              <a:ahLst/>
              <a:cxnLst/>
              <a:rect l="l" t="t" r="r" b="b"/>
              <a:pathLst>
                <a:path w="1449704" h="981075">
                  <a:moveTo>
                    <a:pt x="1364122" y="0"/>
                  </a:moveTo>
                  <a:lnTo>
                    <a:pt x="85257" y="0"/>
                  </a:lnTo>
                  <a:lnTo>
                    <a:pt x="52153" y="6731"/>
                  </a:lnTo>
                  <a:lnTo>
                    <a:pt x="25044" y="25058"/>
                  </a:lnTo>
                  <a:lnTo>
                    <a:pt x="6727" y="52182"/>
                  </a:lnTo>
                  <a:lnTo>
                    <a:pt x="0" y="85304"/>
                  </a:lnTo>
                  <a:lnTo>
                    <a:pt x="0" y="981002"/>
                  </a:lnTo>
                  <a:lnTo>
                    <a:pt x="1449380" y="981002"/>
                  </a:lnTo>
                  <a:lnTo>
                    <a:pt x="1449380" y="853045"/>
                  </a:lnTo>
                  <a:lnTo>
                    <a:pt x="127886" y="853045"/>
                  </a:lnTo>
                  <a:lnTo>
                    <a:pt x="127886" y="127956"/>
                  </a:lnTo>
                  <a:lnTo>
                    <a:pt x="1449380" y="127956"/>
                  </a:lnTo>
                  <a:lnTo>
                    <a:pt x="1449380" y="85304"/>
                  </a:lnTo>
                  <a:lnTo>
                    <a:pt x="1442652" y="52182"/>
                  </a:lnTo>
                  <a:lnTo>
                    <a:pt x="1424335" y="25058"/>
                  </a:lnTo>
                  <a:lnTo>
                    <a:pt x="1397226" y="6731"/>
                  </a:lnTo>
                  <a:lnTo>
                    <a:pt x="1364122" y="0"/>
                  </a:lnTo>
                  <a:close/>
                </a:path>
                <a:path w="1449704" h="981075">
                  <a:moveTo>
                    <a:pt x="1449380" y="127956"/>
                  </a:moveTo>
                  <a:lnTo>
                    <a:pt x="1321493" y="127956"/>
                  </a:lnTo>
                  <a:lnTo>
                    <a:pt x="1321493" y="853045"/>
                  </a:lnTo>
                  <a:lnTo>
                    <a:pt x="1449380" y="853045"/>
                  </a:lnTo>
                  <a:lnTo>
                    <a:pt x="1449380" y="12795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33" name="object 33"/>
          <p:cNvSpPr/>
          <p:nvPr/>
        </p:nvSpPr>
        <p:spPr>
          <a:xfrm>
            <a:off x="10349662" y="2603372"/>
            <a:ext cx="637540" cy="638175"/>
          </a:xfrm>
          <a:custGeom>
            <a:avLst/>
            <a:gdLst/>
            <a:ahLst/>
            <a:cxnLst/>
            <a:rect l="l" t="t" r="r" b="b"/>
            <a:pathLst>
              <a:path w="637540" h="638175">
                <a:moveTo>
                  <a:pt x="472122" y="165341"/>
                </a:moveTo>
                <a:lnTo>
                  <a:pt x="165239" y="165341"/>
                </a:lnTo>
                <a:lnTo>
                  <a:pt x="165239" y="472376"/>
                </a:lnTo>
                <a:lnTo>
                  <a:pt x="472122" y="472376"/>
                </a:lnTo>
                <a:lnTo>
                  <a:pt x="472122" y="165341"/>
                </a:lnTo>
                <a:close/>
              </a:path>
              <a:path w="637540" h="638175">
                <a:moveTo>
                  <a:pt x="637362" y="47244"/>
                </a:moveTo>
                <a:lnTo>
                  <a:pt x="633641" y="28854"/>
                </a:lnTo>
                <a:lnTo>
                  <a:pt x="623531" y="13843"/>
                </a:lnTo>
                <a:lnTo>
                  <a:pt x="608520" y="3721"/>
                </a:lnTo>
                <a:lnTo>
                  <a:pt x="590143" y="0"/>
                </a:lnTo>
                <a:lnTo>
                  <a:pt x="519328" y="0"/>
                </a:lnTo>
                <a:lnTo>
                  <a:pt x="519328" y="118097"/>
                </a:lnTo>
                <a:lnTo>
                  <a:pt x="519328" y="519620"/>
                </a:lnTo>
                <a:lnTo>
                  <a:pt x="118033" y="519620"/>
                </a:lnTo>
                <a:lnTo>
                  <a:pt x="118033" y="118097"/>
                </a:lnTo>
                <a:lnTo>
                  <a:pt x="519328" y="118097"/>
                </a:lnTo>
                <a:lnTo>
                  <a:pt x="519328" y="0"/>
                </a:lnTo>
                <a:lnTo>
                  <a:pt x="47218" y="0"/>
                </a:lnTo>
                <a:lnTo>
                  <a:pt x="28841" y="3721"/>
                </a:lnTo>
                <a:lnTo>
                  <a:pt x="13830" y="13843"/>
                </a:lnTo>
                <a:lnTo>
                  <a:pt x="3708" y="28854"/>
                </a:lnTo>
                <a:lnTo>
                  <a:pt x="0" y="47244"/>
                </a:lnTo>
                <a:lnTo>
                  <a:pt x="0" y="590473"/>
                </a:lnTo>
                <a:lnTo>
                  <a:pt x="3708" y="608863"/>
                </a:lnTo>
                <a:lnTo>
                  <a:pt x="13830" y="623874"/>
                </a:lnTo>
                <a:lnTo>
                  <a:pt x="28841" y="633996"/>
                </a:lnTo>
                <a:lnTo>
                  <a:pt x="47218" y="637705"/>
                </a:lnTo>
                <a:lnTo>
                  <a:pt x="590143" y="637705"/>
                </a:lnTo>
                <a:lnTo>
                  <a:pt x="608520" y="633996"/>
                </a:lnTo>
                <a:lnTo>
                  <a:pt x="623531" y="623874"/>
                </a:lnTo>
                <a:lnTo>
                  <a:pt x="633641" y="608863"/>
                </a:lnTo>
                <a:lnTo>
                  <a:pt x="637362" y="590473"/>
                </a:lnTo>
                <a:lnTo>
                  <a:pt x="637362" y="519620"/>
                </a:lnTo>
                <a:lnTo>
                  <a:pt x="637362" y="118097"/>
                </a:lnTo>
                <a:lnTo>
                  <a:pt x="637362" y="47244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7106526" y="4510887"/>
            <a:ext cx="953135" cy="853440"/>
          </a:xfrm>
          <a:custGeom>
            <a:avLst/>
            <a:gdLst/>
            <a:ahLst/>
            <a:cxnLst/>
            <a:rect l="l" t="t" r="r" b="b"/>
            <a:pathLst>
              <a:path w="953134" h="853439">
                <a:moveTo>
                  <a:pt x="716153" y="511822"/>
                </a:moveTo>
                <a:lnTo>
                  <a:pt x="713028" y="465683"/>
                </a:lnTo>
                <a:lnTo>
                  <a:pt x="703922" y="421386"/>
                </a:lnTo>
                <a:lnTo>
                  <a:pt x="689254" y="379336"/>
                </a:lnTo>
                <a:lnTo>
                  <a:pt x="669429" y="339953"/>
                </a:lnTo>
                <a:lnTo>
                  <a:pt x="644867" y="303644"/>
                </a:lnTo>
                <a:lnTo>
                  <a:pt x="615975" y="270840"/>
                </a:lnTo>
                <a:lnTo>
                  <a:pt x="583196" y="241935"/>
                </a:lnTo>
                <a:lnTo>
                  <a:pt x="546912" y="217360"/>
                </a:lnTo>
                <a:lnTo>
                  <a:pt x="507542" y="197523"/>
                </a:lnTo>
                <a:lnTo>
                  <a:pt x="465518" y="182841"/>
                </a:lnTo>
                <a:lnTo>
                  <a:pt x="421246" y="173736"/>
                </a:lnTo>
                <a:lnTo>
                  <a:pt x="375132" y="170599"/>
                </a:lnTo>
                <a:lnTo>
                  <a:pt x="329018" y="173736"/>
                </a:lnTo>
                <a:lnTo>
                  <a:pt x="284734" y="182841"/>
                </a:lnTo>
                <a:lnTo>
                  <a:pt x="242709" y="197523"/>
                </a:lnTo>
                <a:lnTo>
                  <a:pt x="203352" y="217360"/>
                </a:lnTo>
                <a:lnTo>
                  <a:pt x="167068" y="241935"/>
                </a:lnTo>
                <a:lnTo>
                  <a:pt x="134277" y="270840"/>
                </a:lnTo>
                <a:lnTo>
                  <a:pt x="105397" y="303644"/>
                </a:lnTo>
                <a:lnTo>
                  <a:pt x="80835" y="339953"/>
                </a:lnTo>
                <a:lnTo>
                  <a:pt x="61010" y="379336"/>
                </a:lnTo>
                <a:lnTo>
                  <a:pt x="46329" y="421386"/>
                </a:lnTo>
                <a:lnTo>
                  <a:pt x="37223" y="465683"/>
                </a:lnTo>
                <a:lnTo>
                  <a:pt x="34099" y="511822"/>
                </a:lnTo>
                <a:lnTo>
                  <a:pt x="37223" y="557961"/>
                </a:lnTo>
                <a:lnTo>
                  <a:pt x="46329" y="602259"/>
                </a:lnTo>
                <a:lnTo>
                  <a:pt x="61010" y="644309"/>
                </a:lnTo>
                <a:lnTo>
                  <a:pt x="80835" y="683691"/>
                </a:lnTo>
                <a:lnTo>
                  <a:pt x="105397" y="720001"/>
                </a:lnTo>
                <a:lnTo>
                  <a:pt x="134277" y="752805"/>
                </a:lnTo>
                <a:lnTo>
                  <a:pt x="167068" y="781710"/>
                </a:lnTo>
                <a:lnTo>
                  <a:pt x="203352" y="806284"/>
                </a:lnTo>
                <a:lnTo>
                  <a:pt x="242709" y="826109"/>
                </a:lnTo>
                <a:lnTo>
                  <a:pt x="284734" y="840790"/>
                </a:lnTo>
                <a:lnTo>
                  <a:pt x="329018" y="849909"/>
                </a:lnTo>
                <a:lnTo>
                  <a:pt x="375132" y="853033"/>
                </a:lnTo>
                <a:lnTo>
                  <a:pt x="390042" y="853033"/>
                </a:lnTo>
                <a:lnTo>
                  <a:pt x="396443" y="850912"/>
                </a:lnTo>
                <a:lnTo>
                  <a:pt x="396443" y="746404"/>
                </a:lnTo>
                <a:lnTo>
                  <a:pt x="397243" y="732015"/>
                </a:lnTo>
                <a:lnTo>
                  <a:pt x="409232" y="688822"/>
                </a:lnTo>
                <a:lnTo>
                  <a:pt x="439343" y="649643"/>
                </a:lnTo>
                <a:lnTo>
                  <a:pt x="483831" y="624852"/>
                </a:lnTo>
                <a:lnTo>
                  <a:pt x="714032" y="548081"/>
                </a:lnTo>
                <a:lnTo>
                  <a:pt x="715264" y="538810"/>
                </a:lnTo>
                <a:lnTo>
                  <a:pt x="715899" y="529945"/>
                </a:lnTo>
                <a:lnTo>
                  <a:pt x="716127" y="521081"/>
                </a:lnTo>
                <a:lnTo>
                  <a:pt x="716153" y="511822"/>
                </a:lnTo>
                <a:close/>
              </a:path>
              <a:path w="953134" h="853439">
                <a:moveTo>
                  <a:pt x="952754" y="426516"/>
                </a:moveTo>
                <a:lnTo>
                  <a:pt x="949388" y="409956"/>
                </a:lnTo>
                <a:lnTo>
                  <a:pt x="940231" y="396392"/>
                </a:lnTo>
                <a:lnTo>
                  <a:pt x="926668" y="387235"/>
                </a:lnTo>
                <a:lnTo>
                  <a:pt x="910120" y="383870"/>
                </a:lnTo>
                <a:lnTo>
                  <a:pt x="871753" y="383870"/>
                </a:lnTo>
                <a:lnTo>
                  <a:pt x="857275" y="337680"/>
                </a:lnTo>
                <a:lnTo>
                  <a:pt x="838657" y="293433"/>
                </a:lnTo>
                <a:lnTo>
                  <a:pt x="816114" y="251358"/>
                </a:lnTo>
                <a:lnTo>
                  <a:pt x="789889" y="211696"/>
                </a:lnTo>
                <a:lnTo>
                  <a:pt x="760209" y="174688"/>
                </a:lnTo>
                <a:lnTo>
                  <a:pt x="727290" y="140563"/>
                </a:lnTo>
                <a:lnTo>
                  <a:pt x="691375" y="109562"/>
                </a:lnTo>
                <a:lnTo>
                  <a:pt x="657428" y="85293"/>
                </a:lnTo>
                <a:lnTo>
                  <a:pt x="611466" y="57873"/>
                </a:lnTo>
                <a:lnTo>
                  <a:pt x="567918" y="37668"/>
                </a:lnTo>
                <a:lnTo>
                  <a:pt x="522274" y="21539"/>
                </a:lnTo>
                <a:lnTo>
                  <a:pt x="474789" y="9728"/>
                </a:lnTo>
                <a:lnTo>
                  <a:pt x="426224" y="2552"/>
                </a:lnTo>
                <a:lnTo>
                  <a:pt x="427367" y="2552"/>
                </a:lnTo>
                <a:lnTo>
                  <a:pt x="375132" y="0"/>
                </a:lnTo>
                <a:lnTo>
                  <a:pt x="323811" y="2552"/>
                </a:lnTo>
                <a:lnTo>
                  <a:pt x="273913" y="10058"/>
                </a:lnTo>
                <a:lnTo>
                  <a:pt x="225679" y="22263"/>
                </a:lnTo>
                <a:lnTo>
                  <a:pt x="179298" y="38912"/>
                </a:lnTo>
                <a:lnTo>
                  <a:pt x="135026" y="59766"/>
                </a:lnTo>
                <a:lnTo>
                  <a:pt x="93078" y="84569"/>
                </a:lnTo>
                <a:lnTo>
                  <a:pt x="53670" y="113068"/>
                </a:lnTo>
                <a:lnTo>
                  <a:pt x="17043" y="145008"/>
                </a:lnTo>
                <a:lnTo>
                  <a:pt x="0" y="179133"/>
                </a:lnTo>
                <a:lnTo>
                  <a:pt x="3327" y="195529"/>
                </a:lnTo>
                <a:lnTo>
                  <a:pt x="3352" y="195694"/>
                </a:lnTo>
                <a:lnTo>
                  <a:pt x="12522" y="209257"/>
                </a:lnTo>
                <a:lnTo>
                  <a:pt x="26073" y="218414"/>
                </a:lnTo>
                <a:lnTo>
                  <a:pt x="42621" y="221780"/>
                </a:lnTo>
                <a:lnTo>
                  <a:pt x="51777" y="220980"/>
                </a:lnTo>
                <a:lnTo>
                  <a:pt x="59944" y="218592"/>
                </a:lnTo>
                <a:lnTo>
                  <a:pt x="66903" y="214591"/>
                </a:lnTo>
                <a:lnTo>
                  <a:pt x="72466" y="208991"/>
                </a:lnTo>
                <a:lnTo>
                  <a:pt x="107911" y="177965"/>
                </a:lnTo>
                <a:lnTo>
                  <a:pt x="146443" y="150888"/>
                </a:lnTo>
                <a:lnTo>
                  <a:pt x="187782" y="128079"/>
                </a:lnTo>
                <a:lnTo>
                  <a:pt x="231622" y="109804"/>
                </a:lnTo>
                <a:lnTo>
                  <a:pt x="277660" y="96393"/>
                </a:lnTo>
                <a:lnTo>
                  <a:pt x="325589" y="88125"/>
                </a:lnTo>
                <a:lnTo>
                  <a:pt x="375132" y="85293"/>
                </a:lnTo>
                <a:lnTo>
                  <a:pt x="421411" y="87807"/>
                </a:lnTo>
                <a:lnTo>
                  <a:pt x="466280" y="95186"/>
                </a:lnTo>
                <a:lnTo>
                  <a:pt x="509498" y="107137"/>
                </a:lnTo>
                <a:lnTo>
                  <a:pt x="550773" y="123418"/>
                </a:lnTo>
                <a:lnTo>
                  <a:pt x="589851" y="143751"/>
                </a:lnTo>
                <a:lnTo>
                  <a:pt x="626465" y="167868"/>
                </a:lnTo>
                <a:lnTo>
                  <a:pt x="660361" y="195529"/>
                </a:lnTo>
                <a:lnTo>
                  <a:pt x="691248" y="226441"/>
                </a:lnTo>
                <a:lnTo>
                  <a:pt x="718883" y="260337"/>
                </a:lnTo>
                <a:lnTo>
                  <a:pt x="743000" y="296976"/>
                </a:lnTo>
                <a:lnTo>
                  <a:pt x="763320" y="336080"/>
                </a:lnTo>
                <a:lnTo>
                  <a:pt x="779589" y="377380"/>
                </a:lnTo>
                <a:lnTo>
                  <a:pt x="791540" y="420611"/>
                </a:lnTo>
                <a:lnTo>
                  <a:pt x="798906" y="465518"/>
                </a:lnTo>
                <a:lnTo>
                  <a:pt x="801420" y="511822"/>
                </a:lnTo>
                <a:lnTo>
                  <a:pt x="801420" y="609917"/>
                </a:lnTo>
                <a:lnTo>
                  <a:pt x="556298" y="690956"/>
                </a:lnTo>
                <a:lnTo>
                  <a:pt x="548309" y="687832"/>
                </a:lnTo>
                <a:lnTo>
                  <a:pt x="540321" y="685101"/>
                </a:lnTo>
                <a:lnTo>
                  <a:pt x="532320" y="683158"/>
                </a:lnTo>
                <a:lnTo>
                  <a:pt x="524332" y="682434"/>
                </a:lnTo>
                <a:lnTo>
                  <a:pt x="499046" y="687324"/>
                </a:lnTo>
                <a:lnTo>
                  <a:pt x="478764" y="700824"/>
                </a:lnTo>
                <a:lnTo>
                  <a:pt x="465277" y="721118"/>
                </a:lnTo>
                <a:lnTo>
                  <a:pt x="460387" y="746404"/>
                </a:lnTo>
                <a:lnTo>
                  <a:pt x="465277" y="771702"/>
                </a:lnTo>
                <a:lnTo>
                  <a:pt x="478764" y="791997"/>
                </a:lnTo>
                <a:lnTo>
                  <a:pt x="499046" y="805484"/>
                </a:lnTo>
                <a:lnTo>
                  <a:pt x="524332" y="810387"/>
                </a:lnTo>
                <a:lnTo>
                  <a:pt x="542950" y="807681"/>
                </a:lnTo>
                <a:lnTo>
                  <a:pt x="559765" y="799985"/>
                </a:lnTo>
                <a:lnTo>
                  <a:pt x="573786" y="787895"/>
                </a:lnTo>
                <a:lnTo>
                  <a:pt x="584009" y="771994"/>
                </a:lnTo>
                <a:lnTo>
                  <a:pt x="826998" y="690956"/>
                </a:lnTo>
                <a:lnTo>
                  <a:pt x="922909" y="658977"/>
                </a:lnTo>
                <a:lnTo>
                  <a:pt x="950480" y="631977"/>
                </a:lnTo>
                <a:lnTo>
                  <a:pt x="952754" y="618451"/>
                </a:lnTo>
                <a:lnTo>
                  <a:pt x="952754" y="426516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6799600" y="4637278"/>
            <a:ext cx="4850765" cy="1494790"/>
            <a:chOff x="6799600" y="4637278"/>
            <a:chExt cx="4850765" cy="1494790"/>
          </a:xfrm>
        </p:grpSpPr>
        <p:sp>
          <p:nvSpPr>
            <p:cNvPr id="36" name="object 36"/>
            <p:cNvSpPr/>
            <p:nvPr/>
          </p:nvSpPr>
          <p:spPr>
            <a:xfrm>
              <a:off x="9689406" y="5790443"/>
              <a:ext cx="1961514" cy="128270"/>
            </a:xfrm>
            <a:custGeom>
              <a:avLst/>
              <a:gdLst/>
              <a:ahLst/>
              <a:cxnLst/>
              <a:rect l="l" t="t" r="r" b="b"/>
              <a:pathLst>
                <a:path w="1961515" h="128270">
                  <a:moveTo>
                    <a:pt x="1960926" y="0"/>
                  </a:moveTo>
                  <a:lnTo>
                    <a:pt x="1108349" y="0"/>
                  </a:lnTo>
                  <a:lnTo>
                    <a:pt x="1106817" y="30056"/>
                  </a:lnTo>
                  <a:lnTo>
                    <a:pt x="1095760" y="41119"/>
                  </a:lnTo>
                  <a:lnTo>
                    <a:pt x="865165" y="41119"/>
                  </a:lnTo>
                  <a:lnTo>
                    <a:pt x="854108" y="30056"/>
                  </a:lnTo>
                  <a:lnTo>
                    <a:pt x="852576" y="0"/>
                  </a:lnTo>
                  <a:lnTo>
                    <a:pt x="0" y="0"/>
                  </a:lnTo>
                  <a:lnTo>
                    <a:pt x="0" y="42652"/>
                  </a:lnTo>
                  <a:lnTo>
                    <a:pt x="6727" y="75774"/>
                  </a:lnTo>
                  <a:lnTo>
                    <a:pt x="25044" y="102898"/>
                  </a:lnTo>
                  <a:lnTo>
                    <a:pt x="52153" y="121225"/>
                  </a:lnTo>
                  <a:lnTo>
                    <a:pt x="85257" y="127956"/>
                  </a:lnTo>
                  <a:lnTo>
                    <a:pt x="1875668" y="127956"/>
                  </a:lnTo>
                  <a:lnTo>
                    <a:pt x="1908772" y="121225"/>
                  </a:lnTo>
                  <a:lnTo>
                    <a:pt x="1935881" y="102898"/>
                  </a:lnTo>
                  <a:lnTo>
                    <a:pt x="1954198" y="75774"/>
                  </a:lnTo>
                  <a:lnTo>
                    <a:pt x="1960926" y="42652"/>
                  </a:lnTo>
                  <a:lnTo>
                    <a:pt x="196092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6799600" y="5449225"/>
              <a:ext cx="1364615" cy="682625"/>
            </a:xfrm>
            <a:custGeom>
              <a:avLst/>
              <a:gdLst/>
              <a:ahLst/>
              <a:cxnLst/>
              <a:rect l="l" t="t" r="r" b="b"/>
              <a:pathLst>
                <a:path w="1364615" h="682625">
                  <a:moveTo>
                    <a:pt x="682061" y="0"/>
                  </a:moveTo>
                  <a:lnTo>
                    <a:pt x="588277" y="5371"/>
                  </a:lnTo>
                  <a:lnTo>
                    <a:pt x="494494" y="20220"/>
                  </a:lnTo>
                  <a:lnTo>
                    <a:pt x="400710" y="42652"/>
                  </a:lnTo>
                  <a:lnTo>
                    <a:pt x="349630" y="58793"/>
                  </a:lnTo>
                  <a:lnTo>
                    <a:pt x="249260" y="99281"/>
                  </a:lnTo>
                  <a:lnTo>
                    <a:pt x="154259" y="148723"/>
                  </a:lnTo>
                  <a:lnTo>
                    <a:pt x="68206" y="204730"/>
                  </a:lnTo>
                  <a:lnTo>
                    <a:pt x="39564" y="233254"/>
                  </a:lnTo>
                  <a:lnTo>
                    <a:pt x="18117" y="266576"/>
                  </a:lnTo>
                  <a:lnTo>
                    <a:pt x="4662" y="303097"/>
                  </a:lnTo>
                  <a:lnTo>
                    <a:pt x="0" y="341218"/>
                  </a:lnTo>
                  <a:lnTo>
                    <a:pt x="0" y="682436"/>
                  </a:lnTo>
                  <a:lnTo>
                    <a:pt x="1364122" y="682436"/>
                  </a:lnTo>
                  <a:lnTo>
                    <a:pt x="1364122" y="341218"/>
                  </a:lnTo>
                  <a:lnTo>
                    <a:pt x="1359459" y="303097"/>
                  </a:lnTo>
                  <a:lnTo>
                    <a:pt x="1346005" y="266576"/>
                  </a:lnTo>
                  <a:lnTo>
                    <a:pt x="1324557" y="233254"/>
                  </a:lnTo>
                  <a:lnTo>
                    <a:pt x="1295916" y="204730"/>
                  </a:lnTo>
                  <a:lnTo>
                    <a:pt x="1254232" y="173369"/>
                  </a:lnTo>
                  <a:lnTo>
                    <a:pt x="1209863" y="144992"/>
                  </a:lnTo>
                  <a:lnTo>
                    <a:pt x="1163257" y="119451"/>
                  </a:lnTo>
                  <a:lnTo>
                    <a:pt x="1114861" y="96595"/>
                  </a:lnTo>
                  <a:lnTo>
                    <a:pt x="1014491" y="58345"/>
                  </a:lnTo>
                  <a:lnTo>
                    <a:pt x="920072" y="30606"/>
                  </a:lnTo>
                  <a:lnTo>
                    <a:pt x="829130" y="11729"/>
                  </a:lnTo>
                  <a:lnTo>
                    <a:pt x="732505" y="1382"/>
                  </a:lnTo>
                  <a:lnTo>
                    <a:pt x="682061" y="0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1012698" y="0"/>
                  </a:moveTo>
                  <a:lnTo>
                    <a:pt x="1012698" y="336423"/>
                  </a:lnTo>
                  <a:lnTo>
                    <a:pt x="0" y="336423"/>
                  </a:lnTo>
                  <a:lnTo>
                    <a:pt x="0" y="1009269"/>
                  </a:lnTo>
                  <a:lnTo>
                    <a:pt x="1012698" y="1009269"/>
                  </a:lnTo>
                  <a:lnTo>
                    <a:pt x="1012698" y="1345692"/>
                  </a:lnTo>
                  <a:lnTo>
                    <a:pt x="1685544" y="672846"/>
                  </a:lnTo>
                  <a:lnTo>
                    <a:pt x="1012698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0" y="336423"/>
                  </a:moveTo>
                  <a:lnTo>
                    <a:pt x="1012698" y="336423"/>
                  </a:lnTo>
                  <a:lnTo>
                    <a:pt x="1012698" y="0"/>
                  </a:lnTo>
                  <a:lnTo>
                    <a:pt x="1685544" y="672846"/>
                  </a:lnTo>
                  <a:lnTo>
                    <a:pt x="1012698" y="1345692"/>
                  </a:lnTo>
                  <a:lnTo>
                    <a:pt x="1012698" y="1009269"/>
                  </a:lnTo>
                  <a:lnTo>
                    <a:pt x="0" y="1009269"/>
                  </a:lnTo>
                  <a:lnTo>
                    <a:pt x="0" y="336423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8680831" y="5152771"/>
            <a:ext cx="3505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VM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8423153" y="16519"/>
            <a:ext cx="827405" cy="976630"/>
          </a:xfrm>
          <a:custGeom>
            <a:avLst/>
            <a:gdLst/>
            <a:ahLst/>
            <a:cxnLst/>
            <a:rect l="l" t="t" r="r" b="b"/>
            <a:pathLst>
              <a:path w="827404" h="976630">
                <a:moveTo>
                  <a:pt x="413607" y="0"/>
                </a:moveTo>
                <a:lnTo>
                  <a:pt x="365394" y="2857"/>
                </a:lnTo>
                <a:lnTo>
                  <a:pt x="318390" y="11108"/>
                </a:lnTo>
                <a:lnTo>
                  <a:pt x="273482" y="24413"/>
                </a:lnTo>
                <a:lnTo>
                  <a:pt x="230956" y="42452"/>
                </a:lnTo>
                <a:lnTo>
                  <a:pt x="191101" y="64901"/>
                </a:lnTo>
                <a:lnTo>
                  <a:pt x="154203" y="91440"/>
                </a:lnTo>
                <a:lnTo>
                  <a:pt x="120551" y="121745"/>
                </a:lnTo>
                <a:lnTo>
                  <a:pt x="90432" y="155496"/>
                </a:lnTo>
                <a:lnTo>
                  <a:pt x="64133" y="192369"/>
                </a:lnTo>
                <a:lnTo>
                  <a:pt x="41941" y="232043"/>
                </a:lnTo>
                <a:lnTo>
                  <a:pt x="24144" y="274196"/>
                </a:lnTo>
                <a:lnTo>
                  <a:pt x="11030" y="318506"/>
                </a:lnTo>
                <a:lnTo>
                  <a:pt x="2886" y="364651"/>
                </a:lnTo>
                <a:lnTo>
                  <a:pt x="0" y="412309"/>
                </a:lnTo>
                <a:lnTo>
                  <a:pt x="194567" y="412309"/>
                </a:lnTo>
                <a:lnTo>
                  <a:pt x="200340" y="362109"/>
                </a:lnTo>
                <a:lnTo>
                  <a:pt x="216797" y="316026"/>
                </a:lnTo>
                <a:lnTo>
                  <a:pt x="242624" y="275374"/>
                </a:lnTo>
                <a:lnTo>
                  <a:pt x="276507" y="241468"/>
                </a:lnTo>
                <a:lnTo>
                  <a:pt x="317133" y="215622"/>
                </a:lnTo>
                <a:lnTo>
                  <a:pt x="363189" y="199150"/>
                </a:lnTo>
                <a:lnTo>
                  <a:pt x="413360" y="193368"/>
                </a:lnTo>
                <a:lnTo>
                  <a:pt x="463532" y="199150"/>
                </a:lnTo>
                <a:lnTo>
                  <a:pt x="509588" y="215619"/>
                </a:lnTo>
                <a:lnTo>
                  <a:pt x="550216" y="241462"/>
                </a:lnTo>
                <a:lnTo>
                  <a:pt x="584102" y="275366"/>
                </a:lnTo>
                <a:lnTo>
                  <a:pt x="609934" y="316015"/>
                </a:lnTo>
                <a:lnTo>
                  <a:pt x="626398" y="362096"/>
                </a:lnTo>
                <a:lnTo>
                  <a:pt x="632181" y="412295"/>
                </a:lnTo>
                <a:lnTo>
                  <a:pt x="627639" y="456691"/>
                </a:lnTo>
                <a:lnTo>
                  <a:pt x="614450" y="498627"/>
                </a:lnTo>
                <a:lnTo>
                  <a:pt x="593272" y="536916"/>
                </a:lnTo>
                <a:lnTo>
                  <a:pt x="564761" y="570371"/>
                </a:lnTo>
                <a:lnTo>
                  <a:pt x="529574" y="597804"/>
                </a:lnTo>
                <a:lnTo>
                  <a:pt x="487585" y="626929"/>
                </a:lnTo>
                <a:lnTo>
                  <a:pt x="449609" y="660257"/>
                </a:lnTo>
                <a:lnTo>
                  <a:pt x="415884" y="697367"/>
                </a:lnTo>
                <a:lnTo>
                  <a:pt x="386646" y="737843"/>
                </a:lnTo>
                <a:lnTo>
                  <a:pt x="362131" y="781264"/>
                </a:lnTo>
                <a:lnTo>
                  <a:pt x="342576" y="827213"/>
                </a:lnTo>
                <a:lnTo>
                  <a:pt x="328218" y="875271"/>
                </a:lnTo>
                <a:lnTo>
                  <a:pt x="319293" y="925020"/>
                </a:lnTo>
                <a:lnTo>
                  <a:pt x="316037" y="976040"/>
                </a:lnTo>
                <a:lnTo>
                  <a:pt x="510604" y="976040"/>
                </a:lnTo>
                <a:lnTo>
                  <a:pt x="516629" y="924554"/>
                </a:lnTo>
                <a:lnTo>
                  <a:pt x="532686" y="876090"/>
                </a:lnTo>
                <a:lnTo>
                  <a:pt x="557985" y="832023"/>
                </a:lnTo>
                <a:lnTo>
                  <a:pt x="591738" y="793730"/>
                </a:lnTo>
                <a:lnTo>
                  <a:pt x="671794" y="735263"/>
                </a:lnTo>
                <a:lnTo>
                  <a:pt x="706603" y="704122"/>
                </a:lnTo>
                <a:lnTo>
                  <a:pt x="737390" y="669565"/>
                </a:lnTo>
                <a:lnTo>
                  <a:pt x="763962" y="631992"/>
                </a:lnTo>
                <a:lnTo>
                  <a:pt x="786126" y="591803"/>
                </a:lnTo>
                <a:lnTo>
                  <a:pt x="803691" y="549399"/>
                </a:lnTo>
                <a:lnTo>
                  <a:pt x="816463" y="505179"/>
                </a:lnTo>
                <a:lnTo>
                  <a:pt x="824250" y="459544"/>
                </a:lnTo>
                <a:lnTo>
                  <a:pt x="826860" y="412893"/>
                </a:lnTo>
                <a:lnTo>
                  <a:pt x="824100" y="365628"/>
                </a:lnTo>
                <a:lnTo>
                  <a:pt x="815734" y="318034"/>
                </a:lnTo>
                <a:lnTo>
                  <a:pt x="802237" y="272686"/>
                </a:lnTo>
                <a:lnTo>
                  <a:pt x="783954" y="229855"/>
                </a:lnTo>
                <a:lnTo>
                  <a:pt x="761229" y="189814"/>
                </a:lnTo>
                <a:lnTo>
                  <a:pt x="734406" y="152837"/>
                </a:lnTo>
                <a:lnTo>
                  <a:pt x="703829" y="119195"/>
                </a:lnTo>
                <a:lnTo>
                  <a:pt x="669843" y="89161"/>
                </a:lnTo>
                <a:lnTo>
                  <a:pt x="632792" y="63008"/>
                </a:lnTo>
                <a:lnTo>
                  <a:pt x="593020" y="41009"/>
                </a:lnTo>
                <a:lnTo>
                  <a:pt x="550871" y="23436"/>
                </a:lnTo>
                <a:lnTo>
                  <a:pt x="506690" y="10561"/>
                </a:lnTo>
                <a:lnTo>
                  <a:pt x="460821" y="2658"/>
                </a:lnTo>
                <a:lnTo>
                  <a:pt x="413607" y="0"/>
                </a:lnTo>
                <a:close/>
              </a:path>
            </a:pathLst>
          </a:custGeom>
          <a:solidFill>
            <a:srgbClr val="8FAADC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6495557" y="1548345"/>
            <a:ext cx="946150" cy="1212850"/>
            <a:chOff x="6495557" y="1548345"/>
            <a:chExt cx="946150" cy="1212850"/>
          </a:xfrm>
        </p:grpSpPr>
        <p:sp>
          <p:nvSpPr>
            <p:cNvPr id="43" name="object 43"/>
            <p:cNvSpPr/>
            <p:nvPr/>
          </p:nvSpPr>
          <p:spPr>
            <a:xfrm>
              <a:off x="6495557" y="1548345"/>
              <a:ext cx="826769" cy="945515"/>
            </a:xfrm>
            <a:custGeom>
              <a:avLst/>
              <a:gdLst/>
              <a:ahLst/>
              <a:cxnLst/>
              <a:rect l="l" t="t" r="r" b="b"/>
              <a:pathLst>
                <a:path w="826770" h="945514">
                  <a:moveTo>
                    <a:pt x="199800" y="59288"/>
                  </a:moveTo>
                  <a:lnTo>
                    <a:pt x="160002" y="86640"/>
                  </a:lnTo>
                  <a:lnTo>
                    <a:pt x="124025" y="117985"/>
                  </a:lnTo>
                  <a:lnTo>
                    <a:pt x="92454" y="152575"/>
                  </a:lnTo>
                  <a:lnTo>
                    <a:pt x="65367" y="189985"/>
                  </a:lnTo>
                  <a:lnTo>
                    <a:pt x="42845" y="229793"/>
                  </a:lnTo>
                  <a:lnTo>
                    <a:pt x="24968" y="271572"/>
                  </a:lnTo>
                  <a:lnTo>
                    <a:pt x="11815" y="314900"/>
                  </a:lnTo>
                  <a:lnTo>
                    <a:pt x="3465" y="359352"/>
                  </a:lnTo>
                  <a:lnTo>
                    <a:pt x="0" y="404505"/>
                  </a:lnTo>
                  <a:lnTo>
                    <a:pt x="1497" y="449933"/>
                  </a:lnTo>
                  <a:lnTo>
                    <a:pt x="8038" y="495212"/>
                  </a:lnTo>
                  <a:lnTo>
                    <a:pt x="19701" y="539919"/>
                  </a:lnTo>
                  <a:lnTo>
                    <a:pt x="36567" y="583630"/>
                  </a:lnTo>
                  <a:lnTo>
                    <a:pt x="58715" y="625919"/>
                  </a:lnTo>
                  <a:lnTo>
                    <a:pt x="225279" y="525408"/>
                  </a:lnTo>
                  <a:lnTo>
                    <a:pt x="204289" y="479451"/>
                  </a:lnTo>
                  <a:lnTo>
                    <a:pt x="194571" y="431499"/>
                  </a:lnTo>
                  <a:lnTo>
                    <a:pt x="195680" y="383356"/>
                  </a:lnTo>
                  <a:lnTo>
                    <a:pt x="207171" y="336826"/>
                  </a:lnTo>
                  <a:lnTo>
                    <a:pt x="228598" y="293713"/>
                  </a:lnTo>
                  <a:lnTo>
                    <a:pt x="259516" y="255821"/>
                  </a:lnTo>
                  <a:lnTo>
                    <a:pt x="299480" y="224952"/>
                  </a:lnTo>
                  <a:lnTo>
                    <a:pt x="345417" y="203984"/>
                  </a:lnTo>
                  <a:lnTo>
                    <a:pt x="393353" y="194291"/>
                  </a:lnTo>
                  <a:lnTo>
                    <a:pt x="441483" y="195427"/>
                  </a:lnTo>
                  <a:lnTo>
                    <a:pt x="488006" y="206945"/>
                  </a:lnTo>
                  <a:lnTo>
                    <a:pt x="531119" y="228400"/>
                  </a:lnTo>
                  <a:lnTo>
                    <a:pt x="569018" y="259344"/>
                  </a:lnTo>
                  <a:lnTo>
                    <a:pt x="599902" y="299330"/>
                  </a:lnTo>
                  <a:lnTo>
                    <a:pt x="618947" y="339682"/>
                  </a:lnTo>
                  <a:lnTo>
                    <a:pt x="629320" y="382396"/>
                  </a:lnTo>
                  <a:lnTo>
                    <a:pt x="630970" y="426115"/>
                  </a:lnTo>
                  <a:lnTo>
                    <a:pt x="623845" y="469483"/>
                  </a:lnTo>
                  <a:lnTo>
                    <a:pt x="607894" y="511145"/>
                  </a:lnTo>
                  <a:lnTo>
                    <a:pt x="586994" y="557769"/>
                  </a:lnTo>
                  <a:lnTo>
                    <a:pt x="571701" y="605917"/>
                  </a:lnTo>
                  <a:lnTo>
                    <a:pt x="562001" y="655109"/>
                  </a:lnTo>
                  <a:lnTo>
                    <a:pt x="557880" y="704863"/>
                  </a:lnTo>
                  <a:lnTo>
                    <a:pt x="559324" y="754699"/>
                  </a:lnTo>
                  <a:lnTo>
                    <a:pt x="566320" y="804136"/>
                  </a:lnTo>
                  <a:lnTo>
                    <a:pt x="578855" y="852695"/>
                  </a:lnTo>
                  <a:lnTo>
                    <a:pt x="596913" y="899894"/>
                  </a:lnTo>
                  <a:lnTo>
                    <a:pt x="620483" y="945253"/>
                  </a:lnTo>
                  <a:lnTo>
                    <a:pt x="787046" y="844742"/>
                  </a:lnTo>
                  <a:lnTo>
                    <a:pt x="765607" y="797554"/>
                  </a:lnTo>
                  <a:lnTo>
                    <a:pt x="754317" y="747770"/>
                  </a:lnTo>
                  <a:lnTo>
                    <a:pt x="753210" y="696976"/>
                  </a:lnTo>
                  <a:lnTo>
                    <a:pt x="762324" y="646759"/>
                  </a:lnTo>
                  <a:lnTo>
                    <a:pt x="800654" y="555350"/>
                  </a:lnTo>
                  <a:lnTo>
                    <a:pt x="814366" y="510709"/>
                  </a:lnTo>
                  <a:lnTo>
                    <a:pt x="822870" y="465222"/>
                  </a:lnTo>
                  <a:lnTo>
                    <a:pt x="826208" y="419330"/>
                  </a:lnTo>
                  <a:lnTo>
                    <a:pt x="824421" y="373476"/>
                  </a:lnTo>
                  <a:lnTo>
                    <a:pt x="817552" y="328101"/>
                  </a:lnTo>
                  <a:lnTo>
                    <a:pt x="805642" y="283647"/>
                  </a:lnTo>
                  <a:lnTo>
                    <a:pt x="788734" y="240558"/>
                  </a:lnTo>
                  <a:lnTo>
                    <a:pt x="766870" y="199273"/>
                  </a:lnTo>
                  <a:lnTo>
                    <a:pt x="740090" y="160236"/>
                  </a:lnTo>
                  <a:lnTo>
                    <a:pt x="708342" y="123814"/>
                  </a:lnTo>
                  <a:lnTo>
                    <a:pt x="673361" y="91965"/>
                  </a:lnTo>
                  <a:lnTo>
                    <a:pt x="635583" y="64744"/>
                  </a:lnTo>
                  <a:lnTo>
                    <a:pt x="595445" y="42206"/>
                  </a:lnTo>
                  <a:lnTo>
                    <a:pt x="553380" y="24407"/>
                  </a:lnTo>
                  <a:lnTo>
                    <a:pt x="509825" y="11402"/>
                  </a:lnTo>
                  <a:lnTo>
                    <a:pt x="465216" y="3248"/>
                  </a:lnTo>
                  <a:lnTo>
                    <a:pt x="419987" y="0"/>
                  </a:lnTo>
                  <a:lnTo>
                    <a:pt x="374575" y="1712"/>
                  </a:lnTo>
                  <a:lnTo>
                    <a:pt x="329414" y="8442"/>
                  </a:lnTo>
                  <a:lnTo>
                    <a:pt x="284941" y="20244"/>
                  </a:lnTo>
                  <a:lnTo>
                    <a:pt x="241591" y="37174"/>
                  </a:lnTo>
                  <a:lnTo>
                    <a:pt x="199800" y="5928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4" name="object 44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204056" y="2524452"/>
              <a:ext cx="237644" cy="236460"/>
            </a:xfrm>
            <a:prstGeom prst="rect">
              <a:avLst/>
            </a:prstGeom>
          </p:spPr>
        </p:pic>
      </p:grpSp>
      <p:grpSp>
        <p:nvGrpSpPr>
          <p:cNvPr id="45" name="object 45"/>
          <p:cNvGrpSpPr/>
          <p:nvPr/>
        </p:nvGrpSpPr>
        <p:grpSpPr>
          <a:xfrm>
            <a:off x="6173587" y="3026172"/>
            <a:ext cx="907415" cy="1234440"/>
            <a:chOff x="6173587" y="3026172"/>
            <a:chExt cx="907415" cy="1234440"/>
          </a:xfrm>
        </p:grpSpPr>
        <p:sp>
          <p:nvSpPr>
            <p:cNvPr id="46" name="object 46"/>
            <p:cNvSpPr/>
            <p:nvPr/>
          </p:nvSpPr>
          <p:spPr>
            <a:xfrm>
              <a:off x="6173587" y="3026172"/>
              <a:ext cx="826135" cy="956310"/>
            </a:xfrm>
            <a:custGeom>
              <a:avLst/>
              <a:gdLst/>
              <a:ahLst/>
              <a:cxnLst/>
              <a:rect l="l" t="t" r="r" b="b"/>
              <a:pathLst>
                <a:path w="826134" h="956310">
                  <a:moveTo>
                    <a:pt x="219729" y="47762"/>
                  </a:moveTo>
                  <a:lnTo>
                    <a:pt x="178471" y="72858"/>
                  </a:lnTo>
                  <a:lnTo>
                    <a:pt x="140806" y="102153"/>
                  </a:lnTo>
                  <a:lnTo>
                    <a:pt x="107359" y="134932"/>
                  </a:lnTo>
                  <a:lnTo>
                    <a:pt x="78233" y="170778"/>
                  </a:lnTo>
                  <a:lnTo>
                    <a:pt x="53531" y="209270"/>
                  </a:lnTo>
                  <a:lnTo>
                    <a:pt x="33357" y="249991"/>
                  </a:lnTo>
                  <a:lnTo>
                    <a:pt x="17814" y="292520"/>
                  </a:lnTo>
                  <a:lnTo>
                    <a:pt x="7004" y="336438"/>
                  </a:lnTo>
                  <a:lnTo>
                    <a:pt x="1032" y="381328"/>
                  </a:lnTo>
                  <a:lnTo>
                    <a:pt x="0" y="426769"/>
                  </a:lnTo>
                  <a:lnTo>
                    <a:pt x="4011" y="472342"/>
                  </a:lnTo>
                  <a:lnTo>
                    <a:pt x="13169" y="517629"/>
                  </a:lnTo>
                  <a:lnTo>
                    <a:pt x="27577" y="562210"/>
                  </a:lnTo>
                  <a:lnTo>
                    <a:pt x="47338" y="605666"/>
                  </a:lnTo>
                  <a:lnTo>
                    <a:pt x="219236" y="514578"/>
                  </a:lnTo>
                  <a:lnTo>
                    <a:pt x="200835" y="467524"/>
                  </a:lnTo>
                  <a:lnTo>
                    <a:pt x="193800" y="419105"/>
                  </a:lnTo>
                  <a:lnTo>
                    <a:pt x="197586" y="371099"/>
                  </a:lnTo>
                  <a:lnTo>
                    <a:pt x="211648" y="325281"/>
                  </a:lnTo>
                  <a:lnTo>
                    <a:pt x="235440" y="283427"/>
                  </a:lnTo>
                  <a:lnTo>
                    <a:pt x="268419" y="247313"/>
                  </a:lnTo>
                  <a:lnTo>
                    <a:pt x="310038" y="218716"/>
                  </a:lnTo>
                  <a:lnTo>
                    <a:pt x="357071" y="200336"/>
                  </a:lnTo>
                  <a:lnTo>
                    <a:pt x="405471" y="193325"/>
                  </a:lnTo>
                  <a:lnTo>
                    <a:pt x="453464" y="197137"/>
                  </a:lnTo>
                  <a:lnTo>
                    <a:pt x="499274" y="211226"/>
                  </a:lnTo>
                  <a:lnTo>
                    <a:pt x="541126" y="235045"/>
                  </a:lnTo>
                  <a:lnTo>
                    <a:pt x="577245" y="268050"/>
                  </a:lnTo>
                  <a:lnTo>
                    <a:pt x="605856" y="309693"/>
                  </a:lnTo>
                  <a:lnTo>
                    <a:pt x="622627" y="351042"/>
                  </a:lnTo>
                  <a:lnTo>
                    <a:pt x="630608" y="394267"/>
                  </a:lnTo>
                  <a:lnTo>
                    <a:pt x="629822" y="438009"/>
                  </a:lnTo>
                  <a:lnTo>
                    <a:pt x="620295" y="480914"/>
                  </a:lnTo>
                  <a:lnTo>
                    <a:pt x="602051" y="521624"/>
                  </a:lnTo>
                  <a:lnTo>
                    <a:pt x="578590" y="567013"/>
                  </a:lnTo>
                  <a:lnTo>
                    <a:pt x="560641" y="614236"/>
                  </a:lnTo>
                  <a:lnTo>
                    <a:pt x="548219" y="662811"/>
                  </a:lnTo>
                  <a:lnTo>
                    <a:pt x="541337" y="712259"/>
                  </a:lnTo>
                  <a:lnTo>
                    <a:pt x="540006" y="762098"/>
                  </a:lnTo>
                  <a:lnTo>
                    <a:pt x="544241" y="811849"/>
                  </a:lnTo>
                  <a:lnTo>
                    <a:pt x="554055" y="861029"/>
                  </a:lnTo>
                  <a:lnTo>
                    <a:pt x="569459" y="909160"/>
                  </a:lnTo>
                  <a:lnTo>
                    <a:pt x="590468" y="955760"/>
                  </a:lnTo>
                  <a:lnTo>
                    <a:pt x="762366" y="864672"/>
                  </a:lnTo>
                  <a:lnTo>
                    <a:pt x="743585" y="816364"/>
                  </a:lnTo>
                  <a:lnTo>
                    <a:pt x="735082" y="766029"/>
                  </a:lnTo>
                  <a:lnTo>
                    <a:pt x="736804" y="715252"/>
                  </a:lnTo>
                  <a:lnTo>
                    <a:pt x="748697" y="665619"/>
                  </a:lnTo>
                  <a:lnTo>
                    <a:pt x="792053" y="576485"/>
                  </a:lnTo>
                  <a:lnTo>
                    <a:pt x="808228" y="532676"/>
                  </a:lnTo>
                  <a:lnTo>
                    <a:pt x="819249" y="487733"/>
                  </a:lnTo>
                  <a:lnTo>
                    <a:pt x="825135" y="442097"/>
                  </a:lnTo>
                  <a:lnTo>
                    <a:pt x="825902" y="396215"/>
                  </a:lnTo>
                  <a:lnTo>
                    <a:pt x="821568" y="350528"/>
                  </a:lnTo>
                  <a:lnTo>
                    <a:pt x="812151" y="305481"/>
                  </a:lnTo>
                  <a:lnTo>
                    <a:pt x="797666" y="261517"/>
                  </a:lnTo>
                  <a:lnTo>
                    <a:pt x="778132" y="219080"/>
                  </a:lnTo>
                  <a:lnTo>
                    <a:pt x="753566" y="178614"/>
                  </a:lnTo>
                  <a:lnTo>
                    <a:pt x="723893" y="140482"/>
                  </a:lnTo>
                  <a:lnTo>
                    <a:pt x="690738" y="106736"/>
                  </a:lnTo>
                  <a:lnTo>
                    <a:pt x="654534" y="77455"/>
                  </a:lnTo>
                  <a:lnTo>
                    <a:pt x="615711" y="52719"/>
                  </a:lnTo>
                  <a:lnTo>
                    <a:pt x="574702" y="32607"/>
                  </a:lnTo>
                  <a:lnTo>
                    <a:pt x="531938" y="17199"/>
                  </a:lnTo>
                  <a:lnTo>
                    <a:pt x="487852" y="6576"/>
                  </a:lnTo>
                  <a:lnTo>
                    <a:pt x="442874" y="816"/>
                  </a:lnTo>
                  <a:lnTo>
                    <a:pt x="397437" y="0"/>
                  </a:lnTo>
                  <a:lnTo>
                    <a:pt x="351972" y="4206"/>
                  </a:lnTo>
                  <a:lnTo>
                    <a:pt x="306911" y="13516"/>
                  </a:lnTo>
                  <a:lnTo>
                    <a:pt x="262686" y="28008"/>
                  </a:lnTo>
                  <a:lnTo>
                    <a:pt x="219729" y="47762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7" name="object 47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843371" y="4023209"/>
              <a:ext cx="237508" cy="236955"/>
            </a:xfrm>
            <a:prstGeom prst="rect">
              <a:avLst/>
            </a:prstGeom>
          </p:spPr>
        </p:pic>
      </p:grpSp>
      <p:grpSp>
        <p:nvGrpSpPr>
          <p:cNvPr id="48" name="object 48"/>
          <p:cNvGrpSpPr/>
          <p:nvPr/>
        </p:nvGrpSpPr>
        <p:grpSpPr>
          <a:xfrm>
            <a:off x="10520935" y="396536"/>
            <a:ext cx="935355" cy="1219200"/>
            <a:chOff x="10520935" y="396536"/>
            <a:chExt cx="935355" cy="1219200"/>
          </a:xfrm>
        </p:grpSpPr>
        <p:sp>
          <p:nvSpPr>
            <p:cNvPr id="49" name="object 49"/>
            <p:cNvSpPr/>
            <p:nvPr/>
          </p:nvSpPr>
          <p:spPr>
            <a:xfrm>
              <a:off x="10672635" y="396536"/>
              <a:ext cx="784225" cy="946785"/>
            </a:xfrm>
            <a:custGeom>
              <a:avLst/>
              <a:gdLst/>
              <a:ahLst/>
              <a:cxnLst/>
              <a:rect l="l" t="t" r="r" b="b"/>
              <a:pathLst>
                <a:path w="784225" h="946785">
                  <a:moveTo>
                    <a:pt x="581321" y="57556"/>
                  </a:moveTo>
                  <a:lnTo>
                    <a:pt x="538389" y="35445"/>
                  </a:lnTo>
                  <a:lnTo>
                    <a:pt x="493749" y="18589"/>
                  </a:lnTo>
                  <a:lnTo>
                    <a:pt x="448336" y="7150"/>
                  </a:lnTo>
                  <a:lnTo>
                    <a:pt x="402561" y="997"/>
                  </a:lnTo>
                  <a:lnTo>
                    <a:pt x="356835" y="0"/>
                  </a:lnTo>
                  <a:lnTo>
                    <a:pt x="311570" y="4027"/>
                  </a:lnTo>
                  <a:lnTo>
                    <a:pt x="267177" y="12948"/>
                  </a:lnTo>
                  <a:lnTo>
                    <a:pt x="224068" y="26633"/>
                  </a:lnTo>
                  <a:lnTo>
                    <a:pt x="182653" y="44952"/>
                  </a:lnTo>
                  <a:lnTo>
                    <a:pt x="143345" y="67773"/>
                  </a:lnTo>
                  <a:lnTo>
                    <a:pt x="106554" y="94966"/>
                  </a:lnTo>
                  <a:lnTo>
                    <a:pt x="72693" y="126401"/>
                  </a:lnTo>
                  <a:lnTo>
                    <a:pt x="42171" y="161947"/>
                  </a:lnTo>
                  <a:lnTo>
                    <a:pt x="15402" y="201474"/>
                  </a:lnTo>
                  <a:lnTo>
                    <a:pt x="182779" y="300625"/>
                  </a:lnTo>
                  <a:lnTo>
                    <a:pt x="213328" y="260382"/>
                  </a:lnTo>
                  <a:lnTo>
                    <a:pt x="250969" y="229125"/>
                  </a:lnTo>
                  <a:lnTo>
                    <a:pt x="293902" y="207315"/>
                  </a:lnTo>
                  <a:lnTo>
                    <a:pt x="340329" y="195414"/>
                  </a:lnTo>
                  <a:lnTo>
                    <a:pt x="388449" y="193883"/>
                  </a:lnTo>
                  <a:lnTo>
                    <a:pt x="436462" y="203183"/>
                  </a:lnTo>
                  <a:lnTo>
                    <a:pt x="482569" y="223776"/>
                  </a:lnTo>
                  <a:lnTo>
                    <a:pt x="522783" y="254317"/>
                  </a:lnTo>
                  <a:lnTo>
                    <a:pt x="554010" y="291955"/>
                  </a:lnTo>
                  <a:lnTo>
                    <a:pt x="575791" y="334890"/>
                  </a:lnTo>
                  <a:lnTo>
                    <a:pt x="587664" y="381324"/>
                  </a:lnTo>
                  <a:lnTo>
                    <a:pt x="589172" y="429456"/>
                  </a:lnTo>
                  <a:lnTo>
                    <a:pt x="579852" y="477488"/>
                  </a:lnTo>
                  <a:lnTo>
                    <a:pt x="559246" y="523619"/>
                  </a:lnTo>
                  <a:lnTo>
                    <a:pt x="532715" y="559496"/>
                  </a:lnTo>
                  <a:lnTo>
                    <a:pt x="499999" y="588851"/>
                  </a:lnTo>
                  <a:lnTo>
                    <a:pt x="462268" y="610997"/>
                  </a:lnTo>
                  <a:lnTo>
                    <a:pt x="420693" y="625247"/>
                  </a:lnTo>
                  <a:lnTo>
                    <a:pt x="376444" y="630916"/>
                  </a:lnTo>
                  <a:lnTo>
                    <a:pt x="325480" y="634573"/>
                  </a:lnTo>
                  <a:lnTo>
                    <a:pt x="275828" y="643891"/>
                  </a:lnTo>
                  <a:lnTo>
                    <a:pt x="227904" y="658630"/>
                  </a:lnTo>
                  <a:lnTo>
                    <a:pt x="182126" y="678549"/>
                  </a:lnTo>
                  <a:lnTo>
                    <a:pt x="138910" y="703410"/>
                  </a:lnTo>
                  <a:lnTo>
                    <a:pt x="98672" y="732973"/>
                  </a:lnTo>
                  <a:lnTo>
                    <a:pt x="61830" y="766998"/>
                  </a:lnTo>
                  <a:lnTo>
                    <a:pt x="28800" y="805246"/>
                  </a:lnTo>
                  <a:lnTo>
                    <a:pt x="0" y="847477"/>
                  </a:lnTo>
                  <a:lnTo>
                    <a:pt x="167377" y="946628"/>
                  </a:lnTo>
                  <a:lnTo>
                    <a:pt x="198797" y="905407"/>
                  </a:lnTo>
                  <a:lnTo>
                    <a:pt x="237307" y="871898"/>
                  </a:lnTo>
                  <a:lnTo>
                    <a:pt x="281527" y="846881"/>
                  </a:lnTo>
                  <a:lnTo>
                    <a:pt x="330077" y="831140"/>
                  </a:lnTo>
                  <a:lnTo>
                    <a:pt x="428740" y="821640"/>
                  </a:lnTo>
                  <a:lnTo>
                    <a:pt x="474554" y="812589"/>
                  </a:lnTo>
                  <a:lnTo>
                    <a:pt x="518649" y="798550"/>
                  </a:lnTo>
                  <a:lnTo>
                    <a:pt x="560654" y="779769"/>
                  </a:lnTo>
                  <a:lnTo>
                    <a:pt x="600201" y="756491"/>
                  </a:lnTo>
                  <a:lnTo>
                    <a:pt x="636920" y="728963"/>
                  </a:lnTo>
                  <a:lnTo>
                    <a:pt x="670442" y="697431"/>
                  </a:lnTo>
                  <a:lnTo>
                    <a:pt x="700397" y="662142"/>
                  </a:lnTo>
                  <a:lnTo>
                    <a:pt x="726415" y="623341"/>
                  </a:lnTo>
                  <a:lnTo>
                    <a:pt x="748127" y="581274"/>
                  </a:lnTo>
                  <a:lnTo>
                    <a:pt x="765183" y="536068"/>
                  </a:lnTo>
                  <a:lnTo>
                    <a:pt x="776682" y="490179"/>
                  </a:lnTo>
                  <a:lnTo>
                    <a:pt x="782780" y="444016"/>
                  </a:lnTo>
                  <a:lnTo>
                    <a:pt x="783635" y="397991"/>
                  </a:lnTo>
                  <a:lnTo>
                    <a:pt x="779404" y="352512"/>
                  </a:lnTo>
                  <a:lnTo>
                    <a:pt x="770244" y="307990"/>
                  </a:lnTo>
                  <a:lnTo>
                    <a:pt x="756313" y="264834"/>
                  </a:lnTo>
                  <a:lnTo>
                    <a:pt x="737767" y="223455"/>
                  </a:lnTo>
                  <a:lnTo>
                    <a:pt x="714763" y="184262"/>
                  </a:lnTo>
                  <a:lnTo>
                    <a:pt x="687460" y="147666"/>
                  </a:lnTo>
                  <a:lnTo>
                    <a:pt x="656014" y="114076"/>
                  </a:lnTo>
                  <a:lnTo>
                    <a:pt x="620582" y="83903"/>
                  </a:lnTo>
                  <a:lnTo>
                    <a:pt x="581321" y="57556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50" name="object 50"/>
            <p:cNvPicPr/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520935" y="1378733"/>
              <a:ext cx="237592" cy="236587"/>
            </a:xfrm>
            <a:prstGeom prst="rect">
              <a:avLst/>
            </a:prstGeom>
          </p:spPr>
        </p:pic>
      </p:grp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023350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</a:t>
            </a:r>
            <a:r>
              <a:rPr spc="-210" dirty="0"/>
              <a:t> </a:t>
            </a:r>
            <a:r>
              <a:rPr spc="-20" dirty="0"/>
              <a:t>Note</a:t>
            </a:r>
            <a:r>
              <a:rPr spc="-204" dirty="0"/>
              <a:t> </a:t>
            </a:r>
            <a:r>
              <a:rPr dirty="0"/>
              <a:t>on</a:t>
            </a:r>
            <a:r>
              <a:rPr spc="-200" dirty="0"/>
              <a:t> </a:t>
            </a:r>
            <a:r>
              <a:rPr spc="-50" dirty="0"/>
              <a:t>BT</a:t>
            </a:r>
            <a:r>
              <a:rPr spc="-200" dirty="0"/>
              <a:t> </a:t>
            </a:r>
            <a:r>
              <a:rPr spc="-60" dirty="0"/>
              <a:t>Addresses</a:t>
            </a:r>
            <a:r>
              <a:rPr spc="-200" dirty="0"/>
              <a:t> </a:t>
            </a:r>
            <a:r>
              <a:rPr dirty="0"/>
              <a:t>and</a:t>
            </a:r>
            <a:r>
              <a:rPr spc="-190" dirty="0"/>
              <a:t> </a:t>
            </a:r>
            <a:r>
              <a:rPr spc="-10" dirty="0"/>
              <a:t>Scanning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-12700" y="1210817"/>
            <a:ext cx="8030845" cy="47993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04139" marR="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Bluetooth</a:t>
            </a:r>
            <a:r>
              <a:rPr kumimoji="0" sz="28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96240" algn="l"/>
              </a:tabLst>
              <a:defRPr/>
            </a:pP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48-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bit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“unique”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value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96240" algn="l"/>
              </a:tabLst>
              <a:defRPr/>
            </a:pPr>
            <a:r>
              <a:rPr kumimoji="0" sz="2800" b="0" i="0" u="sng" strike="noStrike" kern="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Calibri"/>
                <a:cs typeface="Calibri"/>
              </a:rPr>
              <a:t>AA:BB</a:t>
            </a:r>
            <a:r>
              <a:rPr kumimoji="0" sz="2800" b="0" i="0" u="sng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>
                  <a:solidFill>
                    <a:srgbClr val="404040"/>
                  </a:solidFill>
                </a:uFill>
                <a:latin typeface="Calibri"/>
                <a:cs typeface="Calibri"/>
              </a:rPr>
              <a:t>:</a:t>
            </a:r>
            <a:r>
              <a:rPr kumimoji="0" sz="2800" b="0" i="0" u="sng" strike="noStrike" kern="0" cap="none" spc="-1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>
                  <a:solidFill>
                    <a:srgbClr val="FFC000"/>
                  </a:solidFill>
                </a:uFill>
                <a:latin typeface="Calibri"/>
                <a:cs typeface="Calibri"/>
              </a:rPr>
              <a:t>CC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: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006FC0"/>
                </a:solidFill>
                <a:effectLst/>
                <a:uLnTx/>
                <a:uFillTx/>
                <a:latin typeface="Calibri"/>
                <a:cs typeface="Calibri"/>
              </a:rPr>
              <a:t>DD:EE:FF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9624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8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3</a:t>
            </a:r>
            <a:r>
              <a:rPr kumimoji="0" sz="28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Bytes:</a:t>
            </a:r>
            <a:r>
              <a:rPr kumimoji="0" sz="2800" b="0" i="0" u="none" strike="noStrike" kern="0" cap="none" spc="-9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Organizationally</a:t>
            </a:r>
            <a:r>
              <a:rPr kumimoji="0" sz="2800" b="0" i="0" u="none" strike="noStrike" kern="0" cap="none" spc="-10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Unique</a:t>
            </a:r>
            <a:r>
              <a:rPr kumimoji="0" sz="28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Identifier</a:t>
            </a:r>
            <a:r>
              <a:rPr kumimoji="0" sz="28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(OUI)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579120" marR="0" lvl="1" indent="-182880" defTabSz="91440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57912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800" b="0" i="0" u="none" strike="noStrike" kern="0" cap="none" spc="-9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2:</a:t>
            </a:r>
            <a:r>
              <a:rPr kumimoji="0" sz="2800" b="0" i="0" u="none" strike="noStrike" kern="0" cap="none" spc="-10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Non-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significant.</a:t>
            </a:r>
            <a:r>
              <a:rPr kumimoji="0" sz="28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8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Part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579120" marR="0" lvl="1" indent="-182880" defTabSz="91440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57912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Third:</a:t>
            </a:r>
            <a:r>
              <a:rPr kumimoji="0" sz="28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Upper</a:t>
            </a:r>
            <a:r>
              <a:rPr kumimoji="0" sz="28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8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Part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9624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Last</a:t>
            </a:r>
            <a:r>
              <a:rPr kumimoji="0" sz="28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3</a:t>
            </a:r>
            <a:r>
              <a:rPr kumimoji="0" sz="28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Bytes:</a:t>
            </a:r>
            <a:r>
              <a:rPr kumimoji="0" sz="28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Lower</a:t>
            </a:r>
            <a:r>
              <a:rPr kumimoji="0" sz="28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8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Part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>
                <a:srgbClr val="FFCCFF"/>
              </a:buClr>
              <a:buSzTx/>
              <a:buFont typeface="Calibri"/>
              <a:buChar char="◦"/>
              <a:tabLst>
                <a:tab pos="396240" algn="l"/>
              </a:tabLst>
              <a:defRPr/>
            </a:pPr>
            <a:r>
              <a:rPr kumimoji="0" sz="28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Normally</a:t>
            </a:r>
            <a:r>
              <a:rPr kumimoji="0" sz="2800" b="0" i="1" u="none" strike="noStrike" kern="0" cap="none" spc="-9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invisible</a:t>
            </a:r>
            <a:r>
              <a:rPr kumimoji="0" sz="28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unless</a:t>
            </a:r>
            <a:r>
              <a:rPr kumimoji="0" sz="28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discoverable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2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*OUI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=/=</a:t>
            </a:r>
            <a:r>
              <a:rPr kumimoji="0" sz="28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Chip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manufacturer!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3.</a:t>
            </a:r>
            <a:r>
              <a:rPr spc="-185" dirty="0"/>
              <a:t> </a:t>
            </a:r>
            <a:r>
              <a:rPr spc="-70" dirty="0"/>
              <a:t>Enumerating</a:t>
            </a:r>
            <a:r>
              <a:rPr spc="-175" dirty="0"/>
              <a:t> </a:t>
            </a:r>
            <a:r>
              <a:rPr spc="-55" dirty="0"/>
              <a:t>Bluetooth</a:t>
            </a:r>
            <a:r>
              <a:rPr spc="-180" dirty="0"/>
              <a:t> </a:t>
            </a:r>
            <a:r>
              <a:rPr spc="-35" dirty="0"/>
              <a:t>Information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782571"/>
            <a:ext cx="5691505" cy="104965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Now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found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device.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how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we’ll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requests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3454654"/>
            <a:ext cx="5955030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want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learn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as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much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possible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about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10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over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Bluetooth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4798517"/>
            <a:ext cx="5625465" cy="721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“info”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tool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“hcitool”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suite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good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start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265669" y="2850655"/>
            <a:ext cx="3775710" cy="1743075"/>
            <a:chOff x="6265669" y="2850655"/>
            <a:chExt cx="3775710" cy="1743075"/>
          </a:xfrm>
        </p:grpSpPr>
        <p:sp>
          <p:nvSpPr>
            <p:cNvPr id="7" name="object 7"/>
            <p:cNvSpPr/>
            <p:nvPr/>
          </p:nvSpPr>
          <p:spPr>
            <a:xfrm>
              <a:off x="7932420" y="3284220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3"/>
                  </a:lnTo>
                  <a:lnTo>
                    <a:pt x="90297" y="180593"/>
                  </a:lnTo>
                  <a:lnTo>
                    <a:pt x="90297" y="679703"/>
                  </a:lnTo>
                  <a:lnTo>
                    <a:pt x="270890" y="679703"/>
                  </a:lnTo>
                  <a:lnTo>
                    <a:pt x="270890" y="180593"/>
                  </a:lnTo>
                  <a:lnTo>
                    <a:pt x="361187" y="180593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932420" y="3284220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3"/>
                  </a:moveTo>
                  <a:lnTo>
                    <a:pt x="90297" y="180593"/>
                  </a:lnTo>
                  <a:lnTo>
                    <a:pt x="0" y="180593"/>
                  </a:lnTo>
                  <a:lnTo>
                    <a:pt x="180594" y="0"/>
                  </a:lnTo>
                  <a:lnTo>
                    <a:pt x="361187" y="180593"/>
                  </a:lnTo>
                  <a:lnTo>
                    <a:pt x="270890" y="180593"/>
                  </a:lnTo>
                  <a:lnTo>
                    <a:pt x="270890" y="679703"/>
                  </a:lnTo>
                  <a:lnTo>
                    <a:pt x="90297" y="679703"/>
                  </a:lnTo>
                  <a:close/>
                </a:path>
              </a:pathLst>
            </a:custGeom>
            <a:ln w="12699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895044" y="285066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4">
                  <a:moveTo>
                    <a:pt x="39344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44" y="337324"/>
                  </a:lnTo>
                  <a:lnTo>
                    <a:pt x="39344" y="314833"/>
                  </a:lnTo>
                  <a:close/>
                </a:path>
                <a:path w="427354" h="427354">
                  <a:moveTo>
                    <a:pt x="39344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44" y="292341"/>
                  </a:lnTo>
                  <a:lnTo>
                    <a:pt x="39344" y="269862"/>
                  </a:lnTo>
                  <a:close/>
                </a:path>
                <a:path w="427354" h="427354">
                  <a:moveTo>
                    <a:pt x="39344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44" y="247370"/>
                  </a:lnTo>
                  <a:lnTo>
                    <a:pt x="39344" y="224878"/>
                  </a:lnTo>
                  <a:close/>
                </a:path>
                <a:path w="427354" h="427354">
                  <a:moveTo>
                    <a:pt x="39344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44" y="202387"/>
                  </a:lnTo>
                  <a:lnTo>
                    <a:pt x="39344" y="179908"/>
                  </a:lnTo>
                  <a:close/>
                </a:path>
                <a:path w="427354" h="427354">
                  <a:moveTo>
                    <a:pt x="39344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44" y="157416"/>
                  </a:lnTo>
                  <a:lnTo>
                    <a:pt x="39344" y="134924"/>
                  </a:lnTo>
                  <a:close/>
                </a:path>
                <a:path w="427354" h="427354">
                  <a:moveTo>
                    <a:pt x="39344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44" y="112433"/>
                  </a:lnTo>
                  <a:lnTo>
                    <a:pt x="39344" y="89954"/>
                  </a:lnTo>
                  <a:close/>
                </a:path>
                <a:path w="427354" h="427354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4">
                  <a:moveTo>
                    <a:pt x="112382" y="0"/>
                  </a:moveTo>
                  <a:lnTo>
                    <a:pt x="89916" y="0"/>
                  </a:lnTo>
                  <a:lnTo>
                    <a:pt x="89916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4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4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4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4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4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4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4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4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4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4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4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4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4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4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4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4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4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4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641399" y="3922928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265659" y="3821315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657" y="99707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923532" y="3884676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480822" y="0"/>
                  </a:moveTo>
                  <a:lnTo>
                    <a:pt x="480822" y="160400"/>
                  </a:lnTo>
                  <a:lnTo>
                    <a:pt x="0" y="160400"/>
                  </a:lnTo>
                  <a:lnTo>
                    <a:pt x="0" y="481203"/>
                  </a:lnTo>
                  <a:lnTo>
                    <a:pt x="480822" y="481203"/>
                  </a:lnTo>
                  <a:lnTo>
                    <a:pt x="480822" y="641604"/>
                  </a:lnTo>
                  <a:lnTo>
                    <a:pt x="801624" y="320801"/>
                  </a:lnTo>
                  <a:lnTo>
                    <a:pt x="480822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923532" y="3884676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0" y="160400"/>
                  </a:moveTo>
                  <a:lnTo>
                    <a:pt x="480822" y="160400"/>
                  </a:lnTo>
                  <a:lnTo>
                    <a:pt x="480822" y="0"/>
                  </a:lnTo>
                  <a:lnTo>
                    <a:pt x="801624" y="320801"/>
                  </a:lnTo>
                  <a:lnTo>
                    <a:pt x="480822" y="641604"/>
                  </a:lnTo>
                  <a:lnTo>
                    <a:pt x="480822" y="481203"/>
                  </a:lnTo>
                  <a:lnTo>
                    <a:pt x="0" y="481203"/>
                  </a:lnTo>
                  <a:lnTo>
                    <a:pt x="0" y="160400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592594" y="3947424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427408"/>
                  </a:moveTo>
                  <a:lnTo>
                    <a:pt x="1441993" y="213704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lnTo>
                    <a:pt x="1048722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592594" y="3947424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320556"/>
                  </a:moveTo>
                  <a:lnTo>
                    <a:pt x="1048722" y="427408"/>
                  </a:lnTo>
                  <a:lnTo>
                    <a:pt x="1441993" y="213704"/>
                  </a:lnTo>
                  <a:lnTo>
                    <a:pt x="1382618" y="180312"/>
                  </a:lnTo>
                  <a:lnTo>
                    <a:pt x="1247201" y="106852"/>
                  </a:lnTo>
                  <a:lnTo>
                    <a:pt x="1110862" y="33391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992723" y="2258678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0308055" y="3706228"/>
            <a:ext cx="915035" cy="619125"/>
            <a:chOff x="10308055" y="3706228"/>
            <a:chExt cx="915035" cy="619125"/>
          </a:xfrm>
        </p:grpSpPr>
        <p:sp>
          <p:nvSpPr>
            <p:cNvPr id="18" name="object 18"/>
            <p:cNvSpPr/>
            <p:nvPr/>
          </p:nvSpPr>
          <p:spPr>
            <a:xfrm>
              <a:off x="10308055" y="3706228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15804" y="15813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0598714" y="3845909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0" name="object 20"/>
          <p:cNvSpPr/>
          <p:nvPr/>
        </p:nvSpPr>
        <p:spPr>
          <a:xfrm>
            <a:off x="10146645" y="4379142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1183677" y="80749"/>
                </a:lnTo>
                <a:lnTo>
                  <a:pt x="1204568" y="76502"/>
                </a:lnTo>
                <a:lnTo>
                  <a:pt x="1221676" y="64936"/>
                </a:lnTo>
                <a:lnTo>
                  <a:pt x="1233235" y="47819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692895" y="3502152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115" rIns="0" bIns="0" rtlCol="0">
            <a:spAutoFit/>
          </a:bodyPr>
          <a:lstStyle/>
          <a:p>
            <a:pPr marL="311150" marR="0" lvl="0" indent="0" defTabSz="914400" eaLnBrk="1" fontAlgn="auto" latinLnBrk="0" hangingPunct="1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INFO?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3.</a:t>
            </a:r>
            <a:r>
              <a:rPr spc="-185" dirty="0"/>
              <a:t> </a:t>
            </a:r>
            <a:r>
              <a:rPr spc="-70" dirty="0"/>
              <a:t>Enumerating</a:t>
            </a:r>
            <a:r>
              <a:rPr spc="-175" dirty="0"/>
              <a:t> </a:t>
            </a:r>
            <a:r>
              <a:rPr spc="-55" dirty="0"/>
              <a:t>Bluetooth</a:t>
            </a:r>
            <a:r>
              <a:rPr spc="-180" dirty="0"/>
              <a:t> </a:t>
            </a:r>
            <a:r>
              <a:rPr spc="-35" dirty="0"/>
              <a:t>Information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782571"/>
            <a:ext cx="6054725" cy="10496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Follow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along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Lab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Manual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through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18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4.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Take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note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different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types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see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3454654"/>
            <a:ext cx="5873750" cy="104965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Keep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mind,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all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obtained before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any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or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authentication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5128386"/>
            <a:ext cx="44818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just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need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know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its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265669" y="2850655"/>
            <a:ext cx="3775710" cy="1743075"/>
            <a:chOff x="6265669" y="2850655"/>
            <a:chExt cx="3775710" cy="1743075"/>
          </a:xfrm>
        </p:grpSpPr>
        <p:sp>
          <p:nvSpPr>
            <p:cNvPr id="7" name="object 7"/>
            <p:cNvSpPr/>
            <p:nvPr/>
          </p:nvSpPr>
          <p:spPr>
            <a:xfrm>
              <a:off x="7932420" y="3284220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3"/>
                  </a:lnTo>
                  <a:lnTo>
                    <a:pt x="90297" y="180593"/>
                  </a:lnTo>
                  <a:lnTo>
                    <a:pt x="90297" y="679703"/>
                  </a:lnTo>
                  <a:lnTo>
                    <a:pt x="270890" y="679703"/>
                  </a:lnTo>
                  <a:lnTo>
                    <a:pt x="270890" y="180593"/>
                  </a:lnTo>
                  <a:lnTo>
                    <a:pt x="361187" y="180593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932420" y="3284220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3"/>
                  </a:moveTo>
                  <a:lnTo>
                    <a:pt x="90297" y="180593"/>
                  </a:lnTo>
                  <a:lnTo>
                    <a:pt x="0" y="180593"/>
                  </a:lnTo>
                  <a:lnTo>
                    <a:pt x="180594" y="0"/>
                  </a:lnTo>
                  <a:lnTo>
                    <a:pt x="361187" y="180593"/>
                  </a:lnTo>
                  <a:lnTo>
                    <a:pt x="270890" y="180593"/>
                  </a:lnTo>
                  <a:lnTo>
                    <a:pt x="270890" y="679703"/>
                  </a:lnTo>
                  <a:lnTo>
                    <a:pt x="90297" y="679703"/>
                  </a:lnTo>
                  <a:close/>
                </a:path>
              </a:pathLst>
            </a:custGeom>
            <a:ln w="12699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895044" y="285066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4">
                  <a:moveTo>
                    <a:pt x="39344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44" y="337324"/>
                  </a:lnTo>
                  <a:lnTo>
                    <a:pt x="39344" y="314833"/>
                  </a:lnTo>
                  <a:close/>
                </a:path>
                <a:path w="427354" h="427354">
                  <a:moveTo>
                    <a:pt x="39344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44" y="292341"/>
                  </a:lnTo>
                  <a:lnTo>
                    <a:pt x="39344" y="269862"/>
                  </a:lnTo>
                  <a:close/>
                </a:path>
                <a:path w="427354" h="427354">
                  <a:moveTo>
                    <a:pt x="39344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44" y="247370"/>
                  </a:lnTo>
                  <a:lnTo>
                    <a:pt x="39344" y="224878"/>
                  </a:lnTo>
                  <a:close/>
                </a:path>
                <a:path w="427354" h="427354">
                  <a:moveTo>
                    <a:pt x="39344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44" y="202387"/>
                  </a:lnTo>
                  <a:lnTo>
                    <a:pt x="39344" y="179908"/>
                  </a:lnTo>
                  <a:close/>
                </a:path>
                <a:path w="427354" h="427354">
                  <a:moveTo>
                    <a:pt x="39344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44" y="157416"/>
                  </a:lnTo>
                  <a:lnTo>
                    <a:pt x="39344" y="134924"/>
                  </a:lnTo>
                  <a:close/>
                </a:path>
                <a:path w="427354" h="427354">
                  <a:moveTo>
                    <a:pt x="39344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44" y="112433"/>
                  </a:lnTo>
                  <a:lnTo>
                    <a:pt x="39344" y="89954"/>
                  </a:lnTo>
                  <a:close/>
                </a:path>
                <a:path w="427354" h="427354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4">
                  <a:moveTo>
                    <a:pt x="112382" y="0"/>
                  </a:moveTo>
                  <a:lnTo>
                    <a:pt x="89916" y="0"/>
                  </a:lnTo>
                  <a:lnTo>
                    <a:pt x="89916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4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4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4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4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4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4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4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4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4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4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4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4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4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4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4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4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4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4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641399" y="3922928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265659" y="3821315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657" y="99707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923532" y="3884676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480822" y="0"/>
                  </a:moveTo>
                  <a:lnTo>
                    <a:pt x="480822" y="160400"/>
                  </a:lnTo>
                  <a:lnTo>
                    <a:pt x="0" y="160400"/>
                  </a:lnTo>
                  <a:lnTo>
                    <a:pt x="0" y="481203"/>
                  </a:lnTo>
                  <a:lnTo>
                    <a:pt x="480822" y="481203"/>
                  </a:lnTo>
                  <a:lnTo>
                    <a:pt x="480822" y="641604"/>
                  </a:lnTo>
                  <a:lnTo>
                    <a:pt x="801624" y="320801"/>
                  </a:lnTo>
                  <a:lnTo>
                    <a:pt x="480822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923532" y="3884676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0" y="160400"/>
                  </a:moveTo>
                  <a:lnTo>
                    <a:pt x="480822" y="160400"/>
                  </a:lnTo>
                  <a:lnTo>
                    <a:pt x="480822" y="0"/>
                  </a:lnTo>
                  <a:lnTo>
                    <a:pt x="801624" y="320801"/>
                  </a:lnTo>
                  <a:lnTo>
                    <a:pt x="480822" y="641604"/>
                  </a:lnTo>
                  <a:lnTo>
                    <a:pt x="480822" y="481203"/>
                  </a:lnTo>
                  <a:lnTo>
                    <a:pt x="0" y="481203"/>
                  </a:lnTo>
                  <a:lnTo>
                    <a:pt x="0" y="160400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592594" y="3947424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427408"/>
                  </a:moveTo>
                  <a:lnTo>
                    <a:pt x="1441993" y="213704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lnTo>
                    <a:pt x="1048722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592594" y="3947424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320556"/>
                  </a:moveTo>
                  <a:lnTo>
                    <a:pt x="1048722" y="427408"/>
                  </a:lnTo>
                  <a:lnTo>
                    <a:pt x="1441993" y="213704"/>
                  </a:lnTo>
                  <a:lnTo>
                    <a:pt x="1382618" y="180312"/>
                  </a:lnTo>
                  <a:lnTo>
                    <a:pt x="1247201" y="106852"/>
                  </a:lnTo>
                  <a:lnTo>
                    <a:pt x="1110862" y="33391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992723" y="2258678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0308055" y="3706228"/>
            <a:ext cx="915035" cy="619125"/>
            <a:chOff x="10308055" y="3706228"/>
            <a:chExt cx="915035" cy="619125"/>
          </a:xfrm>
        </p:grpSpPr>
        <p:sp>
          <p:nvSpPr>
            <p:cNvPr id="18" name="object 18"/>
            <p:cNvSpPr/>
            <p:nvPr/>
          </p:nvSpPr>
          <p:spPr>
            <a:xfrm>
              <a:off x="10308055" y="3706228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15804" y="15813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0598714" y="3845909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0" name="object 20"/>
          <p:cNvSpPr/>
          <p:nvPr/>
        </p:nvSpPr>
        <p:spPr>
          <a:xfrm>
            <a:off x="10146645" y="4379142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1183677" y="80749"/>
                </a:lnTo>
                <a:lnTo>
                  <a:pt x="1204568" y="76502"/>
                </a:lnTo>
                <a:lnTo>
                  <a:pt x="1221676" y="64936"/>
                </a:lnTo>
                <a:lnTo>
                  <a:pt x="1233235" y="47819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692895" y="3502152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115" rIns="0" bIns="0" rtlCol="0">
            <a:spAutoFit/>
          </a:bodyPr>
          <a:lstStyle/>
          <a:p>
            <a:pPr marL="311150" marR="0" lvl="0" indent="0" defTabSz="914400" eaLnBrk="1" fontAlgn="auto" latinLnBrk="0" hangingPunct="1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INFO?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3.</a:t>
            </a:r>
            <a:r>
              <a:rPr spc="-185" dirty="0"/>
              <a:t> </a:t>
            </a:r>
            <a:r>
              <a:rPr spc="-70" dirty="0"/>
              <a:t>Enumerating</a:t>
            </a:r>
            <a:r>
              <a:rPr spc="-175" dirty="0"/>
              <a:t> </a:t>
            </a:r>
            <a:r>
              <a:rPr spc="-55" dirty="0"/>
              <a:t>Bluetooth</a:t>
            </a:r>
            <a:r>
              <a:rPr spc="-180" dirty="0"/>
              <a:t> </a:t>
            </a:r>
            <a:r>
              <a:rPr spc="-35" dirty="0"/>
              <a:t>Information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782571"/>
            <a:ext cx="6022340" cy="104965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Something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take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note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of: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obtained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mostly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about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Bluetooth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adapter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itself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3454654"/>
            <a:ext cx="5566410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There</a:t>
            </a:r>
            <a:r>
              <a:rPr kumimoji="0" sz="24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isn’t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much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as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what</a:t>
            </a:r>
            <a:r>
              <a:rPr kumimoji="0" sz="2400" b="0" i="1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adapter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doing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resides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4798517"/>
            <a:ext cx="5118100" cy="721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next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will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give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some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more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regarding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what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it’s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hoping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do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265669" y="2850655"/>
            <a:ext cx="3775710" cy="1743075"/>
            <a:chOff x="6265669" y="2850655"/>
            <a:chExt cx="3775710" cy="1743075"/>
          </a:xfrm>
        </p:grpSpPr>
        <p:sp>
          <p:nvSpPr>
            <p:cNvPr id="7" name="object 7"/>
            <p:cNvSpPr/>
            <p:nvPr/>
          </p:nvSpPr>
          <p:spPr>
            <a:xfrm>
              <a:off x="7932420" y="3284220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3"/>
                  </a:lnTo>
                  <a:lnTo>
                    <a:pt x="90297" y="180593"/>
                  </a:lnTo>
                  <a:lnTo>
                    <a:pt x="90297" y="679703"/>
                  </a:lnTo>
                  <a:lnTo>
                    <a:pt x="270890" y="679703"/>
                  </a:lnTo>
                  <a:lnTo>
                    <a:pt x="270890" y="180593"/>
                  </a:lnTo>
                  <a:lnTo>
                    <a:pt x="361187" y="180593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932420" y="3284220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3"/>
                  </a:moveTo>
                  <a:lnTo>
                    <a:pt x="90297" y="180593"/>
                  </a:lnTo>
                  <a:lnTo>
                    <a:pt x="0" y="180593"/>
                  </a:lnTo>
                  <a:lnTo>
                    <a:pt x="180594" y="0"/>
                  </a:lnTo>
                  <a:lnTo>
                    <a:pt x="361187" y="180593"/>
                  </a:lnTo>
                  <a:lnTo>
                    <a:pt x="270890" y="180593"/>
                  </a:lnTo>
                  <a:lnTo>
                    <a:pt x="270890" y="679703"/>
                  </a:lnTo>
                  <a:lnTo>
                    <a:pt x="90297" y="679703"/>
                  </a:lnTo>
                  <a:close/>
                </a:path>
              </a:pathLst>
            </a:custGeom>
            <a:ln w="12699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895044" y="285066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4">
                  <a:moveTo>
                    <a:pt x="39344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44" y="337324"/>
                  </a:lnTo>
                  <a:lnTo>
                    <a:pt x="39344" y="314833"/>
                  </a:lnTo>
                  <a:close/>
                </a:path>
                <a:path w="427354" h="427354">
                  <a:moveTo>
                    <a:pt x="39344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44" y="292341"/>
                  </a:lnTo>
                  <a:lnTo>
                    <a:pt x="39344" y="269862"/>
                  </a:lnTo>
                  <a:close/>
                </a:path>
                <a:path w="427354" h="427354">
                  <a:moveTo>
                    <a:pt x="39344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44" y="247370"/>
                  </a:lnTo>
                  <a:lnTo>
                    <a:pt x="39344" y="224878"/>
                  </a:lnTo>
                  <a:close/>
                </a:path>
                <a:path w="427354" h="427354">
                  <a:moveTo>
                    <a:pt x="39344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44" y="202387"/>
                  </a:lnTo>
                  <a:lnTo>
                    <a:pt x="39344" y="179908"/>
                  </a:lnTo>
                  <a:close/>
                </a:path>
                <a:path w="427354" h="427354">
                  <a:moveTo>
                    <a:pt x="39344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44" y="157416"/>
                  </a:lnTo>
                  <a:lnTo>
                    <a:pt x="39344" y="134924"/>
                  </a:lnTo>
                  <a:close/>
                </a:path>
                <a:path w="427354" h="427354">
                  <a:moveTo>
                    <a:pt x="39344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44" y="112433"/>
                  </a:lnTo>
                  <a:lnTo>
                    <a:pt x="39344" y="89954"/>
                  </a:lnTo>
                  <a:close/>
                </a:path>
                <a:path w="427354" h="427354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4">
                  <a:moveTo>
                    <a:pt x="112382" y="0"/>
                  </a:moveTo>
                  <a:lnTo>
                    <a:pt x="89916" y="0"/>
                  </a:lnTo>
                  <a:lnTo>
                    <a:pt x="89916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4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4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4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4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4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4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4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4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4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4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4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4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4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4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4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4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4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4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641399" y="3922928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265659" y="3821315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657" y="99707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923532" y="3884676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480822" y="0"/>
                  </a:moveTo>
                  <a:lnTo>
                    <a:pt x="480822" y="160400"/>
                  </a:lnTo>
                  <a:lnTo>
                    <a:pt x="0" y="160400"/>
                  </a:lnTo>
                  <a:lnTo>
                    <a:pt x="0" y="481203"/>
                  </a:lnTo>
                  <a:lnTo>
                    <a:pt x="480822" y="481203"/>
                  </a:lnTo>
                  <a:lnTo>
                    <a:pt x="480822" y="641604"/>
                  </a:lnTo>
                  <a:lnTo>
                    <a:pt x="801624" y="320801"/>
                  </a:lnTo>
                  <a:lnTo>
                    <a:pt x="480822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923532" y="3884676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0" y="160400"/>
                  </a:moveTo>
                  <a:lnTo>
                    <a:pt x="480822" y="160400"/>
                  </a:lnTo>
                  <a:lnTo>
                    <a:pt x="480822" y="0"/>
                  </a:lnTo>
                  <a:lnTo>
                    <a:pt x="801624" y="320801"/>
                  </a:lnTo>
                  <a:lnTo>
                    <a:pt x="480822" y="641604"/>
                  </a:lnTo>
                  <a:lnTo>
                    <a:pt x="480822" y="481203"/>
                  </a:lnTo>
                  <a:lnTo>
                    <a:pt x="0" y="481203"/>
                  </a:lnTo>
                  <a:lnTo>
                    <a:pt x="0" y="160400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592594" y="3947424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427408"/>
                  </a:moveTo>
                  <a:lnTo>
                    <a:pt x="1441993" y="213704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lnTo>
                    <a:pt x="1048722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592594" y="3947424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320556"/>
                  </a:moveTo>
                  <a:lnTo>
                    <a:pt x="1048722" y="427408"/>
                  </a:lnTo>
                  <a:lnTo>
                    <a:pt x="1441993" y="213704"/>
                  </a:lnTo>
                  <a:lnTo>
                    <a:pt x="1382618" y="180312"/>
                  </a:lnTo>
                  <a:lnTo>
                    <a:pt x="1247201" y="106852"/>
                  </a:lnTo>
                  <a:lnTo>
                    <a:pt x="1110862" y="33391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992723" y="2258678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0308055" y="3706228"/>
            <a:ext cx="915035" cy="619125"/>
            <a:chOff x="10308055" y="3706228"/>
            <a:chExt cx="915035" cy="619125"/>
          </a:xfrm>
        </p:grpSpPr>
        <p:sp>
          <p:nvSpPr>
            <p:cNvPr id="18" name="object 18"/>
            <p:cNvSpPr/>
            <p:nvPr/>
          </p:nvSpPr>
          <p:spPr>
            <a:xfrm>
              <a:off x="10308055" y="3706228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15804" y="15813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0598714" y="3845909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0" name="object 20"/>
          <p:cNvSpPr/>
          <p:nvPr/>
        </p:nvSpPr>
        <p:spPr>
          <a:xfrm>
            <a:off x="10146645" y="4379142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1183677" y="80749"/>
                </a:lnTo>
                <a:lnTo>
                  <a:pt x="1204568" y="76502"/>
                </a:lnTo>
                <a:lnTo>
                  <a:pt x="1221676" y="64936"/>
                </a:lnTo>
                <a:lnTo>
                  <a:pt x="1233235" y="47819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692895" y="3502152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115" rIns="0" bIns="0" rtlCol="0">
            <a:spAutoFit/>
          </a:bodyPr>
          <a:lstStyle/>
          <a:p>
            <a:pPr marL="311150" marR="0" lvl="0" indent="0" defTabSz="914400" eaLnBrk="1" fontAlgn="auto" latinLnBrk="0" hangingPunct="1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INFO?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4.</a:t>
            </a:r>
            <a:r>
              <a:rPr spc="-200" dirty="0"/>
              <a:t> </a:t>
            </a:r>
            <a:r>
              <a:rPr spc="-55" dirty="0"/>
              <a:t>Identifying</a:t>
            </a:r>
            <a:r>
              <a:rPr spc="-200" dirty="0"/>
              <a:t> </a:t>
            </a:r>
            <a:r>
              <a:rPr spc="-35" dirty="0"/>
              <a:t>BT</a:t>
            </a:r>
            <a:r>
              <a:rPr spc="-185" dirty="0"/>
              <a:t> </a:t>
            </a:r>
            <a:r>
              <a:rPr spc="-10" dirty="0"/>
              <a:t>Services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219961"/>
            <a:ext cx="5724525" cy="1379220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90000"/>
              </a:lnSpc>
              <a:spcBef>
                <a:spcPts val="38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used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lots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different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applications.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What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applications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individual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configured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support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discovered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using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1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Discovery</a:t>
            </a:r>
            <a:r>
              <a:rPr kumimoji="0" sz="2400" b="0" i="1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Protocol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3222447"/>
            <a:ext cx="5803900" cy="1050290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special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protocol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–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it’s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meant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let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learn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about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how</a:t>
            </a:r>
            <a:r>
              <a:rPr kumimoji="0" sz="2400" b="0" i="1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they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interact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another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4895215"/>
            <a:ext cx="5365115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As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result,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often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shared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without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encryption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or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authentication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131557" y="2683014"/>
            <a:ext cx="3775710" cy="1741805"/>
            <a:chOff x="6131557" y="2683014"/>
            <a:chExt cx="3775710" cy="1741805"/>
          </a:xfrm>
        </p:grpSpPr>
        <p:sp>
          <p:nvSpPr>
            <p:cNvPr id="7" name="object 7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4"/>
                  </a:lnTo>
                  <a:lnTo>
                    <a:pt x="90297" y="180594"/>
                  </a:lnTo>
                  <a:lnTo>
                    <a:pt x="90297" y="679704"/>
                  </a:lnTo>
                  <a:lnTo>
                    <a:pt x="270891" y="679704"/>
                  </a:lnTo>
                  <a:lnTo>
                    <a:pt x="270891" y="180594"/>
                  </a:lnTo>
                  <a:lnTo>
                    <a:pt x="361188" y="180594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4"/>
                  </a:moveTo>
                  <a:lnTo>
                    <a:pt x="90297" y="180594"/>
                  </a:lnTo>
                  <a:lnTo>
                    <a:pt x="0" y="180594"/>
                  </a:lnTo>
                  <a:lnTo>
                    <a:pt x="180594" y="0"/>
                  </a:lnTo>
                  <a:lnTo>
                    <a:pt x="361188" y="180594"/>
                  </a:lnTo>
                  <a:lnTo>
                    <a:pt x="270891" y="180594"/>
                  </a:lnTo>
                  <a:lnTo>
                    <a:pt x="270891" y="679704"/>
                  </a:lnTo>
                  <a:lnTo>
                    <a:pt x="90297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760932" y="268302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508811" y="3753764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131547" y="3652151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483107" y="0"/>
                  </a:moveTo>
                  <a:lnTo>
                    <a:pt x="483107" y="160019"/>
                  </a:lnTo>
                  <a:lnTo>
                    <a:pt x="0" y="160019"/>
                  </a:lnTo>
                  <a:lnTo>
                    <a:pt x="0" y="480059"/>
                  </a:lnTo>
                  <a:lnTo>
                    <a:pt x="483107" y="480059"/>
                  </a:lnTo>
                  <a:lnTo>
                    <a:pt x="483107" y="640080"/>
                  </a:lnTo>
                  <a:lnTo>
                    <a:pt x="803148" y="320039"/>
                  </a:lnTo>
                  <a:lnTo>
                    <a:pt x="483107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0" y="160019"/>
                  </a:moveTo>
                  <a:lnTo>
                    <a:pt x="483107" y="160019"/>
                  </a:lnTo>
                  <a:lnTo>
                    <a:pt x="483107" y="0"/>
                  </a:lnTo>
                  <a:lnTo>
                    <a:pt x="803148" y="320039"/>
                  </a:lnTo>
                  <a:lnTo>
                    <a:pt x="483107" y="640080"/>
                  </a:lnTo>
                  <a:lnTo>
                    <a:pt x="483107" y="480059"/>
                  </a:lnTo>
                  <a:lnTo>
                    <a:pt x="0" y="480059"/>
                  </a:lnTo>
                  <a:lnTo>
                    <a:pt x="0" y="160019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427408"/>
                  </a:moveTo>
                  <a:lnTo>
                    <a:pt x="1440584" y="213704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lnTo>
                    <a:pt x="1047697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320556"/>
                  </a:moveTo>
                  <a:lnTo>
                    <a:pt x="1047697" y="427408"/>
                  </a:lnTo>
                  <a:lnTo>
                    <a:pt x="1440584" y="213704"/>
                  </a:lnTo>
                  <a:lnTo>
                    <a:pt x="1381267" y="180312"/>
                  </a:lnTo>
                  <a:lnTo>
                    <a:pt x="1245982" y="106852"/>
                  </a:lnTo>
                  <a:lnTo>
                    <a:pt x="1109776" y="33391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860135" y="2089514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0174178" y="3537365"/>
            <a:ext cx="916305" cy="620395"/>
            <a:chOff x="10174178" y="3537365"/>
            <a:chExt cx="916305" cy="620395"/>
          </a:xfrm>
        </p:grpSpPr>
        <p:sp>
          <p:nvSpPr>
            <p:cNvPr id="18" name="object 18"/>
            <p:cNvSpPr/>
            <p:nvPr/>
          </p:nvSpPr>
          <p:spPr>
            <a:xfrm>
              <a:off x="10174178" y="3537365"/>
              <a:ext cx="916305" cy="620395"/>
            </a:xfrm>
            <a:custGeom>
              <a:avLst/>
              <a:gdLst/>
              <a:ahLst/>
              <a:cxnLst/>
              <a:rect l="l" t="t" r="r" b="b"/>
              <a:pathLst>
                <a:path w="916304" h="620395">
                  <a:moveTo>
                    <a:pt x="861880" y="0"/>
                  </a:moveTo>
                  <a:lnTo>
                    <a:pt x="53867" y="0"/>
                  </a:lnTo>
                  <a:lnTo>
                    <a:pt x="32951" y="4252"/>
                  </a:lnTo>
                  <a:lnTo>
                    <a:pt x="15823" y="15832"/>
                  </a:lnTo>
                  <a:lnTo>
                    <a:pt x="4250" y="32969"/>
                  </a:lnTo>
                  <a:lnTo>
                    <a:pt x="0" y="53897"/>
                  </a:lnTo>
                  <a:lnTo>
                    <a:pt x="0" y="619817"/>
                  </a:lnTo>
                  <a:lnTo>
                    <a:pt x="915748" y="619817"/>
                  </a:lnTo>
                  <a:lnTo>
                    <a:pt x="915748" y="538971"/>
                  </a:lnTo>
                  <a:lnTo>
                    <a:pt x="80801" y="538971"/>
                  </a:lnTo>
                  <a:lnTo>
                    <a:pt x="80801" y="80845"/>
                  </a:lnTo>
                  <a:lnTo>
                    <a:pt x="915748" y="80845"/>
                  </a:lnTo>
                  <a:lnTo>
                    <a:pt x="915748" y="53897"/>
                  </a:lnTo>
                  <a:lnTo>
                    <a:pt x="911498" y="32969"/>
                  </a:lnTo>
                  <a:lnTo>
                    <a:pt x="899924" y="15832"/>
                  </a:lnTo>
                  <a:lnTo>
                    <a:pt x="882796" y="4252"/>
                  </a:lnTo>
                  <a:lnTo>
                    <a:pt x="861880" y="0"/>
                  </a:lnTo>
                  <a:close/>
                </a:path>
                <a:path w="916304" h="620395">
                  <a:moveTo>
                    <a:pt x="915748" y="80845"/>
                  </a:moveTo>
                  <a:lnTo>
                    <a:pt x="834947" y="80845"/>
                  </a:lnTo>
                  <a:lnTo>
                    <a:pt x="834947" y="538971"/>
                  </a:lnTo>
                  <a:lnTo>
                    <a:pt x="915748" y="538971"/>
                  </a:lnTo>
                  <a:lnTo>
                    <a:pt x="915748" y="80845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0464602" y="3676745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0" name="object 20"/>
          <p:cNvSpPr/>
          <p:nvPr/>
        </p:nvSpPr>
        <p:spPr>
          <a:xfrm>
            <a:off x="10012576" y="4211080"/>
            <a:ext cx="1239520" cy="81280"/>
          </a:xfrm>
          <a:custGeom>
            <a:avLst/>
            <a:gdLst/>
            <a:ahLst/>
            <a:cxnLst/>
            <a:rect l="l" t="t" r="r" b="b"/>
            <a:pathLst>
              <a:path w="1239520" h="81279">
                <a:moveTo>
                  <a:pt x="1238953" y="0"/>
                </a:moveTo>
                <a:lnTo>
                  <a:pt x="700278" y="0"/>
                </a:lnTo>
                <a:lnTo>
                  <a:pt x="700278" y="21558"/>
                </a:lnTo>
                <a:lnTo>
                  <a:pt x="694891" y="26948"/>
                </a:lnTo>
                <a:lnTo>
                  <a:pt x="544062" y="26948"/>
                </a:lnTo>
                <a:lnTo>
                  <a:pt x="538675" y="21558"/>
                </a:lnTo>
                <a:lnTo>
                  <a:pt x="538675" y="0"/>
                </a:lnTo>
                <a:lnTo>
                  <a:pt x="0" y="0"/>
                </a:lnTo>
                <a:lnTo>
                  <a:pt x="4250" y="47875"/>
                </a:lnTo>
                <a:lnTo>
                  <a:pt x="32951" y="76592"/>
                </a:lnTo>
                <a:lnTo>
                  <a:pt x="53867" y="80845"/>
                </a:lnTo>
                <a:lnTo>
                  <a:pt x="1185086" y="80845"/>
                </a:lnTo>
                <a:lnTo>
                  <a:pt x="1206002" y="76592"/>
                </a:lnTo>
                <a:lnTo>
                  <a:pt x="1223130" y="65013"/>
                </a:lnTo>
                <a:lnTo>
                  <a:pt x="1234703" y="47875"/>
                </a:lnTo>
                <a:lnTo>
                  <a:pt x="1238953" y="26948"/>
                </a:lnTo>
                <a:lnTo>
                  <a:pt x="1238953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0339464" y="4354093"/>
            <a:ext cx="584200" cy="753745"/>
          </a:xfrm>
          <a:custGeom>
            <a:avLst/>
            <a:gdLst/>
            <a:ahLst/>
            <a:cxnLst/>
            <a:rect l="l" t="t" r="r" b="b"/>
            <a:pathLst>
              <a:path w="584200" h="753745">
                <a:moveTo>
                  <a:pt x="197764" y="565111"/>
                </a:moveTo>
                <a:lnTo>
                  <a:pt x="122428" y="565111"/>
                </a:lnTo>
                <a:lnTo>
                  <a:pt x="122428" y="640486"/>
                </a:lnTo>
                <a:lnTo>
                  <a:pt x="197764" y="640486"/>
                </a:lnTo>
                <a:lnTo>
                  <a:pt x="197764" y="565111"/>
                </a:lnTo>
                <a:close/>
              </a:path>
              <a:path w="584200" h="753745">
                <a:moveTo>
                  <a:pt x="197764" y="414350"/>
                </a:moveTo>
                <a:lnTo>
                  <a:pt x="122428" y="414350"/>
                </a:lnTo>
                <a:lnTo>
                  <a:pt x="122428" y="489724"/>
                </a:lnTo>
                <a:lnTo>
                  <a:pt x="197764" y="489724"/>
                </a:lnTo>
                <a:lnTo>
                  <a:pt x="197764" y="414350"/>
                </a:lnTo>
                <a:close/>
              </a:path>
              <a:path w="584200" h="753745">
                <a:moveTo>
                  <a:pt x="197764" y="263588"/>
                </a:moveTo>
                <a:lnTo>
                  <a:pt x="122428" y="263588"/>
                </a:lnTo>
                <a:lnTo>
                  <a:pt x="122428" y="338975"/>
                </a:lnTo>
                <a:lnTo>
                  <a:pt x="197764" y="338975"/>
                </a:lnTo>
                <a:lnTo>
                  <a:pt x="197764" y="263588"/>
                </a:lnTo>
                <a:close/>
              </a:path>
              <a:path w="584200" h="753745">
                <a:moveTo>
                  <a:pt x="197764" y="112826"/>
                </a:moveTo>
                <a:lnTo>
                  <a:pt x="122428" y="112826"/>
                </a:lnTo>
                <a:lnTo>
                  <a:pt x="122428" y="188214"/>
                </a:lnTo>
                <a:lnTo>
                  <a:pt x="197764" y="188214"/>
                </a:lnTo>
                <a:lnTo>
                  <a:pt x="197764" y="112826"/>
                </a:lnTo>
                <a:close/>
              </a:path>
              <a:path w="584200" h="753745">
                <a:moveTo>
                  <a:pt x="461454" y="583958"/>
                </a:moveTo>
                <a:lnTo>
                  <a:pt x="273100" y="583958"/>
                </a:lnTo>
                <a:lnTo>
                  <a:pt x="273100" y="621652"/>
                </a:lnTo>
                <a:lnTo>
                  <a:pt x="461454" y="621652"/>
                </a:lnTo>
                <a:lnTo>
                  <a:pt x="461454" y="583958"/>
                </a:lnTo>
                <a:close/>
              </a:path>
              <a:path w="584200" h="753745">
                <a:moveTo>
                  <a:pt x="461454" y="433197"/>
                </a:moveTo>
                <a:lnTo>
                  <a:pt x="273100" y="433197"/>
                </a:lnTo>
                <a:lnTo>
                  <a:pt x="273100" y="470890"/>
                </a:lnTo>
                <a:lnTo>
                  <a:pt x="461454" y="470890"/>
                </a:lnTo>
                <a:lnTo>
                  <a:pt x="461454" y="433197"/>
                </a:lnTo>
                <a:close/>
              </a:path>
              <a:path w="584200" h="753745">
                <a:moveTo>
                  <a:pt x="461454" y="282435"/>
                </a:moveTo>
                <a:lnTo>
                  <a:pt x="273100" y="282435"/>
                </a:lnTo>
                <a:lnTo>
                  <a:pt x="273100" y="320128"/>
                </a:lnTo>
                <a:lnTo>
                  <a:pt x="461454" y="320128"/>
                </a:lnTo>
                <a:lnTo>
                  <a:pt x="461454" y="282435"/>
                </a:lnTo>
                <a:close/>
              </a:path>
              <a:path w="584200" h="753745">
                <a:moveTo>
                  <a:pt x="461454" y="131673"/>
                </a:moveTo>
                <a:lnTo>
                  <a:pt x="273100" y="131673"/>
                </a:lnTo>
                <a:lnTo>
                  <a:pt x="273100" y="169367"/>
                </a:lnTo>
                <a:lnTo>
                  <a:pt x="461454" y="169367"/>
                </a:lnTo>
                <a:lnTo>
                  <a:pt x="461454" y="131673"/>
                </a:lnTo>
                <a:close/>
              </a:path>
              <a:path w="584200" h="753745">
                <a:moveTo>
                  <a:pt x="583869" y="56286"/>
                </a:moveTo>
                <a:lnTo>
                  <a:pt x="527367" y="56286"/>
                </a:lnTo>
                <a:lnTo>
                  <a:pt x="527367" y="697026"/>
                </a:lnTo>
                <a:lnTo>
                  <a:pt x="583869" y="697026"/>
                </a:lnTo>
                <a:lnTo>
                  <a:pt x="583869" y="56286"/>
                </a:lnTo>
                <a:close/>
              </a:path>
              <a:path w="584200" h="753745">
                <a:moveTo>
                  <a:pt x="583869" y="0"/>
                </a:moveTo>
                <a:lnTo>
                  <a:pt x="0" y="0"/>
                </a:lnTo>
                <a:lnTo>
                  <a:pt x="0" y="55905"/>
                </a:lnTo>
                <a:lnTo>
                  <a:pt x="0" y="697433"/>
                </a:lnTo>
                <a:lnTo>
                  <a:pt x="0" y="753325"/>
                </a:lnTo>
                <a:lnTo>
                  <a:pt x="583869" y="753325"/>
                </a:lnTo>
                <a:lnTo>
                  <a:pt x="583869" y="697433"/>
                </a:lnTo>
                <a:lnTo>
                  <a:pt x="56502" y="697433"/>
                </a:lnTo>
                <a:lnTo>
                  <a:pt x="56502" y="55905"/>
                </a:lnTo>
                <a:lnTo>
                  <a:pt x="583869" y="55905"/>
                </a:lnTo>
                <a:lnTo>
                  <a:pt x="58386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560307" y="3334511"/>
            <a:ext cx="119062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2540" marR="0" lvl="0" indent="0" algn="ctr" defTabSz="914400" eaLnBrk="1" fontAlgn="auto" latinLnBrk="0" hangingPunct="1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034016" y="5186171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750" rIns="0" bIns="0" rtlCol="0">
            <a:spAutoFit/>
          </a:bodyPr>
          <a:lstStyle/>
          <a:p>
            <a:pPr marL="163830" marR="0" lvl="0" indent="0" defTabSz="914400" eaLnBrk="1" fontAlgn="auto" latinLnBrk="0" hangingPunct="1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SERVICES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4.</a:t>
            </a:r>
            <a:r>
              <a:rPr spc="-200" dirty="0"/>
              <a:t> </a:t>
            </a:r>
            <a:r>
              <a:rPr spc="-55" dirty="0"/>
              <a:t>Identifying</a:t>
            </a:r>
            <a:r>
              <a:rPr spc="-200" dirty="0"/>
              <a:t> </a:t>
            </a:r>
            <a:r>
              <a:rPr spc="-35" dirty="0"/>
              <a:t>BT</a:t>
            </a:r>
            <a:r>
              <a:rPr spc="-185" dirty="0"/>
              <a:t> </a:t>
            </a:r>
            <a:r>
              <a:rPr spc="-10" dirty="0"/>
              <a:t>Services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727149"/>
            <a:ext cx="5899785" cy="1050290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When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want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learn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what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services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device,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checking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server</a:t>
            </a:r>
            <a:r>
              <a:rPr kumimoji="0" sz="2400" b="0" i="0" u="none" strike="noStrike" kern="0" cap="none" spc="60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good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3399790"/>
            <a:ext cx="55359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seen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as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“port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scan”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4414773"/>
            <a:ext cx="5712460" cy="720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Follow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Lab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Manual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through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5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get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some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from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device’s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server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131557" y="2683014"/>
            <a:ext cx="3775710" cy="1741805"/>
            <a:chOff x="6131557" y="2683014"/>
            <a:chExt cx="3775710" cy="1741805"/>
          </a:xfrm>
        </p:grpSpPr>
        <p:sp>
          <p:nvSpPr>
            <p:cNvPr id="7" name="object 7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4"/>
                  </a:lnTo>
                  <a:lnTo>
                    <a:pt x="90297" y="180594"/>
                  </a:lnTo>
                  <a:lnTo>
                    <a:pt x="90297" y="679704"/>
                  </a:lnTo>
                  <a:lnTo>
                    <a:pt x="270891" y="679704"/>
                  </a:lnTo>
                  <a:lnTo>
                    <a:pt x="270891" y="180594"/>
                  </a:lnTo>
                  <a:lnTo>
                    <a:pt x="361188" y="180594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4"/>
                  </a:moveTo>
                  <a:lnTo>
                    <a:pt x="90297" y="180594"/>
                  </a:lnTo>
                  <a:lnTo>
                    <a:pt x="0" y="180594"/>
                  </a:lnTo>
                  <a:lnTo>
                    <a:pt x="180594" y="0"/>
                  </a:lnTo>
                  <a:lnTo>
                    <a:pt x="361188" y="180594"/>
                  </a:lnTo>
                  <a:lnTo>
                    <a:pt x="270891" y="180594"/>
                  </a:lnTo>
                  <a:lnTo>
                    <a:pt x="270891" y="679704"/>
                  </a:lnTo>
                  <a:lnTo>
                    <a:pt x="90297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760932" y="268302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508811" y="3753764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131547" y="3652151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483107" y="0"/>
                  </a:moveTo>
                  <a:lnTo>
                    <a:pt x="483107" y="160019"/>
                  </a:lnTo>
                  <a:lnTo>
                    <a:pt x="0" y="160019"/>
                  </a:lnTo>
                  <a:lnTo>
                    <a:pt x="0" y="480059"/>
                  </a:lnTo>
                  <a:lnTo>
                    <a:pt x="483107" y="480059"/>
                  </a:lnTo>
                  <a:lnTo>
                    <a:pt x="483107" y="640080"/>
                  </a:lnTo>
                  <a:lnTo>
                    <a:pt x="803148" y="320039"/>
                  </a:lnTo>
                  <a:lnTo>
                    <a:pt x="483107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0" y="160019"/>
                  </a:moveTo>
                  <a:lnTo>
                    <a:pt x="483107" y="160019"/>
                  </a:lnTo>
                  <a:lnTo>
                    <a:pt x="483107" y="0"/>
                  </a:lnTo>
                  <a:lnTo>
                    <a:pt x="803148" y="320039"/>
                  </a:lnTo>
                  <a:lnTo>
                    <a:pt x="483107" y="640080"/>
                  </a:lnTo>
                  <a:lnTo>
                    <a:pt x="483107" y="480059"/>
                  </a:lnTo>
                  <a:lnTo>
                    <a:pt x="0" y="480059"/>
                  </a:lnTo>
                  <a:lnTo>
                    <a:pt x="0" y="160019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427408"/>
                  </a:moveTo>
                  <a:lnTo>
                    <a:pt x="1440584" y="213704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lnTo>
                    <a:pt x="1047697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320556"/>
                  </a:moveTo>
                  <a:lnTo>
                    <a:pt x="1047697" y="427408"/>
                  </a:lnTo>
                  <a:lnTo>
                    <a:pt x="1440584" y="213704"/>
                  </a:lnTo>
                  <a:lnTo>
                    <a:pt x="1381267" y="180312"/>
                  </a:lnTo>
                  <a:lnTo>
                    <a:pt x="1245982" y="106852"/>
                  </a:lnTo>
                  <a:lnTo>
                    <a:pt x="1109776" y="33391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860135" y="2089514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0174178" y="3537365"/>
            <a:ext cx="916305" cy="620395"/>
            <a:chOff x="10174178" y="3537365"/>
            <a:chExt cx="916305" cy="620395"/>
          </a:xfrm>
        </p:grpSpPr>
        <p:sp>
          <p:nvSpPr>
            <p:cNvPr id="18" name="object 18"/>
            <p:cNvSpPr/>
            <p:nvPr/>
          </p:nvSpPr>
          <p:spPr>
            <a:xfrm>
              <a:off x="10174178" y="3537365"/>
              <a:ext cx="916305" cy="620395"/>
            </a:xfrm>
            <a:custGeom>
              <a:avLst/>
              <a:gdLst/>
              <a:ahLst/>
              <a:cxnLst/>
              <a:rect l="l" t="t" r="r" b="b"/>
              <a:pathLst>
                <a:path w="916304" h="620395">
                  <a:moveTo>
                    <a:pt x="861880" y="0"/>
                  </a:moveTo>
                  <a:lnTo>
                    <a:pt x="53867" y="0"/>
                  </a:lnTo>
                  <a:lnTo>
                    <a:pt x="32951" y="4252"/>
                  </a:lnTo>
                  <a:lnTo>
                    <a:pt x="15823" y="15832"/>
                  </a:lnTo>
                  <a:lnTo>
                    <a:pt x="4250" y="32969"/>
                  </a:lnTo>
                  <a:lnTo>
                    <a:pt x="0" y="53897"/>
                  </a:lnTo>
                  <a:lnTo>
                    <a:pt x="0" y="619817"/>
                  </a:lnTo>
                  <a:lnTo>
                    <a:pt x="915748" y="619817"/>
                  </a:lnTo>
                  <a:lnTo>
                    <a:pt x="915748" y="538971"/>
                  </a:lnTo>
                  <a:lnTo>
                    <a:pt x="80801" y="538971"/>
                  </a:lnTo>
                  <a:lnTo>
                    <a:pt x="80801" y="80845"/>
                  </a:lnTo>
                  <a:lnTo>
                    <a:pt x="915748" y="80845"/>
                  </a:lnTo>
                  <a:lnTo>
                    <a:pt x="915748" y="53897"/>
                  </a:lnTo>
                  <a:lnTo>
                    <a:pt x="911498" y="32969"/>
                  </a:lnTo>
                  <a:lnTo>
                    <a:pt x="899924" y="15832"/>
                  </a:lnTo>
                  <a:lnTo>
                    <a:pt x="882796" y="4252"/>
                  </a:lnTo>
                  <a:lnTo>
                    <a:pt x="861880" y="0"/>
                  </a:lnTo>
                  <a:close/>
                </a:path>
                <a:path w="916304" h="620395">
                  <a:moveTo>
                    <a:pt x="915748" y="80845"/>
                  </a:moveTo>
                  <a:lnTo>
                    <a:pt x="834947" y="80845"/>
                  </a:lnTo>
                  <a:lnTo>
                    <a:pt x="834947" y="538971"/>
                  </a:lnTo>
                  <a:lnTo>
                    <a:pt x="915748" y="538971"/>
                  </a:lnTo>
                  <a:lnTo>
                    <a:pt x="915748" y="80845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0464602" y="3676745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0" name="object 20"/>
          <p:cNvSpPr/>
          <p:nvPr/>
        </p:nvSpPr>
        <p:spPr>
          <a:xfrm>
            <a:off x="10012576" y="4211080"/>
            <a:ext cx="1239520" cy="81280"/>
          </a:xfrm>
          <a:custGeom>
            <a:avLst/>
            <a:gdLst/>
            <a:ahLst/>
            <a:cxnLst/>
            <a:rect l="l" t="t" r="r" b="b"/>
            <a:pathLst>
              <a:path w="1239520" h="81279">
                <a:moveTo>
                  <a:pt x="1238953" y="0"/>
                </a:moveTo>
                <a:lnTo>
                  <a:pt x="700278" y="0"/>
                </a:lnTo>
                <a:lnTo>
                  <a:pt x="700278" y="21558"/>
                </a:lnTo>
                <a:lnTo>
                  <a:pt x="694891" y="26948"/>
                </a:lnTo>
                <a:lnTo>
                  <a:pt x="544062" y="26948"/>
                </a:lnTo>
                <a:lnTo>
                  <a:pt x="538675" y="21558"/>
                </a:lnTo>
                <a:lnTo>
                  <a:pt x="538675" y="0"/>
                </a:lnTo>
                <a:lnTo>
                  <a:pt x="0" y="0"/>
                </a:lnTo>
                <a:lnTo>
                  <a:pt x="4250" y="47875"/>
                </a:lnTo>
                <a:lnTo>
                  <a:pt x="32951" y="76592"/>
                </a:lnTo>
                <a:lnTo>
                  <a:pt x="53867" y="80845"/>
                </a:lnTo>
                <a:lnTo>
                  <a:pt x="1185086" y="80845"/>
                </a:lnTo>
                <a:lnTo>
                  <a:pt x="1206002" y="76592"/>
                </a:lnTo>
                <a:lnTo>
                  <a:pt x="1223130" y="65013"/>
                </a:lnTo>
                <a:lnTo>
                  <a:pt x="1234703" y="47875"/>
                </a:lnTo>
                <a:lnTo>
                  <a:pt x="1238953" y="26948"/>
                </a:lnTo>
                <a:lnTo>
                  <a:pt x="1238953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0339464" y="4354093"/>
            <a:ext cx="584200" cy="753745"/>
          </a:xfrm>
          <a:custGeom>
            <a:avLst/>
            <a:gdLst/>
            <a:ahLst/>
            <a:cxnLst/>
            <a:rect l="l" t="t" r="r" b="b"/>
            <a:pathLst>
              <a:path w="584200" h="753745">
                <a:moveTo>
                  <a:pt x="197764" y="565111"/>
                </a:moveTo>
                <a:lnTo>
                  <a:pt x="122428" y="565111"/>
                </a:lnTo>
                <a:lnTo>
                  <a:pt x="122428" y="640486"/>
                </a:lnTo>
                <a:lnTo>
                  <a:pt x="197764" y="640486"/>
                </a:lnTo>
                <a:lnTo>
                  <a:pt x="197764" y="565111"/>
                </a:lnTo>
                <a:close/>
              </a:path>
              <a:path w="584200" h="753745">
                <a:moveTo>
                  <a:pt x="197764" y="414350"/>
                </a:moveTo>
                <a:lnTo>
                  <a:pt x="122428" y="414350"/>
                </a:lnTo>
                <a:lnTo>
                  <a:pt x="122428" y="489724"/>
                </a:lnTo>
                <a:lnTo>
                  <a:pt x="197764" y="489724"/>
                </a:lnTo>
                <a:lnTo>
                  <a:pt x="197764" y="414350"/>
                </a:lnTo>
                <a:close/>
              </a:path>
              <a:path w="584200" h="753745">
                <a:moveTo>
                  <a:pt x="197764" y="263588"/>
                </a:moveTo>
                <a:lnTo>
                  <a:pt x="122428" y="263588"/>
                </a:lnTo>
                <a:lnTo>
                  <a:pt x="122428" y="338975"/>
                </a:lnTo>
                <a:lnTo>
                  <a:pt x="197764" y="338975"/>
                </a:lnTo>
                <a:lnTo>
                  <a:pt x="197764" y="263588"/>
                </a:lnTo>
                <a:close/>
              </a:path>
              <a:path w="584200" h="753745">
                <a:moveTo>
                  <a:pt x="197764" y="112826"/>
                </a:moveTo>
                <a:lnTo>
                  <a:pt x="122428" y="112826"/>
                </a:lnTo>
                <a:lnTo>
                  <a:pt x="122428" y="188214"/>
                </a:lnTo>
                <a:lnTo>
                  <a:pt x="197764" y="188214"/>
                </a:lnTo>
                <a:lnTo>
                  <a:pt x="197764" y="112826"/>
                </a:lnTo>
                <a:close/>
              </a:path>
              <a:path w="584200" h="753745">
                <a:moveTo>
                  <a:pt x="461454" y="583958"/>
                </a:moveTo>
                <a:lnTo>
                  <a:pt x="273100" y="583958"/>
                </a:lnTo>
                <a:lnTo>
                  <a:pt x="273100" y="621652"/>
                </a:lnTo>
                <a:lnTo>
                  <a:pt x="461454" y="621652"/>
                </a:lnTo>
                <a:lnTo>
                  <a:pt x="461454" y="583958"/>
                </a:lnTo>
                <a:close/>
              </a:path>
              <a:path w="584200" h="753745">
                <a:moveTo>
                  <a:pt x="461454" y="433197"/>
                </a:moveTo>
                <a:lnTo>
                  <a:pt x="273100" y="433197"/>
                </a:lnTo>
                <a:lnTo>
                  <a:pt x="273100" y="470890"/>
                </a:lnTo>
                <a:lnTo>
                  <a:pt x="461454" y="470890"/>
                </a:lnTo>
                <a:lnTo>
                  <a:pt x="461454" y="433197"/>
                </a:lnTo>
                <a:close/>
              </a:path>
              <a:path w="584200" h="753745">
                <a:moveTo>
                  <a:pt x="461454" y="282435"/>
                </a:moveTo>
                <a:lnTo>
                  <a:pt x="273100" y="282435"/>
                </a:lnTo>
                <a:lnTo>
                  <a:pt x="273100" y="320128"/>
                </a:lnTo>
                <a:lnTo>
                  <a:pt x="461454" y="320128"/>
                </a:lnTo>
                <a:lnTo>
                  <a:pt x="461454" y="282435"/>
                </a:lnTo>
                <a:close/>
              </a:path>
              <a:path w="584200" h="753745">
                <a:moveTo>
                  <a:pt x="461454" y="131673"/>
                </a:moveTo>
                <a:lnTo>
                  <a:pt x="273100" y="131673"/>
                </a:lnTo>
                <a:lnTo>
                  <a:pt x="273100" y="169367"/>
                </a:lnTo>
                <a:lnTo>
                  <a:pt x="461454" y="169367"/>
                </a:lnTo>
                <a:lnTo>
                  <a:pt x="461454" y="131673"/>
                </a:lnTo>
                <a:close/>
              </a:path>
              <a:path w="584200" h="753745">
                <a:moveTo>
                  <a:pt x="583869" y="56286"/>
                </a:moveTo>
                <a:lnTo>
                  <a:pt x="527367" y="56286"/>
                </a:lnTo>
                <a:lnTo>
                  <a:pt x="527367" y="697026"/>
                </a:lnTo>
                <a:lnTo>
                  <a:pt x="583869" y="697026"/>
                </a:lnTo>
                <a:lnTo>
                  <a:pt x="583869" y="56286"/>
                </a:lnTo>
                <a:close/>
              </a:path>
              <a:path w="584200" h="753745">
                <a:moveTo>
                  <a:pt x="583869" y="0"/>
                </a:moveTo>
                <a:lnTo>
                  <a:pt x="0" y="0"/>
                </a:lnTo>
                <a:lnTo>
                  <a:pt x="0" y="55905"/>
                </a:lnTo>
                <a:lnTo>
                  <a:pt x="0" y="697433"/>
                </a:lnTo>
                <a:lnTo>
                  <a:pt x="0" y="753325"/>
                </a:lnTo>
                <a:lnTo>
                  <a:pt x="583869" y="753325"/>
                </a:lnTo>
                <a:lnTo>
                  <a:pt x="583869" y="697433"/>
                </a:lnTo>
                <a:lnTo>
                  <a:pt x="56502" y="697433"/>
                </a:lnTo>
                <a:lnTo>
                  <a:pt x="56502" y="55905"/>
                </a:lnTo>
                <a:lnTo>
                  <a:pt x="583869" y="55905"/>
                </a:lnTo>
                <a:lnTo>
                  <a:pt x="58386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560307" y="3334511"/>
            <a:ext cx="119062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2540" marR="0" lvl="0" indent="0" algn="ctr" defTabSz="914400" eaLnBrk="1" fontAlgn="auto" latinLnBrk="0" hangingPunct="1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034016" y="5186171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750" rIns="0" bIns="0" rtlCol="0">
            <a:spAutoFit/>
          </a:bodyPr>
          <a:lstStyle/>
          <a:p>
            <a:pPr marL="163830" marR="0" lvl="0" indent="0" defTabSz="914400" eaLnBrk="1" fontAlgn="auto" latinLnBrk="0" hangingPunct="1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SERVICES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5.</a:t>
            </a:r>
            <a:r>
              <a:rPr spc="-215" dirty="0"/>
              <a:t> </a:t>
            </a:r>
            <a:r>
              <a:rPr spc="-50" dirty="0"/>
              <a:t>Analyzing</a:t>
            </a:r>
            <a:r>
              <a:rPr spc="-200" dirty="0"/>
              <a:t> </a:t>
            </a:r>
            <a:r>
              <a:rPr dirty="0"/>
              <a:t>SDP</a:t>
            </a:r>
            <a:r>
              <a:rPr spc="-215" dirty="0"/>
              <a:t> </a:t>
            </a:r>
            <a:r>
              <a:rPr spc="-10" dirty="0"/>
              <a:t>Output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727149"/>
            <a:ext cx="5581650" cy="721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Depending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how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complex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is,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server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may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give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lot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3070047"/>
            <a:ext cx="5848985" cy="721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added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special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purpose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training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4414773"/>
            <a:ext cx="5909310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will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send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perform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other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tests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131557" y="2683014"/>
            <a:ext cx="3775710" cy="1741805"/>
            <a:chOff x="6131557" y="2683014"/>
            <a:chExt cx="3775710" cy="1741805"/>
          </a:xfrm>
        </p:grpSpPr>
        <p:sp>
          <p:nvSpPr>
            <p:cNvPr id="7" name="object 7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4"/>
                  </a:lnTo>
                  <a:lnTo>
                    <a:pt x="90297" y="180594"/>
                  </a:lnTo>
                  <a:lnTo>
                    <a:pt x="90297" y="679704"/>
                  </a:lnTo>
                  <a:lnTo>
                    <a:pt x="270891" y="679704"/>
                  </a:lnTo>
                  <a:lnTo>
                    <a:pt x="270891" y="180594"/>
                  </a:lnTo>
                  <a:lnTo>
                    <a:pt x="361188" y="180594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4"/>
                  </a:moveTo>
                  <a:lnTo>
                    <a:pt x="90297" y="180594"/>
                  </a:lnTo>
                  <a:lnTo>
                    <a:pt x="0" y="180594"/>
                  </a:lnTo>
                  <a:lnTo>
                    <a:pt x="180594" y="0"/>
                  </a:lnTo>
                  <a:lnTo>
                    <a:pt x="361188" y="180594"/>
                  </a:lnTo>
                  <a:lnTo>
                    <a:pt x="270891" y="180594"/>
                  </a:lnTo>
                  <a:lnTo>
                    <a:pt x="270891" y="679704"/>
                  </a:lnTo>
                  <a:lnTo>
                    <a:pt x="90297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760932" y="268302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508811" y="3753764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131547" y="3652151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483107" y="0"/>
                  </a:moveTo>
                  <a:lnTo>
                    <a:pt x="483107" y="160019"/>
                  </a:lnTo>
                  <a:lnTo>
                    <a:pt x="0" y="160019"/>
                  </a:lnTo>
                  <a:lnTo>
                    <a:pt x="0" y="480059"/>
                  </a:lnTo>
                  <a:lnTo>
                    <a:pt x="483107" y="480059"/>
                  </a:lnTo>
                  <a:lnTo>
                    <a:pt x="483107" y="640080"/>
                  </a:lnTo>
                  <a:lnTo>
                    <a:pt x="803148" y="320039"/>
                  </a:lnTo>
                  <a:lnTo>
                    <a:pt x="483107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0" y="160019"/>
                  </a:moveTo>
                  <a:lnTo>
                    <a:pt x="483107" y="160019"/>
                  </a:lnTo>
                  <a:lnTo>
                    <a:pt x="483107" y="0"/>
                  </a:lnTo>
                  <a:lnTo>
                    <a:pt x="803148" y="320039"/>
                  </a:lnTo>
                  <a:lnTo>
                    <a:pt x="483107" y="640080"/>
                  </a:lnTo>
                  <a:lnTo>
                    <a:pt x="483107" y="480059"/>
                  </a:lnTo>
                  <a:lnTo>
                    <a:pt x="0" y="480059"/>
                  </a:lnTo>
                  <a:lnTo>
                    <a:pt x="0" y="160019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427408"/>
                  </a:moveTo>
                  <a:lnTo>
                    <a:pt x="1440584" y="213704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lnTo>
                    <a:pt x="1047697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320556"/>
                  </a:moveTo>
                  <a:lnTo>
                    <a:pt x="1047697" y="427408"/>
                  </a:lnTo>
                  <a:lnTo>
                    <a:pt x="1440584" y="213704"/>
                  </a:lnTo>
                  <a:lnTo>
                    <a:pt x="1381267" y="180312"/>
                  </a:lnTo>
                  <a:lnTo>
                    <a:pt x="1245982" y="106852"/>
                  </a:lnTo>
                  <a:lnTo>
                    <a:pt x="1109776" y="33391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860135" y="2089514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0174178" y="3537365"/>
            <a:ext cx="916305" cy="620395"/>
            <a:chOff x="10174178" y="3537365"/>
            <a:chExt cx="916305" cy="620395"/>
          </a:xfrm>
        </p:grpSpPr>
        <p:sp>
          <p:nvSpPr>
            <p:cNvPr id="18" name="object 18"/>
            <p:cNvSpPr/>
            <p:nvPr/>
          </p:nvSpPr>
          <p:spPr>
            <a:xfrm>
              <a:off x="10174178" y="3537365"/>
              <a:ext cx="916305" cy="620395"/>
            </a:xfrm>
            <a:custGeom>
              <a:avLst/>
              <a:gdLst/>
              <a:ahLst/>
              <a:cxnLst/>
              <a:rect l="l" t="t" r="r" b="b"/>
              <a:pathLst>
                <a:path w="916304" h="620395">
                  <a:moveTo>
                    <a:pt x="861880" y="0"/>
                  </a:moveTo>
                  <a:lnTo>
                    <a:pt x="53867" y="0"/>
                  </a:lnTo>
                  <a:lnTo>
                    <a:pt x="32951" y="4252"/>
                  </a:lnTo>
                  <a:lnTo>
                    <a:pt x="15823" y="15832"/>
                  </a:lnTo>
                  <a:lnTo>
                    <a:pt x="4250" y="32969"/>
                  </a:lnTo>
                  <a:lnTo>
                    <a:pt x="0" y="53897"/>
                  </a:lnTo>
                  <a:lnTo>
                    <a:pt x="0" y="619817"/>
                  </a:lnTo>
                  <a:lnTo>
                    <a:pt x="915748" y="619817"/>
                  </a:lnTo>
                  <a:lnTo>
                    <a:pt x="915748" y="538971"/>
                  </a:lnTo>
                  <a:lnTo>
                    <a:pt x="80801" y="538971"/>
                  </a:lnTo>
                  <a:lnTo>
                    <a:pt x="80801" y="80845"/>
                  </a:lnTo>
                  <a:lnTo>
                    <a:pt x="915748" y="80845"/>
                  </a:lnTo>
                  <a:lnTo>
                    <a:pt x="915748" y="53897"/>
                  </a:lnTo>
                  <a:lnTo>
                    <a:pt x="911498" y="32969"/>
                  </a:lnTo>
                  <a:lnTo>
                    <a:pt x="899924" y="15832"/>
                  </a:lnTo>
                  <a:lnTo>
                    <a:pt x="882796" y="4252"/>
                  </a:lnTo>
                  <a:lnTo>
                    <a:pt x="861880" y="0"/>
                  </a:lnTo>
                  <a:close/>
                </a:path>
                <a:path w="916304" h="620395">
                  <a:moveTo>
                    <a:pt x="915748" y="80845"/>
                  </a:moveTo>
                  <a:lnTo>
                    <a:pt x="834947" y="80845"/>
                  </a:lnTo>
                  <a:lnTo>
                    <a:pt x="834947" y="538971"/>
                  </a:lnTo>
                  <a:lnTo>
                    <a:pt x="915748" y="538971"/>
                  </a:lnTo>
                  <a:lnTo>
                    <a:pt x="915748" y="80845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0464602" y="3676745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0" name="object 20"/>
          <p:cNvSpPr/>
          <p:nvPr/>
        </p:nvSpPr>
        <p:spPr>
          <a:xfrm>
            <a:off x="10012576" y="4211080"/>
            <a:ext cx="1239520" cy="81280"/>
          </a:xfrm>
          <a:custGeom>
            <a:avLst/>
            <a:gdLst/>
            <a:ahLst/>
            <a:cxnLst/>
            <a:rect l="l" t="t" r="r" b="b"/>
            <a:pathLst>
              <a:path w="1239520" h="81279">
                <a:moveTo>
                  <a:pt x="1238953" y="0"/>
                </a:moveTo>
                <a:lnTo>
                  <a:pt x="700278" y="0"/>
                </a:lnTo>
                <a:lnTo>
                  <a:pt x="700278" y="21558"/>
                </a:lnTo>
                <a:lnTo>
                  <a:pt x="694891" y="26948"/>
                </a:lnTo>
                <a:lnTo>
                  <a:pt x="544062" y="26948"/>
                </a:lnTo>
                <a:lnTo>
                  <a:pt x="538675" y="21558"/>
                </a:lnTo>
                <a:lnTo>
                  <a:pt x="538675" y="0"/>
                </a:lnTo>
                <a:lnTo>
                  <a:pt x="0" y="0"/>
                </a:lnTo>
                <a:lnTo>
                  <a:pt x="4250" y="47875"/>
                </a:lnTo>
                <a:lnTo>
                  <a:pt x="32951" y="76592"/>
                </a:lnTo>
                <a:lnTo>
                  <a:pt x="53867" y="80845"/>
                </a:lnTo>
                <a:lnTo>
                  <a:pt x="1185086" y="80845"/>
                </a:lnTo>
                <a:lnTo>
                  <a:pt x="1206002" y="76592"/>
                </a:lnTo>
                <a:lnTo>
                  <a:pt x="1223130" y="65013"/>
                </a:lnTo>
                <a:lnTo>
                  <a:pt x="1234703" y="47875"/>
                </a:lnTo>
                <a:lnTo>
                  <a:pt x="1238953" y="26948"/>
                </a:lnTo>
                <a:lnTo>
                  <a:pt x="1238953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0339464" y="4354093"/>
            <a:ext cx="584200" cy="753745"/>
          </a:xfrm>
          <a:custGeom>
            <a:avLst/>
            <a:gdLst/>
            <a:ahLst/>
            <a:cxnLst/>
            <a:rect l="l" t="t" r="r" b="b"/>
            <a:pathLst>
              <a:path w="584200" h="753745">
                <a:moveTo>
                  <a:pt x="197764" y="565111"/>
                </a:moveTo>
                <a:lnTo>
                  <a:pt x="122428" y="565111"/>
                </a:lnTo>
                <a:lnTo>
                  <a:pt x="122428" y="640486"/>
                </a:lnTo>
                <a:lnTo>
                  <a:pt x="197764" y="640486"/>
                </a:lnTo>
                <a:lnTo>
                  <a:pt x="197764" y="565111"/>
                </a:lnTo>
                <a:close/>
              </a:path>
              <a:path w="584200" h="753745">
                <a:moveTo>
                  <a:pt x="197764" y="414350"/>
                </a:moveTo>
                <a:lnTo>
                  <a:pt x="122428" y="414350"/>
                </a:lnTo>
                <a:lnTo>
                  <a:pt x="122428" y="489724"/>
                </a:lnTo>
                <a:lnTo>
                  <a:pt x="197764" y="489724"/>
                </a:lnTo>
                <a:lnTo>
                  <a:pt x="197764" y="414350"/>
                </a:lnTo>
                <a:close/>
              </a:path>
              <a:path w="584200" h="753745">
                <a:moveTo>
                  <a:pt x="197764" y="263588"/>
                </a:moveTo>
                <a:lnTo>
                  <a:pt x="122428" y="263588"/>
                </a:lnTo>
                <a:lnTo>
                  <a:pt x="122428" y="338975"/>
                </a:lnTo>
                <a:lnTo>
                  <a:pt x="197764" y="338975"/>
                </a:lnTo>
                <a:lnTo>
                  <a:pt x="197764" y="263588"/>
                </a:lnTo>
                <a:close/>
              </a:path>
              <a:path w="584200" h="753745">
                <a:moveTo>
                  <a:pt x="197764" y="112826"/>
                </a:moveTo>
                <a:lnTo>
                  <a:pt x="122428" y="112826"/>
                </a:lnTo>
                <a:lnTo>
                  <a:pt x="122428" y="188214"/>
                </a:lnTo>
                <a:lnTo>
                  <a:pt x="197764" y="188214"/>
                </a:lnTo>
                <a:lnTo>
                  <a:pt x="197764" y="112826"/>
                </a:lnTo>
                <a:close/>
              </a:path>
              <a:path w="584200" h="753745">
                <a:moveTo>
                  <a:pt x="461454" y="583958"/>
                </a:moveTo>
                <a:lnTo>
                  <a:pt x="273100" y="583958"/>
                </a:lnTo>
                <a:lnTo>
                  <a:pt x="273100" y="621652"/>
                </a:lnTo>
                <a:lnTo>
                  <a:pt x="461454" y="621652"/>
                </a:lnTo>
                <a:lnTo>
                  <a:pt x="461454" y="583958"/>
                </a:lnTo>
                <a:close/>
              </a:path>
              <a:path w="584200" h="753745">
                <a:moveTo>
                  <a:pt x="461454" y="433197"/>
                </a:moveTo>
                <a:lnTo>
                  <a:pt x="273100" y="433197"/>
                </a:lnTo>
                <a:lnTo>
                  <a:pt x="273100" y="470890"/>
                </a:lnTo>
                <a:lnTo>
                  <a:pt x="461454" y="470890"/>
                </a:lnTo>
                <a:lnTo>
                  <a:pt x="461454" y="433197"/>
                </a:lnTo>
                <a:close/>
              </a:path>
              <a:path w="584200" h="753745">
                <a:moveTo>
                  <a:pt x="461454" y="282435"/>
                </a:moveTo>
                <a:lnTo>
                  <a:pt x="273100" y="282435"/>
                </a:lnTo>
                <a:lnTo>
                  <a:pt x="273100" y="320128"/>
                </a:lnTo>
                <a:lnTo>
                  <a:pt x="461454" y="320128"/>
                </a:lnTo>
                <a:lnTo>
                  <a:pt x="461454" y="282435"/>
                </a:lnTo>
                <a:close/>
              </a:path>
              <a:path w="584200" h="753745">
                <a:moveTo>
                  <a:pt x="461454" y="131673"/>
                </a:moveTo>
                <a:lnTo>
                  <a:pt x="273100" y="131673"/>
                </a:lnTo>
                <a:lnTo>
                  <a:pt x="273100" y="169367"/>
                </a:lnTo>
                <a:lnTo>
                  <a:pt x="461454" y="169367"/>
                </a:lnTo>
                <a:lnTo>
                  <a:pt x="461454" y="131673"/>
                </a:lnTo>
                <a:close/>
              </a:path>
              <a:path w="584200" h="753745">
                <a:moveTo>
                  <a:pt x="583869" y="56286"/>
                </a:moveTo>
                <a:lnTo>
                  <a:pt x="527367" y="56286"/>
                </a:lnTo>
                <a:lnTo>
                  <a:pt x="527367" y="697026"/>
                </a:lnTo>
                <a:lnTo>
                  <a:pt x="583869" y="697026"/>
                </a:lnTo>
                <a:lnTo>
                  <a:pt x="583869" y="56286"/>
                </a:lnTo>
                <a:close/>
              </a:path>
              <a:path w="584200" h="753745">
                <a:moveTo>
                  <a:pt x="583869" y="0"/>
                </a:moveTo>
                <a:lnTo>
                  <a:pt x="0" y="0"/>
                </a:lnTo>
                <a:lnTo>
                  <a:pt x="0" y="55905"/>
                </a:lnTo>
                <a:lnTo>
                  <a:pt x="0" y="697433"/>
                </a:lnTo>
                <a:lnTo>
                  <a:pt x="0" y="753325"/>
                </a:lnTo>
                <a:lnTo>
                  <a:pt x="583869" y="753325"/>
                </a:lnTo>
                <a:lnTo>
                  <a:pt x="583869" y="697433"/>
                </a:lnTo>
                <a:lnTo>
                  <a:pt x="56502" y="697433"/>
                </a:lnTo>
                <a:lnTo>
                  <a:pt x="56502" y="55905"/>
                </a:lnTo>
                <a:lnTo>
                  <a:pt x="583869" y="55905"/>
                </a:lnTo>
                <a:lnTo>
                  <a:pt x="58386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560307" y="3334511"/>
            <a:ext cx="119062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2540" marR="0" lvl="0" indent="0" algn="ctr" defTabSz="914400" eaLnBrk="1" fontAlgn="auto" latinLnBrk="0" hangingPunct="1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034016" y="5186171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750" rIns="0" bIns="0" rtlCol="0">
            <a:spAutoFit/>
          </a:bodyPr>
          <a:lstStyle/>
          <a:p>
            <a:pPr marL="163830" marR="0" lvl="0" indent="0" defTabSz="914400" eaLnBrk="1" fontAlgn="auto" latinLnBrk="0" hangingPunct="1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SERVICES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5.</a:t>
            </a:r>
            <a:r>
              <a:rPr spc="-215" dirty="0"/>
              <a:t> </a:t>
            </a:r>
            <a:r>
              <a:rPr spc="-50" dirty="0"/>
              <a:t>Analyzing</a:t>
            </a:r>
            <a:r>
              <a:rPr spc="-200" dirty="0"/>
              <a:t> </a:t>
            </a:r>
            <a:r>
              <a:rPr dirty="0"/>
              <a:t>SDP</a:t>
            </a:r>
            <a:r>
              <a:rPr spc="-215" dirty="0"/>
              <a:t> </a:t>
            </a:r>
            <a:r>
              <a:rPr spc="-10" dirty="0"/>
              <a:t>Output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191005"/>
            <a:ext cx="5532120" cy="2209800"/>
          </a:xfrm>
          <a:prstGeom prst="rect">
            <a:avLst/>
          </a:prstGeom>
        </p:spPr>
        <p:txBody>
          <a:bodyPr vert="horz" wrap="square" lIns="0" tIns="83820" rIns="0" bIns="0" rtlCol="0">
            <a:spAutoFit/>
          </a:bodyPr>
          <a:lstStyle/>
          <a:p>
            <a:pPr marL="12700" marR="110489" lvl="0" indent="0" algn="just" defTabSz="914400" eaLnBrk="1" fontAlgn="auto" latinLnBrk="0" hangingPunct="1">
              <a:lnSpc>
                <a:spcPts val="2300"/>
              </a:lnSpc>
              <a:spcBef>
                <a:spcPts val="6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Analyze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received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from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SDP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server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1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algn="just" defTabSz="91440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You’ll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need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know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RFCOMM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channel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custom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able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send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3951478"/>
            <a:ext cx="5650230" cy="976630"/>
          </a:xfrm>
          <a:prstGeom prst="rect">
            <a:avLst/>
          </a:prstGeom>
        </p:spPr>
        <p:txBody>
          <a:bodyPr vert="horz" wrap="square" lIns="0" tIns="8382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300"/>
              </a:lnSpc>
              <a:spcBef>
                <a:spcPts val="6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There’s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also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few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hints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custom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may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want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keep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track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5477357"/>
            <a:ext cx="5367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Proceed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through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part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6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Lab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Manual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131557" y="2683014"/>
            <a:ext cx="3775710" cy="1741805"/>
            <a:chOff x="6131557" y="2683014"/>
            <a:chExt cx="3775710" cy="1741805"/>
          </a:xfrm>
        </p:grpSpPr>
        <p:sp>
          <p:nvSpPr>
            <p:cNvPr id="7" name="object 7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4"/>
                  </a:lnTo>
                  <a:lnTo>
                    <a:pt x="90297" y="180594"/>
                  </a:lnTo>
                  <a:lnTo>
                    <a:pt x="90297" y="679704"/>
                  </a:lnTo>
                  <a:lnTo>
                    <a:pt x="270891" y="679704"/>
                  </a:lnTo>
                  <a:lnTo>
                    <a:pt x="270891" y="180594"/>
                  </a:lnTo>
                  <a:lnTo>
                    <a:pt x="361188" y="180594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4"/>
                  </a:moveTo>
                  <a:lnTo>
                    <a:pt x="90297" y="180594"/>
                  </a:lnTo>
                  <a:lnTo>
                    <a:pt x="0" y="180594"/>
                  </a:lnTo>
                  <a:lnTo>
                    <a:pt x="180594" y="0"/>
                  </a:lnTo>
                  <a:lnTo>
                    <a:pt x="361188" y="180594"/>
                  </a:lnTo>
                  <a:lnTo>
                    <a:pt x="270891" y="180594"/>
                  </a:lnTo>
                  <a:lnTo>
                    <a:pt x="270891" y="679704"/>
                  </a:lnTo>
                  <a:lnTo>
                    <a:pt x="90297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760932" y="268302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508811" y="3753764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131547" y="3652151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483107" y="0"/>
                  </a:moveTo>
                  <a:lnTo>
                    <a:pt x="483107" y="160019"/>
                  </a:lnTo>
                  <a:lnTo>
                    <a:pt x="0" y="160019"/>
                  </a:lnTo>
                  <a:lnTo>
                    <a:pt x="0" y="480059"/>
                  </a:lnTo>
                  <a:lnTo>
                    <a:pt x="483107" y="480059"/>
                  </a:lnTo>
                  <a:lnTo>
                    <a:pt x="483107" y="640080"/>
                  </a:lnTo>
                  <a:lnTo>
                    <a:pt x="803148" y="320039"/>
                  </a:lnTo>
                  <a:lnTo>
                    <a:pt x="483107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0" y="160019"/>
                  </a:moveTo>
                  <a:lnTo>
                    <a:pt x="483107" y="160019"/>
                  </a:lnTo>
                  <a:lnTo>
                    <a:pt x="483107" y="0"/>
                  </a:lnTo>
                  <a:lnTo>
                    <a:pt x="803148" y="320039"/>
                  </a:lnTo>
                  <a:lnTo>
                    <a:pt x="483107" y="640080"/>
                  </a:lnTo>
                  <a:lnTo>
                    <a:pt x="483107" y="480059"/>
                  </a:lnTo>
                  <a:lnTo>
                    <a:pt x="0" y="480059"/>
                  </a:lnTo>
                  <a:lnTo>
                    <a:pt x="0" y="160019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427408"/>
                  </a:moveTo>
                  <a:lnTo>
                    <a:pt x="1440584" y="213704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lnTo>
                    <a:pt x="1047697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320556"/>
                  </a:moveTo>
                  <a:lnTo>
                    <a:pt x="1047697" y="427408"/>
                  </a:lnTo>
                  <a:lnTo>
                    <a:pt x="1440584" y="213704"/>
                  </a:lnTo>
                  <a:lnTo>
                    <a:pt x="1381267" y="180312"/>
                  </a:lnTo>
                  <a:lnTo>
                    <a:pt x="1245982" y="106852"/>
                  </a:lnTo>
                  <a:lnTo>
                    <a:pt x="1109776" y="33391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860135" y="2089514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7901420" y="2823569"/>
            <a:ext cx="146685" cy="146685"/>
          </a:xfrm>
          <a:custGeom>
            <a:avLst/>
            <a:gdLst/>
            <a:ahLst/>
            <a:cxnLst/>
            <a:rect l="l" t="t" r="r" b="b"/>
            <a:pathLst>
              <a:path w="146684" h="146685">
                <a:moveTo>
                  <a:pt x="146096" y="0"/>
                </a:moveTo>
                <a:lnTo>
                  <a:pt x="0" y="0"/>
                </a:lnTo>
                <a:lnTo>
                  <a:pt x="0" y="146176"/>
                </a:lnTo>
                <a:lnTo>
                  <a:pt x="146096" y="146176"/>
                </a:lnTo>
                <a:lnTo>
                  <a:pt x="146096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10174178" y="3537365"/>
            <a:ext cx="916305" cy="620395"/>
            <a:chOff x="10174178" y="3537365"/>
            <a:chExt cx="916305" cy="620395"/>
          </a:xfrm>
        </p:grpSpPr>
        <p:sp>
          <p:nvSpPr>
            <p:cNvPr id="19" name="object 19"/>
            <p:cNvSpPr/>
            <p:nvPr/>
          </p:nvSpPr>
          <p:spPr>
            <a:xfrm>
              <a:off x="10174178" y="3537365"/>
              <a:ext cx="916305" cy="620395"/>
            </a:xfrm>
            <a:custGeom>
              <a:avLst/>
              <a:gdLst/>
              <a:ahLst/>
              <a:cxnLst/>
              <a:rect l="l" t="t" r="r" b="b"/>
              <a:pathLst>
                <a:path w="916304" h="620395">
                  <a:moveTo>
                    <a:pt x="861880" y="0"/>
                  </a:moveTo>
                  <a:lnTo>
                    <a:pt x="53867" y="0"/>
                  </a:lnTo>
                  <a:lnTo>
                    <a:pt x="32951" y="4252"/>
                  </a:lnTo>
                  <a:lnTo>
                    <a:pt x="15823" y="15832"/>
                  </a:lnTo>
                  <a:lnTo>
                    <a:pt x="4250" y="32969"/>
                  </a:lnTo>
                  <a:lnTo>
                    <a:pt x="0" y="53897"/>
                  </a:lnTo>
                  <a:lnTo>
                    <a:pt x="0" y="619817"/>
                  </a:lnTo>
                  <a:lnTo>
                    <a:pt x="915748" y="619817"/>
                  </a:lnTo>
                  <a:lnTo>
                    <a:pt x="915748" y="538971"/>
                  </a:lnTo>
                  <a:lnTo>
                    <a:pt x="80801" y="538971"/>
                  </a:lnTo>
                  <a:lnTo>
                    <a:pt x="80801" y="80845"/>
                  </a:lnTo>
                  <a:lnTo>
                    <a:pt x="915748" y="80845"/>
                  </a:lnTo>
                  <a:lnTo>
                    <a:pt x="915748" y="53897"/>
                  </a:lnTo>
                  <a:lnTo>
                    <a:pt x="911498" y="32969"/>
                  </a:lnTo>
                  <a:lnTo>
                    <a:pt x="899924" y="15832"/>
                  </a:lnTo>
                  <a:lnTo>
                    <a:pt x="882796" y="4252"/>
                  </a:lnTo>
                  <a:lnTo>
                    <a:pt x="861880" y="0"/>
                  </a:lnTo>
                  <a:close/>
                </a:path>
                <a:path w="916304" h="620395">
                  <a:moveTo>
                    <a:pt x="915748" y="80845"/>
                  </a:moveTo>
                  <a:lnTo>
                    <a:pt x="834947" y="80845"/>
                  </a:lnTo>
                  <a:lnTo>
                    <a:pt x="834947" y="538971"/>
                  </a:lnTo>
                  <a:lnTo>
                    <a:pt x="915748" y="538971"/>
                  </a:lnTo>
                  <a:lnTo>
                    <a:pt x="915748" y="80845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10464602" y="3676745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1" name="object 21"/>
          <p:cNvSpPr/>
          <p:nvPr/>
        </p:nvSpPr>
        <p:spPr>
          <a:xfrm>
            <a:off x="10012576" y="4211080"/>
            <a:ext cx="1239520" cy="81280"/>
          </a:xfrm>
          <a:custGeom>
            <a:avLst/>
            <a:gdLst/>
            <a:ahLst/>
            <a:cxnLst/>
            <a:rect l="l" t="t" r="r" b="b"/>
            <a:pathLst>
              <a:path w="1239520" h="81279">
                <a:moveTo>
                  <a:pt x="1238953" y="0"/>
                </a:moveTo>
                <a:lnTo>
                  <a:pt x="700278" y="0"/>
                </a:lnTo>
                <a:lnTo>
                  <a:pt x="700278" y="21558"/>
                </a:lnTo>
                <a:lnTo>
                  <a:pt x="694891" y="26948"/>
                </a:lnTo>
                <a:lnTo>
                  <a:pt x="544062" y="26948"/>
                </a:lnTo>
                <a:lnTo>
                  <a:pt x="538675" y="21558"/>
                </a:lnTo>
                <a:lnTo>
                  <a:pt x="538675" y="0"/>
                </a:lnTo>
                <a:lnTo>
                  <a:pt x="0" y="0"/>
                </a:lnTo>
                <a:lnTo>
                  <a:pt x="4250" y="47875"/>
                </a:lnTo>
                <a:lnTo>
                  <a:pt x="32951" y="76592"/>
                </a:lnTo>
                <a:lnTo>
                  <a:pt x="53867" y="80845"/>
                </a:lnTo>
                <a:lnTo>
                  <a:pt x="1185086" y="80845"/>
                </a:lnTo>
                <a:lnTo>
                  <a:pt x="1206002" y="76592"/>
                </a:lnTo>
                <a:lnTo>
                  <a:pt x="1223130" y="65013"/>
                </a:lnTo>
                <a:lnTo>
                  <a:pt x="1234703" y="47875"/>
                </a:lnTo>
                <a:lnTo>
                  <a:pt x="1238953" y="26948"/>
                </a:lnTo>
                <a:lnTo>
                  <a:pt x="1238953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10339464" y="4354093"/>
            <a:ext cx="584200" cy="753745"/>
          </a:xfrm>
          <a:custGeom>
            <a:avLst/>
            <a:gdLst/>
            <a:ahLst/>
            <a:cxnLst/>
            <a:rect l="l" t="t" r="r" b="b"/>
            <a:pathLst>
              <a:path w="584200" h="753745">
                <a:moveTo>
                  <a:pt x="197764" y="565111"/>
                </a:moveTo>
                <a:lnTo>
                  <a:pt x="122428" y="565111"/>
                </a:lnTo>
                <a:lnTo>
                  <a:pt x="122428" y="640486"/>
                </a:lnTo>
                <a:lnTo>
                  <a:pt x="197764" y="640486"/>
                </a:lnTo>
                <a:lnTo>
                  <a:pt x="197764" y="565111"/>
                </a:lnTo>
                <a:close/>
              </a:path>
              <a:path w="584200" h="753745">
                <a:moveTo>
                  <a:pt x="197764" y="414350"/>
                </a:moveTo>
                <a:lnTo>
                  <a:pt x="122428" y="414350"/>
                </a:lnTo>
                <a:lnTo>
                  <a:pt x="122428" y="489724"/>
                </a:lnTo>
                <a:lnTo>
                  <a:pt x="197764" y="489724"/>
                </a:lnTo>
                <a:lnTo>
                  <a:pt x="197764" y="414350"/>
                </a:lnTo>
                <a:close/>
              </a:path>
              <a:path w="584200" h="753745">
                <a:moveTo>
                  <a:pt x="197764" y="263588"/>
                </a:moveTo>
                <a:lnTo>
                  <a:pt x="122428" y="263588"/>
                </a:lnTo>
                <a:lnTo>
                  <a:pt x="122428" y="338975"/>
                </a:lnTo>
                <a:lnTo>
                  <a:pt x="197764" y="338975"/>
                </a:lnTo>
                <a:lnTo>
                  <a:pt x="197764" y="263588"/>
                </a:lnTo>
                <a:close/>
              </a:path>
              <a:path w="584200" h="753745">
                <a:moveTo>
                  <a:pt x="197764" y="112826"/>
                </a:moveTo>
                <a:lnTo>
                  <a:pt x="122428" y="112826"/>
                </a:lnTo>
                <a:lnTo>
                  <a:pt x="122428" y="188214"/>
                </a:lnTo>
                <a:lnTo>
                  <a:pt x="197764" y="188214"/>
                </a:lnTo>
                <a:lnTo>
                  <a:pt x="197764" y="112826"/>
                </a:lnTo>
                <a:close/>
              </a:path>
              <a:path w="584200" h="753745">
                <a:moveTo>
                  <a:pt x="461454" y="583958"/>
                </a:moveTo>
                <a:lnTo>
                  <a:pt x="273100" y="583958"/>
                </a:lnTo>
                <a:lnTo>
                  <a:pt x="273100" y="621652"/>
                </a:lnTo>
                <a:lnTo>
                  <a:pt x="461454" y="621652"/>
                </a:lnTo>
                <a:lnTo>
                  <a:pt x="461454" y="583958"/>
                </a:lnTo>
                <a:close/>
              </a:path>
              <a:path w="584200" h="753745">
                <a:moveTo>
                  <a:pt x="461454" y="433197"/>
                </a:moveTo>
                <a:lnTo>
                  <a:pt x="273100" y="433197"/>
                </a:lnTo>
                <a:lnTo>
                  <a:pt x="273100" y="470890"/>
                </a:lnTo>
                <a:lnTo>
                  <a:pt x="461454" y="470890"/>
                </a:lnTo>
                <a:lnTo>
                  <a:pt x="461454" y="433197"/>
                </a:lnTo>
                <a:close/>
              </a:path>
              <a:path w="584200" h="753745">
                <a:moveTo>
                  <a:pt x="461454" y="282435"/>
                </a:moveTo>
                <a:lnTo>
                  <a:pt x="273100" y="282435"/>
                </a:lnTo>
                <a:lnTo>
                  <a:pt x="273100" y="320128"/>
                </a:lnTo>
                <a:lnTo>
                  <a:pt x="461454" y="320128"/>
                </a:lnTo>
                <a:lnTo>
                  <a:pt x="461454" y="282435"/>
                </a:lnTo>
                <a:close/>
              </a:path>
              <a:path w="584200" h="753745">
                <a:moveTo>
                  <a:pt x="461454" y="131673"/>
                </a:moveTo>
                <a:lnTo>
                  <a:pt x="273100" y="131673"/>
                </a:lnTo>
                <a:lnTo>
                  <a:pt x="273100" y="169367"/>
                </a:lnTo>
                <a:lnTo>
                  <a:pt x="461454" y="169367"/>
                </a:lnTo>
                <a:lnTo>
                  <a:pt x="461454" y="131673"/>
                </a:lnTo>
                <a:close/>
              </a:path>
              <a:path w="584200" h="753745">
                <a:moveTo>
                  <a:pt x="583869" y="56286"/>
                </a:moveTo>
                <a:lnTo>
                  <a:pt x="527367" y="56286"/>
                </a:lnTo>
                <a:lnTo>
                  <a:pt x="527367" y="697026"/>
                </a:lnTo>
                <a:lnTo>
                  <a:pt x="583869" y="697026"/>
                </a:lnTo>
                <a:lnTo>
                  <a:pt x="583869" y="56286"/>
                </a:lnTo>
                <a:close/>
              </a:path>
              <a:path w="584200" h="753745">
                <a:moveTo>
                  <a:pt x="583869" y="0"/>
                </a:moveTo>
                <a:lnTo>
                  <a:pt x="0" y="0"/>
                </a:lnTo>
                <a:lnTo>
                  <a:pt x="0" y="55905"/>
                </a:lnTo>
                <a:lnTo>
                  <a:pt x="0" y="697433"/>
                </a:lnTo>
                <a:lnTo>
                  <a:pt x="0" y="753325"/>
                </a:lnTo>
                <a:lnTo>
                  <a:pt x="583869" y="753325"/>
                </a:lnTo>
                <a:lnTo>
                  <a:pt x="583869" y="697433"/>
                </a:lnTo>
                <a:lnTo>
                  <a:pt x="56502" y="697433"/>
                </a:lnTo>
                <a:lnTo>
                  <a:pt x="56502" y="55905"/>
                </a:lnTo>
                <a:lnTo>
                  <a:pt x="583869" y="55905"/>
                </a:lnTo>
                <a:lnTo>
                  <a:pt x="58386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560307" y="3334511"/>
            <a:ext cx="119062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2540" marR="0" lvl="0" indent="0" algn="ctr" defTabSz="914400" eaLnBrk="1" fontAlgn="auto" latinLnBrk="0" hangingPunct="1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0034016" y="5186171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750" rIns="0" bIns="0" rtlCol="0">
            <a:spAutoFit/>
          </a:bodyPr>
          <a:lstStyle/>
          <a:p>
            <a:pPr marL="163830" marR="0" lvl="0" indent="0" defTabSz="914400" eaLnBrk="1" fontAlgn="auto" latinLnBrk="0" hangingPunct="1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SERVICES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6.</a:t>
            </a:r>
            <a:r>
              <a:rPr spc="-185" dirty="0"/>
              <a:t> </a:t>
            </a:r>
            <a:r>
              <a:rPr spc="-60" dirty="0"/>
              <a:t>Pairing</a:t>
            </a:r>
            <a:r>
              <a:rPr spc="-175" dirty="0"/>
              <a:t> </a:t>
            </a:r>
            <a:r>
              <a:rPr spc="-45" dirty="0"/>
              <a:t>Devices</a:t>
            </a:r>
            <a:r>
              <a:rPr spc="-200" dirty="0"/>
              <a:t> </a:t>
            </a:r>
            <a:r>
              <a:rPr dirty="0"/>
              <a:t>In</a:t>
            </a:r>
            <a:r>
              <a:rPr spc="-170" dirty="0"/>
              <a:t> </a:t>
            </a:r>
            <a:r>
              <a:rPr spc="-10" dirty="0"/>
              <a:t>Linux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661616"/>
            <a:ext cx="6132195" cy="402907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0" marR="527050" lvl="0" indent="0" defTabSz="914400" eaLnBrk="1" fontAlgn="auto" latinLnBrk="0" hangingPunct="1">
              <a:lnSpc>
                <a:spcPct val="80000"/>
              </a:lnSpc>
              <a:spcBef>
                <a:spcPts val="6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found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hosted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device,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now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want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get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started interacting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1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defTabSz="914400" eaLnBrk="1" fontAlgn="auto" latinLnBrk="0" hangingPunct="1">
              <a:lnSpc>
                <a:spcPts val="231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designed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interact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other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unless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paired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device, however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1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332740" lvl="0" indent="0" defTabSz="91440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We’ll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hints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found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previous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steps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tools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available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Linux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388861" y="2593098"/>
            <a:ext cx="3775710" cy="1743075"/>
            <a:chOff x="6388861" y="2593098"/>
            <a:chExt cx="3775710" cy="1743075"/>
          </a:xfrm>
        </p:grpSpPr>
        <p:sp>
          <p:nvSpPr>
            <p:cNvPr id="5" name="object 5"/>
            <p:cNvSpPr/>
            <p:nvPr/>
          </p:nvSpPr>
          <p:spPr>
            <a:xfrm>
              <a:off x="8055863" y="3026663"/>
              <a:ext cx="360045" cy="680085"/>
            </a:xfrm>
            <a:custGeom>
              <a:avLst/>
              <a:gdLst/>
              <a:ahLst/>
              <a:cxnLst/>
              <a:rect l="l" t="t" r="r" b="b"/>
              <a:pathLst>
                <a:path w="360045" h="680085">
                  <a:moveTo>
                    <a:pt x="179831" y="0"/>
                  </a:moveTo>
                  <a:lnTo>
                    <a:pt x="0" y="179832"/>
                  </a:lnTo>
                  <a:lnTo>
                    <a:pt x="89915" y="179832"/>
                  </a:lnTo>
                  <a:lnTo>
                    <a:pt x="89915" y="679704"/>
                  </a:lnTo>
                  <a:lnTo>
                    <a:pt x="269747" y="679704"/>
                  </a:lnTo>
                  <a:lnTo>
                    <a:pt x="269747" y="179832"/>
                  </a:lnTo>
                  <a:lnTo>
                    <a:pt x="359663" y="179832"/>
                  </a:lnTo>
                  <a:lnTo>
                    <a:pt x="179831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055863" y="3026663"/>
              <a:ext cx="360045" cy="680085"/>
            </a:xfrm>
            <a:custGeom>
              <a:avLst/>
              <a:gdLst/>
              <a:ahLst/>
              <a:cxnLst/>
              <a:rect l="l" t="t" r="r" b="b"/>
              <a:pathLst>
                <a:path w="360045" h="680085">
                  <a:moveTo>
                    <a:pt x="89915" y="679704"/>
                  </a:moveTo>
                  <a:lnTo>
                    <a:pt x="89915" y="179832"/>
                  </a:lnTo>
                  <a:lnTo>
                    <a:pt x="0" y="179832"/>
                  </a:lnTo>
                  <a:lnTo>
                    <a:pt x="179831" y="0"/>
                  </a:lnTo>
                  <a:lnTo>
                    <a:pt x="359663" y="179832"/>
                  </a:lnTo>
                  <a:lnTo>
                    <a:pt x="269747" y="179832"/>
                  </a:lnTo>
                  <a:lnTo>
                    <a:pt x="269747" y="679704"/>
                  </a:lnTo>
                  <a:lnTo>
                    <a:pt x="89915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8016964" y="2593111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64843" y="3665372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6388849" y="3563759"/>
              <a:ext cx="648970" cy="772795"/>
            </a:xfrm>
            <a:custGeom>
              <a:avLst/>
              <a:gdLst/>
              <a:ahLst/>
              <a:cxnLst/>
              <a:rect l="l" t="t" r="r" b="b"/>
              <a:pathLst>
                <a:path w="648970" h="772795">
                  <a:moveTo>
                    <a:pt x="486714" y="243852"/>
                  </a:moveTo>
                  <a:lnTo>
                    <a:pt x="480885" y="200761"/>
                  </a:lnTo>
                  <a:lnTo>
                    <a:pt x="464477" y="161963"/>
                  </a:lnTo>
                  <a:lnTo>
                    <a:pt x="439051" y="129044"/>
                  </a:lnTo>
                  <a:lnTo>
                    <a:pt x="406196" y="103568"/>
                  </a:lnTo>
                  <a:lnTo>
                    <a:pt x="367474" y="87122"/>
                  </a:lnTo>
                  <a:lnTo>
                    <a:pt x="324472" y="81292"/>
                  </a:lnTo>
                  <a:lnTo>
                    <a:pt x="281482" y="87122"/>
                  </a:lnTo>
                  <a:lnTo>
                    <a:pt x="242760" y="103568"/>
                  </a:lnTo>
                  <a:lnTo>
                    <a:pt x="209892" y="129044"/>
                  </a:lnTo>
                  <a:lnTo>
                    <a:pt x="184467" y="161963"/>
                  </a:lnTo>
                  <a:lnTo>
                    <a:pt x="168059" y="200761"/>
                  </a:lnTo>
                  <a:lnTo>
                    <a:pt x="162242" y="243852"/>
                  </a:lnTo>
                  <a:lnTo>
                    <a:pt x="168059" y="286943"/>
                  </a:lnTo>
                  <a:lnTo>
                    <a:pt x="184467" y="325742"/>
                  </a:lnTo>
                  <a:lnTo>
                    <a:pt x="209892" y="358660"/>
                  </a:lnTo>
                  <a:lnTo>
                    <a:pt x="242760" y="384136"/>
                  </a:lnTo>
                  <a:lnTo>
                    <a:pt x="281482" y="400583"/>
                  </a:lnTo>
                  <a:lnTo>
                    <a:pt x="324472" y="406412"/>
                  </a:lnTo>
                  <a:lnTo>
                    <a:pt x="331571" y="406412"/>
                  </a:lnTo>
                  <a:lnTo>
                    <a:pt x="334619" y="405396"/>
                  </a:lnTo>
                  <a:lnTo>
                    <a:pt x="334619" y="355612"/>
                  </a:lnTo>
                  <a:lnTo>
                    <a:pt x="335000" y="348754"/>
                  </a:lnTo>
                  <a:lnTo>
                    <a:pt x="355028" y="309511"/>
                  </a:lnTo>
                  <a:lnTo>
                    <a:pt x="485698" y="261124"/>
                  </a:lnTo>
                  <a:lnTo>
                    <a:pt x="486714" y="255028"/>
                  </a:lnTo>
                  <a:lnTo>
                    <a:pt x="486714" y="243852"/>
                  </a:lnTo>
                  <a:close/>
                </a:path>
                <a:path w="648970" h="772795">
                  <a:moveTo>
                    <a:pt x="599262" y="203212"/>
                  </a:moveTo>
                  <a:lnTo>
                    <a:pt x="597662" y="195326"/>
                  </a:lnTo>
                  <a:lnTo>
                    <a:pt x="593305" y="188861"/>
                  </a:lnTo>
                  <a:lnTo>
                    <a:pt x="586854" y="184492"/>
                  </a:lnTo>
                  <a:lnTo>
                    <a:pt x="578980" y="182892"/>
                  </a:lnTo>
                  <a:lnTo>
                    <a:pt x="560730" y="182892"/>
                  </a:lnTo>
                  <a:lnTo>
                    <a:pt x="544982" y="139801"/>
                  </a:lnTo>
                  <a:lnTo>
                    <a:pt x="521792" y="100863"/>
                  </a:lnTo>
                  <a:lnTo>
                    <a:pt x="492010" y="66967"/>
                  </a:lnTo>
                  <a:lnTo>
                    <a:pt x="458571" y="40640"/>
                  </a:lnTo>
                  <a:lnTo>
                    <a:pt x="416191" y="17957"/>
                  </a:lnTo>
                  <a:lnTo>
                    <a:pt x="371881" y="4648"/>
                  </a:lnTo>
                  <a:lnTo>
                    <a:pt x="324472" y="0"/>
                  </a:lnTo>
                  <a:lnTo>
                    <a:pt x="276326" y="4800"/>
                  </a:lnTo>
                  <a:lnTo>
                    <a:pt x="231317" y="18542"/>
                  </a:lnTo>
                  <a:lnTo>
                    <a:pt x="190296" y="40297"/>
                  </a:lnTo>
                  <a:lnTo>
                    <a:pt x="149059" y="73152"/>
                  </a:lnTo>
                  <a:lnTo>
                    <a:pt x="146011" y="78244"/>
                  </a:lnTo>
                  <a:lnTo>
                    <a:pt x="146037" y="85432"/>
                  </a:lnTo>
                  <a:lnTo>
                    <a:pt x="180492" y="99580"/>
                  </a:lnTo>
                  <a:lnTo>
                    <a:pt x="210972" y="74930"/>
                  </a:lnTo>
                  <a:lnTo>
                    <a:pt x="245643" y="56388"/>
                  </a:lnTo>
                  <a:lnTo>
                    <a:pt x="283730" y="44704"/>
                  </a:lnTo>
                  <a:lnTo>
                    <a:pt x="324472" y="40640"/>
                  </a:lnTo>
                  <a:lnTo>
                    <a:pt x="370827" y="46037"/>
                  </a:lnTo>
                  <a:lnTo>
                    <a:pt x="413461" y="61379"/>
                  </a:lnTo>
                  <a:lnTo>
                    <a:pt x="451116" y="85432"/>
                  </a:lnTo>
                  <a:lnTo>
                    <a:pt x="482574" y="116954"/>
                  </a:lnTo>
                  <a:lnTo>
                    <a:pt x="506577" y="154686"/>
                  </a:lnTo>
                  <a:lnTo>
                    <a:pt x="521893" y="197408"/>
                  </a:lnTo>
                  <a:lnTo>
                    <a:pt x="527265" y="243852"/>
                  </a:lnTo>
                  <a:lnTo>
                    <a:pt x="527265" y="290588"/>
                  </a:lnTo>
                  <a:lnTo>
                    <a:pt x="410667" y="329196"/>
                  </a:lnTo>
                  <a:lnTo>
                    <a:pt x="400519" y="325132"/>
                  </a:lnTo>
                  <a:lnTo>
                    <a:pt x="395452" y="325132"/>
                  </a:lnTo>
                  <a:lnTo>
                    <a:pt x="383425" y="327469"/>
                  </a:lnTo>
                  <a:lnTo>
                    <a:pt x="373786" y="333895"/>
                  </a:lnTo>
                  <a:lnTo>
                    <a:pt x="367360" y="343573"/>
                  </a:lnTo>
                  <a:lnTo>
                    <a:pt x="365036" y="355612"/>
                  </a:lnTo>
                  <a:lnTo>
                    <a:pt x="367360" y="367665"/>
                  </a:lnTo>
                  <a:lnTo>
                    <a:pt x="373786" y="377329"/>
                  </a:lnTo>
                  <a:lnTo>
                    <a:pt x="383425" y="383768"/>
                  </a:lnTo>
                  <a:lnTo>
                    <a:pt x="395452" y="386092"/>
                  </a:lnTo>
                  <a:lnTo>
                    <a:pt x="404317" y="384810"/>
                  </a:lnTo>
                  <a:lnTo>
                    <a:pt x="412318" y="381139"/>
                  </a:lnTo>
                  <a:lnTo>
                    <a:pt x="418985" y="375386"/>
                  </a:lnTo>
                  <a:lnTo>
                    <a:pt x="423849" y="367804"/>
                  </a:lnTo>
                  <a:lnTo>
                    <a:pt x="539445" y="329196"/>
                  </a:lnTo>
                  <a:lnTo>
                    <a:pt x="585063" y="313956"/>
                  </a:lnTo>
                  <a:lnTo>
                    <a:pt x="593178" y="310908"/>
                  </a:lnTo>
                  <a:lnTo>
                    <a:pt x="599262" y="303796"/>
                  </a:lnTo>
                  <a:lnTo>
                    <a:pt x="599262" y="203212"/>
                  </a:lnTo>
                  <a:close/>
                </a:path>
                <a:path w="648970" h="772795">
                  <a:moveTo>
                    <a:pt x="648944" y="609625"/>
                  </a:moveTo>
                  <a:lnTo>
                    <a:pt x="630123" y="558190"/>
                  </a:lnTo>
                  <a:lnTo>
                    <a:pt x="580948" y="519391"/>
                  </a:lnTo>
                  <a:lnTo>
                    <a:pt x="541972" y="498373"/>
                  </a:lnTo>
                  <a:lnTo>
                    <a:pt x="500722" y="481164"/>
                  </a:lnTo>
                  <a:lnTo>
                    <a:pt x="458317" y="467385"/>
                  </a:lnTo>
                  <a:lnTo>
                    <a:pt x="394436" y="452653"/>
                  </a:lnTo>
                  <a:lnTo>
                    <a:pt x="324472" y="447065"/>
                  </a:lnTo>
                  <a:lnTo>
                    <a:pt x="291020" y="448525"/>
                  </a:lnTo>
                  <a:lnTo>
                    <a:pt x="224091" y="459066"/>
                  </a:lnTo>
                  <a:lnTo>
                    <a:pt x="148234" y="481736"/>
                  </a:lnTo>
                  <a:lnTo>
                    <a:pt x="106984" y="499897"/>
                  </a:lnTo>
                  <a:lnTo>
                    <a:pt x="68008" y="521106"/>
                  </a:lnTo>
                  <a:lnTo>
                    <a:pt x="32448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8944" y="772198"/>
                  </a:lnTo>
                  <a:lnTo>
                    <a:pt x="648944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045451" y="3627119"/>
              <a:ext cx="803275" cy="641985"/>
            </a:xfrm>
            <a:custGeom>
              <a:avLst/>
              <a:gdLst/>
              <a:ahLst/>
              <a:cxnLst/>
              <a:rect l="l" t="t" r="r" b="b"/>
              <a:pathLst>
                <a:path w="803275" h="641985">
                  <a:moveTo>
                    <a:pt x="482346" y="0"/>
                  </a:moveTo>
                  <a:lnTo>
                    <a:pt x="482346" y="160400"/>
                  </a:lnTo>
                  <a:lnTo>
                    <a:pt x="0" y="160400"/>
                  </a:lnTo>
                  <a:lnTo>
                    <a:pt x="0" y="481202"/>
                  </a:lnTo>
                  <a:lnTo>
                    <a:pt x="482346" y="481202"/>
                  </a:lnTo>
                  <a:lnTo>
                    <a:pt x="482346" y="641603"/>
                  </a:lnTo>
                  <a:lnTo>
                    <a:pt x="803148" y="320801"/>
                  </a:lnTo>
                  <a:lnTo>
                    <a:pt x="482346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7045451" y="3627119"/>
              <a:ext cx="803275" cy="641985"/>
            </a:xfrm>
            <a:custGeom>
              <a:avLst/>
              <a:gdLst/>
              <a:ahLst/>
              <a:cxnLst/>
              <a:rect l="l" t="t" r="r" b="b"/>
              <a:pathLst>
                <a:path w="803275" h="641985">
                  <a:moveTo>
                    <a:pt x="0" y="160400"/>
                  </a:moveTo>
                  <a:lnTo>
                    <a:pt x="482346" y="160400"/>
                  </a:lnTo>
                  <a:lnTo>
                    <a:pt x="482346" y="0"/>
                  </a:lnTo>
                  <a:lnTo>
                    <a:pt x="803148" y="320801"/>
                  </a:lnTo>
                  <a:lnTo>
                    <a:pt x="482346" y="641603"/>
                  </a:lnTo>
                  <a:lnTo>
                    <a:pt x="482346" y="481202"/>
                  </a:lnTo>
                  <a:lnTo>
                    <a:pt x="0" y="481202"/>
                  </a:lnTo>
                  <a:lnTo>
                    <a:pt x="0" y="160400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8716038" y="3689868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427408"/>
                  </a:moveTo>
                  <a:lnTo>
                    <a:pt x="1441993" y="213704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lnTo>
                    <a:pt x="1048722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8716038" y="3689868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320556"/>
                  </a:moveTo>
                  <a:lnTo>
                    <a:pt x="1048722" y="427408"/>
                  </a:lnTo>
                  <a:lnTo>
                    <a:pt x="1441993" y="213704"/>
                  </a:lnTo>
                  <a:lnTo>
                    <a:pt x="1382618" y="180312"/>
                  </a:lnTo>
                  <a:lnTo>
                    <a:pt x="1247201" y="106852"/>
                  </a:lnTo>
                  <a:lnTo>
                    <a:pt x="1110862" y="33391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205936" y="3562797"/>
              <a:ext cx="280092" cy="214635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047686" y="3296097"/>
              <a:ext cx="188200" cy="224110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9163520" y="3380900"/>
              <a:ext cx="504825" cy="406400"/>
            </a:xfrm>
            <a:custGeom>
              <a:avLst/>
              <a:gdLst/>
              <a:ahLst/>
              <a:cxnLst/>
              <a:rect l="l" t="t" r="r" b="b"/>
              <a:pathLst>
                <a:path w="504825" h="406400">
                  <a:moveTo>
                    <a:pt x="451327" y="290215"/>
                  </a:moveTo>
                  <a:lnTo>
                    <a:pt x="299473" y="290215"/>
                  </a:lnTo>
                  <a:lnTo>
                    <a:pt x="306345" y="290760"/>
                  </a:lnTo>
                  <a:lnTo>
                    <a:pt x="312775" y="292453"/>
                  </a:lnTo>
                  <a:lnTo>
                    <a:pt x="337143" y="325079"/>
                  </a:lnTo>
                  <a:lnTo>
                    <a:pt x="336996" y="332661"/>
                  </a:lnTo>
                  <a:lnTo>
                    <a:pt x="335259" y="339802"/>
                  </a:lnTo>
                  <a:lnTo>
                    <a:pt x="332110" y="346412"/>
                  </a:lnTo>
                  <a:lnTo>
                    <a:pt x="327725" y="352404"/>
                  </a:lnTo>
                  <a:lnTo>
                    <a:pt x="295706" y="389152"/>
                  </a:lnTo>
                  <a:lnTo>
                    <a:pt x="308891" y="399517"/>
                  </a:lnTo>
                  <a:lnTo>
                    <a:pt x="315483" y="403286"/>
                  </a:lnTo>
                  <a:lnTo>
                    <a:pt x="323017" y="406113"/>
                  </a:lnTo>
                  <a:lnTo>
                    <a:pt x="331492" y="405171"/>
                  </a:lnTo>
                  <a:lnTo>
                    <a:pt x="345795" y="400960"/>
                  </a:lnTo>
                  <a:lnTo>
                    <a:pt x="356919" y="391979"/>
                  </a:lnTo>
                  <a:lnTo>
                    <a:pt x="363806" y="379465"/>
                  </a:lnTo>
                  <a:lnTo>
                    <a:pt x="365395" y="364654"/>
                  </a:lnTo>
                  <a:lnTo>
                    <a:pt x="365395" y="363711"/>
                  </a:lnTo>
                  <a:lnTo>
                    <a:pt x="378013" y="363711"/>
                  </a:lnTo>
                  <a:lnTo>
                    <a:pt x="407126" y="338948"/>
                  </a:lnTo>
                  <a:lnTo>
                    <a:pt x="408715" y="323194"/>
                  </a:lnTo>
                  <a:lnTo>
                    <a:pt x="421333" y="323194"/>
                  </a:lnTo>
                  <a:lnTo>
                    <a:pt x="450446" y="298431"/>
                  </a:lnTo>
                  <a:lnTo>
                    <a:pt x="451125" y="292100"/>
                  </a:lnTo>
                  <a:lnTo>
                    <a:pt x="451226" y="291158"/>
                  </a:lnTo>
                  <a:lnTo>
                    <a:pt x="451327" y="290215"/>
                  </a:lnTo>
                  <a:close/>
                </a:path>
                <a:path w="504825" h="406400">
                  <a:moveTo>
                    <a:pt x="378013" y="363711"/>
                  </a:moveTo>
                  <a:lnTo>
                    <a:pt x="365395" y="363711"/>
                  </a:lnTo>
                  <a:lnTo>
                    <a:pt x="368220" y="364654"/>
                  </a:lnTo>
                  <a:lnTo>
                    <a:pt x="374812" y="364654"/>
                  </a:lnTo>
                  <a:lnTo>
                    <a:pt x="378013" y="363711"/>
                  </a:lnTo>
                  <a:close/>
                </a:path>
                <a:path w="504825" h="406400">
                  <a:moveTo>
                    <a:pt x="421333" y="323194"/>
                  </a:moveTo>
                  <a:lnTo>
                    <a:pt x="408715" y="323194"/>
                  </a:lnTo>
                  <a:lnTo>
                    <a:pt x="411540" y="324137"/>
                  </a:lnTo>
                  <a:lnTo>
                    <a:pt x="418132" y="324137"/>
                  </a:lnTo>
                  <a:lnTo>
                    <a:pt x="421333" y="323194"/>
                  </a:lnTo>
                  <a:close/>
                </a:path>
                <a:path w="504825" h="406400">
                  <a:moveTo>
                    <a:pt x="503559" y="252525"/>
                  </a:moveTo>
                  <a:lnTo>
                    <a:pt x="246736" y="252525"/>
                  </a:lnTo>
                  <a:lnTo>
                    <a:pt x="254328" y="253217"/>
                  </a:lnTo>
                  <a:lnTo>
                    <a:pt x="261568" y="255234"/>
                  </a:lnTo>
                  <a:lnTo>
                    <a:pt x="287626" y="283619"/>
                  </a:lnTo>
                  <a:lnTo>
                    <a:pt x="289114" y="292100"/>
                  </a:lnTo>
                  <a:lnTo>
                    <a:pt x="291939" y="291157"/>
                  </a:lnTo>
                  <a:lnTo>
                    <a:pt x="295706" y="290215"/>
                  </a:lnTo>
                  <a:lnTo>
                    <a:pt x="451327" y="290215"/>
                  </a:lnTo>
                  <a:lnTo>
                    <a:pt x="452013" y="283826"/>
                  </a:lnTo>
                  <a:lnTo>
                    <a:pt x="452035" y="281735"/>
                  </a:lnTo>
                  <a:lnTo>
                    <a:pt x="451093" y="279850"/>
                  </a:lnTo>
                  <a:lnTo>
                    <a:pt x="451093" y="277966"/>
                  </a:lnTo>
                  <a:lnTo>
                    <a:pt x="496297" y="268543"/>
                  </a:lnTo>
                  <a:lnTo>
                    <a:pt x="503357" y="254409"/>
                  </a:lnTo>
                  <a:lnTo>
                    <a:pt x="503458" y="253467"/>
                  </a:lnTo>
                  <a:lnTo>
                    <a:pt x="503559" y="252525"/>
                  </a:lnTo>
                  <a:close/>
                </a:path>
                <a:path w="504825" h="406400">
                  <a:moveTo>
                    <a:pt x="483672" y="277966"/>
                  </a:moveTo>
                  <a:lnTo>
                    <a:pt x="451093" y="277966"/>
                  </a:lnTo>
                  <a:lnTo>
                    <a:pt x="456744" y="280793"/>
                  </a:lnTo>
                  <a:lnTo>
                    <a:pt x="463336" y="282677"/>
                  </a:lnTo>
                  <a:lnTo>
                    <a:pt x="470870" y="281735"/>
                  </a:lnTo>
                  <a:lnTo>
                    <a:pt x="483672" y="277966"/>
                  </a:lnTo>
                  <a:close/>
                </a:path>
                <a:path w="504825" h="406400">
                  <a:moveTo>
                    <a:pt x="485624" y="208239"/>
                  </a:moveTo>
                  <a:lnTo>
                    <a:pt x="187406" y="208239"/>
                  </a:lnTo>
                  <a:lnTo>
                    <a:pt x="195837" y="208945"/>
                  </a:lnTo>
                  <a:lnTo>
                    <a:pt x="204004" y="211065"/>
                  </a:lnTo>
                  <a:lnTo>
                    <a:pt x="233448" y="244722"/>
                  </a:lnTo>
                  <a:lnTo>
                    <a:pt x="234290" y="252525"/>
                  </a:lnTo>
                  <a:lnTo>
                    <a:pt x="234391" y="253467"/>
                  </a:lnTo>
                  <a:lnTo>
                    <a:pt x="234493" y="254409"/>
                  </a:lnTo>
                  <a:lnTo>
                    <a:pt x="238260" y="253467"/>
                  </a:lnTo>
                  <a:lnTo>
                    <a:pt x="242969" y="252525"/>
                  </a:lnTo>
                  <a:lnTo>
                    <a:pt x="503559" y="252525"/>
                  </a:lnTo>
                  <a:lnTo>
                    <a:pt x="504773" y="241218"/>
                  </a:lnTo>
                  <a:lnTo>
                    <a:pt x="504548" y="235564"/>
                  </a:lnTo>
                  <a:lnTo>
                    <a:pt x="504478" y="233798"/>
                  </a:lnTo>
                  <a:lnTo>
                    <a:pt x="502427" y="227113"/>
                  </a:lnTo>
                  <a:lnTo>
                    <a:pt x="498945" y="221077"/>
                  </a:lnTo>
                  <a:lnTo>
                    <a:pt x="494413" y="215777"/>
                  </a:lnTo>
                  <a:lnTo>
                    <a:pt x="485624" y="208239"/>
                  </a:lnTo>
                  <a:close/>
                </a:path>
                <a:path w="504825" h="406400">
                  <a:moveTo>
                    <a:pt x="204473" y="165837"/>
                  </a:moveTo>
                  <a:lnTo>
                    <a:pt x="124309" y="165837"/>
                  </a:lnTo>
                  <a:lnTo>
                    <a:pt x="132741" y="166544"/>
                  </a:lnTo>
                  <a:lnTo>
                    <a:pt x="141035" y="168723"/>
                  </a:lnTo>
                  <a:lnTo>
                    <a:pt x="169954" y="201393"/>
                  </a:lnTo>
                  <a:lnTo>
                    <a:pt x="171396" y="211065"/>
                  </a:lnTo>
                  <a:lnTo>
                    <a:pt x="176105" y="209181"/>
                  </a:lnTo>
                  <a:lnTo>
                    <a:pt x="181755" y="208239"/>
                  </a:lnTo>
                  <a:lnTo>
                    <a:pt x="485624" y="208239"/>
                  </a:lnTo>
                  <a:lnTo>
                    <a:pt x="440577" y="169606"/>
                  </a:lnTo>
                  <a:lnTo>
                    <a:pt x="225076" y="169606"/>
                  </a:lnTo>
                  <a:lnTo>
                    <a:pt x="214702" y="168723"/>
                  </a:lnTo>
                  <a:lnTo>
                    <a:pt x="204946" y="166073"/>
                  </a:lnTo>
                  <a:lnTo>
                    <a:pt x="204473" y="165837"/>
                  </a:lnTo>
                  <a:close/>
                </a:path>
                <a:path w="504825" h="406400">
                  <a:moveTo>
                    <a:pt x="81931" y="0"/>
                  </a:moveTo>
                  <a:lnTo>
                    <a:pt x="0" y="135685"/>
                  </a:lnTo>
                  <a:lnTo>
                    <a:pt x="64038" y="210123"/>
                  </a:lnTo>
                  <a:lnTo>
                    <a:pt x="88523" y="181855"/>
                  </a:lnTo>
                  <a:lnTo>
                    <a:pt x="95704" y="174980"/>
                  </a:lnTo>
                  <a:lnTo>
                    <a:pt x="104297" y="169959"/>
                  </a:lnTo>
                  <a:lnTo>
                    <a:pt x="113950" y="166882"/>
                  </a:lnTo>
                  <a:lnTo>
                    <a:pt x="124309" y="165837"/>
                  </a:lnTo>
                  <a:lnTo>
                    <a:pt x="204473" y="165837"/>
                  </a:lnTo>
                  <a:lnTo>
                    <a:pt x="196073" y="161656"/>
                  </a:lnTo>
                  <a:lnTo>
                    <a:pt x="188348" y="155472"/>
                  </a:lnTo>
                  <a:lnTo>
                    <a:pt x="174751" y="137525"/>
                  </a:lnTo>
                  <a:lnTo>
                    <a:pt x="169277" y="116486"/>
                  </a:lnTo>
                  <a:lnTo>
                    <a:pt x="171926" y="94917"/>
                  </a:lnTo>
                  <a:lnTo>
                    <a:pt x="182697" y="75380"/>
                  </a:lnTo>
                  <a:lnTo>
                    <a:pt x="235808" y="14133"/>
                  </a:lnTo>
                  <a:lnTo>
                    <a:pt x="165393" y="14133"/>
                  </a:lnTo>
                  <a:lnTo>
                    <a:pt x="124500" y="12897"/>
                  </a:lnTo>
                  <a:lnTo>
                    <a:pt x="81931" y="0"/>
                  </a:lnTo>
                  <a:close/>
                </a:path>
                <a:path w="504825" h="406400">
                  <a:moveTo>
                    <a:pt x="332434" y="76323"/>
                  </a:moveTo>
                  <a:lnTo>
                    <a:pt x="267454" y="150761"/>
                  </a:lnTo>
                  <a:lnTo>
                    <a:pt x="229784" y="169606"/>
                  </a:lnTo>
                  <a:lnTo>
                    <a:pt x="440577" y="169606"/>
                  </a:lnTo>
                  <a:lnTo>
                    <a:pt x="342793" y="85745"/>
                  </a:lnTo>
                  <a:lnTo>
                    <a:pt x="332434" y="76323"/>
                  </a:lnTo>
                  <a:close/>
                </a:path>
                <a:path w="504825" h="406400">
                  <a:moveTo>
                    <a:pt x="203636" y="11130"/>
                  </a:moveTo>
                  <a:lnTo>
                    <a:pt x="165393" y="14133"/>
                  </a:lnTo>
                  <a:lnTo>
                    <a:pt x="235808" y="14133"/>
                  </a:lnTo>
                  <a:lnTo>
                    <a:pt x="238260" y="11307"/>
                  </a:lnTo>
                  <a:lnTo>
                    <a:pt x="203636" y="11130"/>
                  </a:lnTo>
                  <a:close/>
                </a:path>
              </a:pathLst>
            </a:custGeom>
            <a:solidFill>
              <a:srgbClr val="A9D18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9163520" y="3380900"/>
              <a:ext cx="504825" cy="406400"/>
            </a:xfrm>
            <a:custGeom>
              <a:avLst/>
              <a:gdLst/>
              <a:ahLst/>
              <a:cxnLst/>
              <a:rect l="l" t="t" r="r" b="b"/>
              <a:pathLst>
                <a:path w="504825" h="406400">
                  <a:moveTo>
                    <a:pt x="494413" y="215777"/>
                  </a:moveTo>
                  <a:lnTo>
                    <a:pt x="342793" y="85745"/>
                  </a:lnTo>
                  <a:lnTo>
                    <a:pt x="332434" y="76323"/>
                  </a:lnTo>
                  <a:lnTo>
                    <a:pt x="267454" y="150761"/>
                  </a:lnTo>
                  <a:lnTo>
                    <a:pt x="259714" y="158343"/>
                  </a:lnTo>
                  <a:lnTo>
                    <a:pt x="250738" y="164070"/>
                  </a:lnTo>
                  <a:lnTo>
                    <a:pt x="240703" y="167854"/>
                  </a:lnTo>
                  <a:lnTo>
                    <a:pt x="229784" y="169606"/>
                  </a:lnTo>
                  <a:lnTo>
                    <a:pt x="227901" y="169606"/>
                  </a:lnTo>
                  <a:lnTo>
                    <a:pt x="226017" y="169606"/>
                  </a:lnTo>
                  <a:lnTo>
                    <a:pt x="225076" y="169606"/>
                  </a:lnTo>
                  <a:lnTo>
                    <a:pt x="188348" y="155472"/>
                  </a:lnTo>
                  <a:lnTo>
                    <a:pt x="169277" y="116486"/>
                  </a:lnTo>
                  <a:lnTo>
                    <a:pt x="171926" y="94917"/>
                  </a:lnTo>
                  <a:lnTo>
                    <a:pt x="182697" y="75380"/>
                  </a:lnTo>
                  <a:lnTo>
                    <a:pt x="238260" y="11307"/>
                  </a:lnTo>
                  <a:lnTo>
                    <a:pt x="203636" y="11130"/>
                  </a:lnTo>
                  <a:lnTo>
                    <a:pt x="165393" y="14133"/>
                  </a:lnTo>
                  <a:lnTo>
                    <a:pt x="124500" y="12897"/>
                  </a:lnTo>
                  <a:lnTo>
                    <a:pt x="81931" y="0"/>
                  </a:lnTo>
                  <a:lnTo>
                    <a:pt x="0" y="135685"/>
                  </a:lnTo>
                  <a:lnTo>
                    <a:pt x="64038" y="210123"/>
                  </a:lnTo>
                  <a:lnTo>
                    <a:pt x="88523" y="181855"/>
                  </a:lnTo>
                  <a:lnTo>
                    <a:pt x="95704" y="174980"/>
                  </a:lnTo>
                  <a:lnTo>
                    <a:pt x="104297" y="169959"/>
                  </a:lnTo>
                  <a:lnTo>
                    <a:pt x="113950" y="166882"/>
                  </a:lnTo>
                  <a:lnTo>
                    <a:pt x="124309" y="165837"/>
                  </a:lnTo>
                  <a:lnTo>
                    <a:pt x="162126" y="184167"/>
                  </a:lnTo>
                  <a:lnTo>
                    <a:pt x="171396" y="211065"/>
                  </a:lnTo>
                  <a:lnTo>
                    <a:pt x="176105" y="209181"/>
                  </a:lnTo>
                  <a:lnTo>
                    <a:pt x="181755" y="208239"/>
                  </a:lnTo>
                  <a:lnTo>
                    <a:pt x="187406" y="208239"/>
                  </a:lnTo>
                  <a:lnTo>
                    <a:pt x="195837" y="208945"/>
                  </a:lnTo>
                  <a:lnTo>
                    <a:pt x="230373" y="235564"/>
                  </a:lnTo>
                  <a:lnTo>
                    <a:pt x="234493" y="254409"/>
                  </a:lnTo>
                  <a:lnTo>
                    <a:pt x="238260" y="253467"/>
                  </a:lnTo>
                  <a:lnTo>
                    <a:pt x="242969" y="252525"/>
                  </a:lnTo>
                  <a:lnTo>
                    <a:pt x="246736" y="252525"/>
                  </a:lnTo>
                  <a:lnTo>
                    <a:pt x="284876" y="276081"/>
                  </a:lnTo>
                  <a:lnTo>
                    <a:pt x="289114" y="292100"/>
                  </a:lnTo>
                  <a:lnTo>
                    <a:pt x="291939" y="291157"/>
                  </a:lnTo>
                  <a:lnTo>
                    <a:pt x="295706" y="290215"/>
                  </a:lnTo>
                  <a:lnTo>
                    <a:pt x="299473" y="290215"/>
                  </a:lnTo>
                  <a:lnTo>
                    <a:pt x="333023" y="311298"/>
                  </a:lnTo>
                  <a:lnTo>
                    <a:pt x="337143" y="325079"/>
                  </a:lnTo>
                  <a:lnTo>
                    <a:pt x="336996" y="332661"/>
                  </a:lnTo>
                  <a:lnTo>
                    <a:pt x="335259" y="339802"/>
                  </a:lnTo>
                  <a:lnTo>
                    <a:pt x="332110" y="346412"/>
                  </a:lnTo>
                  <a:lnTo>
                    <a:pt x="327725" y="352404"/>
                  </a:lnTo>
                  <a:lnTo>
                    <a:pt x="295706" y="389152"/>
                  </a:lnTo>
                  <a:lnTo>
                    <a:pt x="308891" y="399517"/>
                  </a:lnTo>
                  <a:lnTo>
                    <a:pt x="315483" y="403286"/>
                  </a:lnTo>
                  <a:lnTo>
                    <a:pt x="323017" y="406113"/>
                  </a:lnTo>
                  <a:lnTo>
                    <a:pt x="331492" y="405171"/>
                  </a:lnTo>
                  <a:lnTo>
                    <a:pt x="345795" y="400960"/>
                  </a:lnTo>
                  <a:lnTo>
                    <a:pt x="356919" y="391979"/>
                  </a:lnTo>
                  <a:lnTo>
                    <a:pt x="363806" y="379465"/>
                  </a:lnTo>
                  <a:lnTo>
                    <a:pt x="365395" y="364654"/>
                  </a:lnTo>
                  <a:lnTo>
                    <a:pt x="365395" y="363711"/>
                  </a:lnTo>
                  <a:lnTo>
                    <a:pt x="368220" y="364654"/>
                  </a:lnTo>
                  <a:lnTo>
                    <a:pt x="371987" y="364654"/>
                  </a:lnTo>
                  <a:lnTo>
                    <a:pt x="407126" y="338948"/>
                  </a:lnTo>
                  <a:lnTo>
                    <a:pt x="408715" y="324137"/>
                  </a:lnTo>
                  <a:lnTo>
                    <a:pt x="408715" y="323194"/>
                  </a:lnTo>
                  <a:lnTo>
                    <a:pt x="411540" y="324137"/>
                  </a:lnTo>
                  <a:lnTo>
                    <a:pt x="415307" y="324137"/>
                  </a:lnTo>
                  <a:lnTo>
                    <a:pt x="450446" y="298431"/>
                  </a:lnTo>
                  <a:lnTo>
                    <a:pt x="452035" y="283619"/>
                  </a:lnTo>
                  <a:lnTo>
                    <a:pt x="452035" y="281735"/>
                  </a:lnTo>
                  <a:lnTo>
                    <a:pt x="451093" y="279850"/>
                  </a:lnTo>
                  <a:lnTo>
                    <a:pt x="451093" y="277966"/>
                  </a:lnTo>
                  <a:lnTo>
                    <a:pt x="456744" y="280793"/>
                  </a:lnTo>
                  <a:lnTo>
                    <a:pt x="463336" y="282677"/>
                  </a:lnTo>
                  <a:lnTo>
                    <a:pt x="470870" y="281735"/>
                  </a:lnTo>
                  <a:lnTo>
                    <a:pt x="485173" y="277524"/>
                  </a:lnTo>
                  <a:lnTo>
                    <a:pt x="496297" y="268543"/>
                  </a:lnTo>
                  <a:lnTo>
                    <a:pt x="503183" y="256029"/>
                  </a:lnTo>
                  <a:lnTo>
                    <a:pt x="504773" y="241218"/>
                  </a:lnTo>
                  <a:lnTo>
                    <a:pt x="504478" y="233798"/>
                  </a:lnTo>
                  <a:lnTo>
                    <a:pt x="502418" y="227084"/>
                  </a:lnTo>
                  <a:lnTo>
                    <a:pt x="498945" y="221077"/>
                  </a:lnTo>
                  <a:lnTo>
                    <a:pt x="494413" y="215777"/>
                  </a:lnTo>
                  <a:close/>
                </a:path>
              </a:pathLst>
            </a:custGeom>
            <a:ln w="1099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8" name="object 18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76915" y="3296097"/>
              <a:ext cx="188201" cy="224110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9349985" y="3372420"/>
              <a:ext cx="398780" cy="221615"/>
            </a:xfrm>
            <a:custGeom>
              <a:avLst/>
              <a:gdLst/>
              <a:ahLst/>
              <a:cxnLst/>
              <a:rect l="l" t="t" r="r" b="b"/>
              <a:pathLst>
                <a:path w="398779" h="221614">
                  <a:moveTo>
                    <a:pt x="345950" y="57477"/>
                  </a:moveTo>
                  <a:lnTo>
                    <a:pt x="144086" y="57477"/>
                  </a:lnTo>
                  <a:lnTo>
                    <a:pt x="320191" y="209181"/>
                  </a:lnTo>
                  <a:lnTo>
                    <a:pt x="326784" y="215777"/>
                  </a:lnTo>
                  <a:lnTo>
                    <a:pt x="330551" y="221430"/>
                  </a:lnTo>
                  <a:lnTo>
                    <a:pt x="398356" y="143223"/>
                  </a:lnTo>
                  <a:lnTo>
                    <a:pt x="345950" y="57477"/>
                  </a:lnTo>
                  <a:close/>
                </a:path>
                <a:path w="398779" h="221614">
                  <a:moveTo>
                    <a:pt x="115833" y="0"/>
                  </a:moveTo>
                  <a:lnTo>
                    <a:pt x="9417" y="97052"/>
                  </a:lnTo>
                  <a:lnTo>
                    <a:pt x="0" y="124495"/>
                  </a:lnTo>
                  <a:lnTo>
                    <a:pt x="3855" y="138261"/>
                  </a:lnTo>
                  <a:lnTo>
                    <a:pt x="41436" y="159241"/>
                  </a:lnTo>
                  <a:lnTo>
                    <a:pt x="48455" y="157975"/>
                  </a:lnTo>
                  <a:lnTo>
                    <a:pt x="55209" y="155472"/>
                  </a:lnTo>
                  <a:lnTo>
                    <a:pt x="61433" y="151556"/>
                  </a:lnTo>
                  <a:lnTo>
                    <a:pt x="66863" y="146050"/>
                  </a:lnTo>
                  <a:lnTo>
                    <a:pt x="144086" y="57477"/>
                  </a:lnTo>
                  <a:lnTo>
                    <a:pt x="345950" y="57477"/>
                  </a:lnTo>
                  <a:lnTo>
                    <a:pt x="325569" y="24130"/>
                  </a:lnTo>
                  <a:lnTo>
                    <a:pt x="263304" y="24130"/>
                  </a:lnTo>
                  <a:lnTo>
                    <a:pt x="213775" y="21789"/>
                  </a:lnTo>
                  <a:lnTo>
                    <a:pt x="167070" y="11851"/>
                  </a:lnTo>
                  <a:lnTo>
                    <a:pt x="120542" y="942"/>
                  </a:lnTo>
                  <a:lnTo>
                    <a:pt x="119600" y="942"/>
                  </a:lnTo>
                  <a:lnTo>
                    <a:pt x="115833" y="0"/>
                  </a:lnTo>
                  <a:close/>
                </a:path>
                <a:path w="398779" h="221614">
                  <a:moveTo>
                    <a:pt x="318308" y="12249"/>
                  </a:moveTo>
                  <a:lnTo>
                    <a:pt x="263304" y="24130"/>
                  </a:lnTo>
                  <a:lnTo>
                    <a:pt x="325569" y="24130"/>
                  </a:lnTo>
                  <a:lnTo>
                    <a:pt x="318308" y="12249"/>
                  </a:lnTo>
                  <a:close/>
                </a:path>
              </a:pathLst>
            </a:custGeom>
            <a:solidFill>
              <a:srgbClr val="A9D18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9349985" y="3372420"/>
              <a:ext cx="398780" cy="221615"/>
            </a:xfrm>
            <a:custGeom>
              <a:avLst/>
              <a:gdLst/>
              <a:ahLst/>
              <a:cxnLst/>
              <a:rect l="l" t="t" r="r" b="b"/>
              <a:pathLst>
                <a:path w="398779" h="221614">
                  <a:moveTo>
                    <a:pt x="318308" y="12249"/>
                  </a:moveTo>
                  <a:lnTo>
                    <a:pt x="263304" y="24130"/>
                  </a:lnTo>
                  <a:lnTo>
                    <a:pt x="213775" y="21789"/>
                  </a:lnTo>
                  <a:lnTo>
                    <a:pt x="167070" y="11851"/>
                  </a:lnTo>
                  <a:lnTo>
                    <a:pt x="120542" y="942"/>
                  </a:lnTo>
                  <a:lnTo>
                    <a:pt x="119600" y="942"/>
                  </a:lnTo>
                  <a:lnTo>
                    <a:pt x="115833" y="0"/>
                  </a:lnTo>
                  <a:lnTo>
                    <a:pt x="107255" y="191"/>
                  </a:lnTo>
                  <a:lnTo>
                    <a:pt x="98764" y="2237"/>
                  </a:lnTo>
                  <a:lnTo>
                    <a:pt x="9417" y="97052"/>
                  </a:lnTo>
                  <a:lnTo>
                    <a:pt x="0" y="124495"/>
                  </a:lnTo>
                  <a:lnTo>
                    <a:pt x="3855" y="138261"/>
                  </a:lnTo>
                  <a:lnTo>
                    <a:pt x="41436" y="159241"/>
                  </a:lnTo>
                  <a:lnTo>
                    <a:pt x="48455" y="157975"/>
                  </a:lnTo>
                  <a:lnTo>
                    <a:pt x="55209" y="155472"/>
                  </a:lnTo>
                  <a:lnTo>
                    <a:pt x="61433" y="151556"/>
                  </a:lnTo>
                  <a:lnTo>
                    <a:pt x="66863" y="146050"/>
                  </a:lnTo>
                  <a:lnTo>
                    <a:pt x="78929" y="132210"/>
                  </a:lnTo>
                  <a:lnTo>
                    <a:pt x="105474" y="101763"/>
                  </a:lnTo>
                  <a:lnTo>
                    <a:pt x="132020" y="71317"/>
                  </a:lnTo>
                  <a:lnTo>
                    <a:pt x="144086" y="57477"/>
                  </a:lnTo>
                  <a:lnTo>
                    <a:pt x="320191" y="209181"/>
                  </a:lnTo>
                  <a:lnTo>
                    <a:pt x="324900" y="213892"/>
                  </a:lnTo>
                  <a:lnTo>
                    <a:pt x="326784" y="215777"/>
                  </a:lnTo>
                  <a:lnTo>
                    <a:pt x="330551" y="221430"/>
                  </a:lnTo>
                  <a:lnTo>
                    <a:pt x="398356" y="143223"/>
                  </a:lnTo>
                  <a:lnTo>
                    <a:pt x="318308" y="12249"/>
                  </a:lnTo>
                  <a:close/>
                </a:path>
              </a:pathLst>
            </a:custGeom>
            <a:ln w="10991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1" name="object 21"/>
          <p:cNvSpPr/>
          <p:nvPr/>
        </p:nvSpPr>
        <p:spPr>
          <a:xfrm>
            <a:off x="7116167" y="2001122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2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7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5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3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3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10431499" y="3448672"/>
            <a:ext cx="915035" cy="619125"/>
            <a:chOff x="10431499" y="3448672"/>
            <a:chExt cx="915035" cy="619125"/>
          </a:xfrm>
        </p:grpSpPr>
        <p:sp>
          <p:nvSpPr>
            <p:cNvPr id="23" name="object 23"/>
            <p:cNvSpPr/>
            <p:nvPr/>
          </p:nvSpPr>
          <p:spPr>
            <a:xfrm>
              <a:off x="10431499" y="3448672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32912" y="4247"/>
                  </a:lnTo>
                  <a:lnTo>
                    <a:pt x="15804" y="15813"/>
                  </a:lnTo>
                  <a:lnTo>
                    <a:pt x="4245" y="32930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10720635" y="3588352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5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3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8" y="85853"/>
                  </a:lnTo>
                  <a:lnTo>
                    <a:pt x="145961" y="72341"/>
                  </a:lnTo>
                  <a:lnTo>
                    <a:pt x="170476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8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3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6" y="67379"/>
                  </a:lnTo>
                  <a:lnTo>
                    <a:pt x="195020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3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5" name="object 25"/>
          <p:cNvSpPr/>
          <p:nvPr/>
        </p:nvSpPr>
        <p:spPr>
          <a:xfrm>
            <a:off x="10270089" y="4121586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53803" y="80749"/>
                </a:lnTo>
                <a:lnTo>
                  <a:pt x="1183677" y="80749"/>
                </a:lnTo>
                <a:lnTo>
                  <a:pt x="1204568" y="76501"/>
                </a:lnTo>
                <a:lnTo>
                  <a:pt x="1221676" y="64936"/>
                </a:lnTo>
                <a:lnTo>
                  <a:pt x="1233235" y="47818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6.</a:t>
            </a:r>
            <a:r>
              <a:rPr spc="-185" dirty="0"/>
              <a:t> </a:t>
            </a:r>
            <a:r>
              <a:rPr spc="-60" dirty="0"/>
              <a:t>Pairing</a:t>
            </a:r>
            <a:r>
              <a:rPr spc="-175" dirty="0"/>
              <a:t> </a:t>
            </a:r>
            <a:r>
              <a:rPr spc="-45" dirty="0"/>
              <a:t>Devices</a:t>
            </a:r>
            <a:r>
              <a:rPr spc="-200" dirty="0"/>
              <a:t> </a:t>
            </a:r>
            <a:r>
              <a:rPr dirty="0"/>
              <a:t>In</a:t>
            </a:r>
            <a:r>
              <a:rPr spc="-170" dirty="0"/>
              <a:t> </a:t>
            </a:r>
            <a:r>
              <a:rPr spc="-10" dirty="0"/>
              <a:t>Linux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219961"/>
            <a:ext cx="5987415" cy="439610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9525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There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two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general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forms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–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Legacy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Secure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Simple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(SSP)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4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41910" lvl="0" indent="0" defTabSz="914400" eaLnBrk="1" fontAlgn="auto" latinLnBrk="0" hangingPunct="1">
              <a:lnSpc>
                <a:spcPts val="259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SSP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more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secure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version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far,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but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configured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legacy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training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Older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only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supported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legacy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would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PIN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code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pair.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some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devices,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was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manufacturer-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set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default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code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like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0000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or</a:t>
            </a:r>
            <a:r>
              <a:rPr kumimoji="0" sz="24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1234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388861" y="2593098"/>
            <a:ext cx="3775710" cy="1743075"/>
            <a:chOff x="6388861" y="2593098"/>
            <a:chExt cx="3775710" cy="1743075"/>
          </a:xfrm>
        </p:grpSpPr>
        <p:sp>
          <p:nvSpPr>
            <p:cNvPr id="5" name="object 5"/>
            <p:cNvSpPr/>
            <p:nvPr/>
          </p:nvSpPr>
          <p:spPr>
            <a:xfrm>
              <a:off x="8055863" y="3026663"/>
              <a:ext cx="360045" cy="680085"/>
            </a:xfrm>
            <a:custGeom>
              <a:avLst/>
              <a:gdLst/>
              <a:ahLst/>
              <a:cxnLst/>
              <a:rect l="l" t="t" r="r" b="b"/>
              <a:pathLst>
                <a:path w="360045" h="680085">
                  <a:moveTo>
                    <a:pt x="179831" y="0"/>
                  </a:moveTo>
                  <a:lnTo>
                    <a:pt x="0" y="179832"/>
                  </a:lnTo>
                  <a:lnTo>
                    <a:pt x="89915" y="179832"/>
                  </a:lnTo>
                  <a:lnTo>
                    <a:pt x="89915" y="679704"/>
                  </a:lnTo>
                  <a:lnTo>
                    <a:pt x="269747" y="679704"/>
                  </a:lnTo>
                  <a:lnTo>
                    <a:pt x="269747" y="179832"/>
                  </a:lnTo>
                  <a:lnTo>
                    <a:pt x="359663" y="179832"/>
                  </a:lnTo>
                  <a:lnTo>
                    <a:pt x="179831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055863" y="3026663"/>
              <a:ext cx="360045" cy="680085"/>
            </a:xfrm>
            <a:custGeom>
              <a:avLst/>
              <a:gdLst/>
              <a:ahLst/>
              <a:cxnLst/>
              <a:rect l="l" t="t" r="r" b="b"/>
              <a:pathLst>
                <a:path w="360045" h="680085">
                  <a:moveTo>
                    <a:pt x="89915" y="679704"/>
                  </a:moveTo>
                  <a:lnTo>
                    <a:pt x="89915" y="179832"/>
                  </a:lnTo>
                  <a:lnTo>
                    <a:pt x="0" y="179832"/>
                  </a:lnTo>
                  <a:lnTo>
                    <a:pt x="179831" y="0"/>
                  </a:lnTo>
                  <a:lnTo>
                    <a:pt x="359663" y="179832"/>
                  </a:lnTo>
                  <a:lnTo>
                    <a:pt x="269747" y="179832"/>
                  </a:lnTo>
                  <a:lnTo>
                    <a:pt x="269747" y="679704"/>
                  </a:lnTo>
                  <a:lnTo>
                    <a:pt x="89915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8016964" y="2593111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64843" y="3665372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6388849" y="3563759"/>
              <a:ext cx="648970" cy="772795"/>
            </a:xfrm>
            <a:custGeom>
              <a:avLst/>
              <a:gdLst/>
              <a:ahLst/>
              <a:cxnLst/>
              <a:rect l="l" t="t" r="r" b="b"/>
              <a:pathLst>
                <a:path w="648970" h="772795">
                  <a:moveTo>
                    <a:pt x="486714" y="243852"/>
                  </a:moveTo>
                  <a:lnTo>
                    <a:pt x="480885" y="200761"/>
                  </a:lnTo>
                  <a:lnTo>
                    <a:pt x="464477" y="161963"/>
                  </a:lnTo>
                  <a:lnTo>
                    <a:pt x="439051" y="129044"/>
                  </a:lnTo>
                  <a:lnTo>
                    <a:pt x="406196" y="103568"/>
                  </a:lnTo>
                  <a:lnTo>
                    <a:pt x="367474" y="87122"/>
                  </a:lnTo>
                  <a:lnTo>
                    <a:pt x="324472" y="81292"/>
                  </a:lnTo>
                  <a:lnTo>
                    <a:pt x="281482" y="87122"/>
                  </a:lnTo>
                  <a:lnTo>
                    <a:pt x="242760" y="103568"/>
                  </a:lnTo>
                  <a:lnTo>
                    <a:pt x="209892" y="129044"/>
                  </a:lnTo>
                  <a:lnTo>
                    <a:pt x="184467" y="161963"/>
                  </a:lnTo>
                  <a:lnTo>
                    <a:pt x="168059" y="200761"/>
                  </a:lnTo>
                  <a:lnTo>
                    <a:pt x="162242" y="243852"/>
                  </a:lnTo>
                  <a:lnTo>
                    <a:pt x="168059" y="286943"/>
                  </a:lnTo>
                  <a:lnTo>
                    <a:pt x="184467" y="325742"/>
                  </a:lnTo>
                  <a:lnTo>
                    <a:pt x="209892" y="358660"/>
                  </a:lnTo>
                  <a:lnTo>
                    <a:pt x="242760" y="384136"/>
                  </a:lnTo>
                  <a:lnTo>
                    <a:pt x="281482" y="400583"/>
                  </a:lnTo>
                  <a:lnTo>
                    <a:pt x="324472" y="406412"/>
                  </a:lnTo>
                  <a:lnTo>
                    <a:pt x="331571" y="406412"/>
                  </a:lnTo>
                  <a:lnTo>
                    <a:pt x="334619" y="405396"/>
                  </a:lnTo>
                  <a:lnTo>
                    <a:pt x="334619" y="355612"/>
                  </a:lnTo>
                  <a:lnTo>
                    <a:pt x="335000" y="348754"/>
                  </a:lnTo>
                  <a:lnTo>
                    <a:pt x="355028" y="309511"/>
                  </a:lnTo>
                  <a:lnTo>
                    <a:pt x="485698" y="261124"/>
                  </a:lnTo>
                  <a:lnTo>
                    <a:pt x="486714" y="255028"/>
                  </a:lnTo>
                  <a:lnTo>
                    <a:pt x="486714" y="243852"/>
                  </a:lnTo>
                  <a:close/>
                </a:path>
                <a:path w="648970" h="772795">
                  <a:moveTo>
                    <a:pt x="599262" y="203212"/>
                  </a:moveTo>
                  <a:lnTo>
                    <a:pt x="597662" y="195326"/>
                  </a:lnTo>
                  <a:lnTo>
                    <a:pt x="593305" y="188861"/>
                  </a:lnTo>
                  <a:lnTo>
                    <a:pt x="586854" y="184492"/>
                  </a:lnTo>
                  <a:lnTo>
                    <a:pt x="578980" y="182892"/>
                  </a:lnTo>
                  <a:lnTo>
                    <a:pt x="560730" y="182892"/>
                  </a:lnTo>
                  <a:lnTo>
                    <a:pt x="544982" y="139801"/>
                  </a:lnTo>
                  <a:lnTo>
                    <a:pt x="521792" y="100863"/>
                  </a:lnTo>
                  <a:lnTo>
                    <a:pt x="492010" y="66967"/>
                  </a:lnTo>
                  <a:lnTo>
                    <a:pt x="458571" y="40640"/>
                  </a:lnTo>
                  <a:lnTo>
                    <a:pt x="416191" y="17957"/>
                  </a:lnTo>
                  <a:lnTo>
                    <a:pt x="371881" y="4648"/>
                  </a:lnTo>
                  <a:lnTo>
                    <a:pt x="324472" y="0"/>
                  </a:lnTo>
                  <a:lnTo>
                    <a:pt x="276326" y="4800"/>
                  </a:lnTo>
                  <a:lnTo>
                    <a:pt x="231317" y="18542"/>
                  </a:lnTo>
                  <a:lnTo>
                    <a:pt x="190296" y="40297"/>
                  </a:lnTo>
                  <a:lnTo>
                    <a:pt x="149059" y="73152"/>
                  </a:lnTo>
                  <a:lnTo>
                    <a:pt x="146011" y="78244"/>
                  </a:lnTo>
                  <a:lnTo>
                    <a:pt x="146037" y="85432"/>
                  </a:lnTo>
                  <a:lnTo>
                    <a:pt x="180492" y="99580"/>
                  </a:lnTo>
                  <a:lnTo>
                    <a:pt x="210972" y="74930"/>
                  </a:lnTo>
                  <a:lnTo>
                    <a:pt x="245643" y="56388"/>
                  </a:lnTo>
                  <a:lnTo>
                    <a:pt x="283730" y="44704"/>
                  </a:lnTo>
                  <a:lnTo>
                    <a:pt x="324472" y="40640"/>
                  </a:lnTo>
                  <a:lnTo>
                    <a:pt x="370827" y="46037"/>
                  </a:lnTo>
                  <a:lnTo>
                    <a:pt x="413461" y="61379"/>
                  </a:lnTo>
                  <a:lnTo>
                    <a:pt x="451116" y="85432"/>
                  </a:lnTo>
                  <a:lnTo>
                    <a:pt x="482574" y="116954"/>
                  </a:lnTo>
                  <a:lnTo>
                    <a:pt x="506577" y="154686"/>
                  </a:lnTo>
                  <a:lnTo>
                    <a:pt x="521893" y="197408"/>
                  </a:lnTo>
                  <a:lnTo>
                    <a:pt x="527265" y="243852"/>
                  </a:lnTo>
                  <a:lnTo>
                    <a:pt x="527265" y="290588"/>
                  </a:lnTo>
                  <a:lnTo>
                    <a:pt x="410667" y="329196"/>
                  </a:lnTo>
                  <a:lnTo>
                    <a:pt x="400519" y="325132"/>
                  </a:lnTo>
                  <a:lnTo>
                    <a:pt x="395452" y="325132"/>
                  </a:lnTo>
                  <a:lnTo>
                    <a:pt x="383425" y="327469"/>
                  </a:lnTo>
                  <a:lnTo>
                    <a:pt x="373786" y="333895"/>
                  </a:lnTo>
                  <a:lnTo>
                    <a:pt x="367360" y="343573"/>
                  </a:lnTo>
                  <a:lnTo>
                    <a:pt x="365036" y="355612"/>
                  </a:lnTo>
                  <a:lnTo>
                    <a:pt x="367360" y="367665"/>
                  </a:lnTo>
                  <a:lnTo>
                    <a:pt x="373786" y="377329"/>
                  </a:lnTo>
                  <a:lnTo>
                    <a:pt x="383425" y="383768"/>
                  </a:lnTo>
                  <a:lnTo>
                    <a:pt x="395452" y="386092"/>
                  </a:lnTo>
                  <a:lnTo>
                    <a:pt x="404317" y="384810"/>
                  </a:lnTo>
                  <a:lnTo>
                    <a:pt x="412318" y="381139"/>
                  </a:lnTo>
                  <a:lnTo>
                    <a:pt x="418985" y="375386"/>
                  </a:lnTo>
                  <a:lnTo>
                    <a:pt x="423849" y="367804"/>
                  </a:lnTo>
                  <a:lnTo>
                    <a:pt x="539445" y="329196"/>
                  </a:lnTo>
                  <a:lnTo>
                    <a:pt x="585063" y="313956"/>
                  </a:lnTo>
                  <a:lnTo>
                    <a:pt x="593178" y="310908"/>
                  </a:lnTo>
                  <a:lnTo>
                    <a:pt x="599262" y="303796"/>
                  </a:lnTo>
                  <a:lnTo>
                    <a:pt x="599262" y="203212"/>
                  </a:lnTo>
                  <a:close/>
                </a:path>
                <a:path w="648970" h="772795">
                  <a:moveTo>
                    <a:pt x="648944" y="609625"/>
                  </a:moveTo>
                  <a:lnTo>
                    <a:pt x="630123" y="558190"/>
                  </a:lnTo>
                  <a:lnTo>
                    <a:pt x="580948" y="519391"/>
                  </a:lnTo>
                  <a:lnTo>
                    <a:pt x="541972" y="498373"/>
                  </a:lnTo>
                  <a:lnTo>
                    <a:pt x="500722" y="481164"/>
                  </a:lnTo>
                  <a:lnTo>
                    <a:pt x="458317" y="467385"/>
                  </a:lnTo>
                  <a:lnTo>
                    <a:pt x="394436" y="452653"/>
                  </a:lnTo>
                  <a:lnTo>
                    <a:pt x="324472" y="447065"/>
                  </a:lnTo>
                  <a:lnTo>
                    <a:pt x="291020" y="448525"/>
                  </a:lnTo>
                  <a:lnTo>
                    <a:pt x="224091" y="459066"/>
                  </a:lnTo>
                  <a:lnTo>
                    <a:pt x="148234" y="481736"/>
                  </a:lnTo>
                  <a:lnTo>
                    <a:pt x="106984" y="499897"/>
                  </a:lnTo>
                  <a:lnTo>
                    <a:pt x="68008" y="521106"/>
                  </a:lnTo>
                  <a:lnTo>
                    <a:pt x="32448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8944" y="772198"/>
                  </a:lnTo>
                  <a:lnTo>
                    <a:pt x="648944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045451" y="3627119"/>
              <a:ext cx="803275" cy="641985"/>
            </a:xfrm>
            <a:custGeom>
              <a:avLst/>
              <a:gdLst/>
              <a:ahLst/>
              <a:cxnLst/>
              <a:rect l="l" t="t" r="r" b="b"/>
              <a:pathLst>
                <a:path w="803275" h="641985">
                  <a:moveTo>
                    <a:pt x="482346" y="0"/>
                  </a:moveTo>
                  <a:lnTo>
                    <a:pt x="482346" y="160400"/>
                  </a:lnTo>
                  <a:lnTo>
                    <a:pt x="0" y="160400"/>
                  </a:lnTo>
                  <a:lnTo>
                    <a:pt x="0" y="481202"/>
                  </a:lnTo>
                  <a:lnTo>
                    <a:pt x="482346" y="481202"/>
                  </a:lnTo>
                  <a:lnTo>
                    <a:pt x="482346" y="641603"/>
                  </a:lnTo>
                  <a:lnTo>
                    <a:pt x="803148" y="320801"/>
                  </a:lnTo>
                  <a:lnTo>
                    <a:pt x="482346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7045451" y="3627119"/>
              <a:ext cx="803275" cy="641985"/>
            </a:xfrm>
            <a:custGeom>
              <a:avLst/>
              <a:gdLst/>
              <a:ahLst/>
              <a:cxnLst/>
              <a:rect l="l" t="t" r="r" b="b"/>
              <a:pathLst>
                <a:path w="803275" h="641985">
                  <a:moveTo>
                    <a:pt x="0" y="160400"/>
                  </a:moveTo>
                  <a:lnTo>
                    <a:pt x="482346" y="160400"/>
                  </a:lnTo>
                  <a:lnTo>
                    <a:pt x="482346" y="0"/>
                  </a:lnTo>
                  <a:lnTo>
                    <a:pt x="803148" y="320801"/>
                  </a:lnTo>
                  <a:lnTo>
                    <a:pt x="482346" y="641603"/>
                  </a:lnTo>
                  <a:lnTo>
                    <a:pt x="482346" y="481202"/>
                  </a:lnTo>
                  <a:lnTo>
                    <a:pt x="0" y="481202"/>
                  </a:lnTo>
                  <a:lnTo>
                    <a:pt x="0" y="160400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8716038" y="3689868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427408"/>
                  </a:moveTo>
                  <a:lnTo>
                    <a:pt x="1441993" y="213704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lnTo>
                    <a:pt x="1048722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8716038" y="3689868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320556"/>
                  </a:moveTo>
                  <a:lnTo>
                    <a:pt x="1048722" y="427408"/>
                  </a:lnTo>
                  <a:lnTo>
                    <a:pt x="1441993" y="213704"/>
                  </a:lnTo>
                  <a:lnTo>
                    <a:pt x="1382618" y="180312"/>
                  </a:lnTo>
                  <a:lnTo>
                    <a:pt x="1247201" y="106852"/>
                  </a:lnTo>
                  <a:lnTo>
                    <a:pt x="1110862" y="33391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205936" y="3562797"/>
              <a:ext cx="280092" cy="214635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047686" y="3296097"/>
              <a:ext cx="188200" cy="224110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9163520" y="3380900"/>
              <a:ext cx="504825" cy="406400"/>
            </a:xfrm>
            <a:custGeom>
              <a:avLst/>
              <a:gdLst/>
              <a:ahLst/>
              <a:cxnLst/>
              <a:rect l="l" t="t" r="r" b="b"/>
              <a:pathLst>
                <a:path w="504825" h="406400">
                  <a:moveTo>
                    <a:pt x="451327" y="290215"/>
                  </a:moveTo>
                  <a:lnTo>
                    <a:pt x="299473" y="290215"/>
                  </a:lnTo>
                  <a:lnTo>
                    <a:pt x="306345" y="290760"/>
                  </a:lnTo>
                  <a:lnTo>
                    <a:pt x="312775" y="292453"/>
                  </a:lnTo>
                  <a:lnTo>
                    <a:pt x="337143" y="325079"/>
                  </a:lnTo>
                  <a:lnTo>
                    <a:pt x="336996" y="332661"/>
                  </a:lnTo>
                  <a:lnTo>
                    <a:pt x="335259" y="339802"/>
                  </a:lnTo>
                  <a:lnTo>
                    <a:pt x="332110" y="346412"/>
                  </a:lnTo>
                  <a:lnTo>
                    <a:pt x="327725" y="352404"/>
                  </a:lnTo>
                  <a:lnTo>
                    <a:pt x="295706" y="389152"/>
                  </a:lnTo>
                  <a:lnTo>
                    <a:pt x="308891" y="399517"/>
                  </a:lnTo>
                  <a:lnTo>
                    <a:pt x="315483" y="403286"/>
                  </a:lnTo>
                  <a:lnTo>
                    <a:pt x="323017" y="406113"/>
                  </a:lnTo>
                  <a:lnTo>
                    <a:pt x="331492" y="405171"/>
                  </a:lnTo>
                  <a:lnTo>
                    <a:pt x="345795" y="400960"/>
                  </a:lnTo>
                  <a:lnTo>
                    <a:pt x="356919" y="391979"/>
                  </a:lnTo>
                  <a:lnTo>
                    <a:pt x="363806" y="379465"/>
                  </a:lnTo>
                  <a:lnTo>
                    <a:pt x="365395" y="364654"/>
                  </a:lnTo>
                  <a:lnTo>
                    <a:pt x="365395" y="363711"/>
                  </a:lnTo>
                  <a:lnTo>
                    <a:pt x="378013" y="363711"/>
                  </a:lnTo>
                  <a:lnTo>
                    <a:pt x="407126" y="338948"/>
                  </a:lnTo>
                  <a:lnTo>
                    <a:pt x="408715" y="323194"/>
                  </a:lnTo>
                  <a:lnTo>
                    <a:pt x="421333" y="323194"/>
                  </a:lnTo>
                  <a:lnTo>
                    <a:pt x="450446" y="298431"/>
                  </a:lnTo>
                  <a:lnTo>
                    <a:pt x="451125" y="292100"/>
                  </a:lnTo>
                  <a:lnTo>
                    <a:pt x="451226" y="291158"/>
                  </a:lnTo>
                  <a:lnTo>
                    <a:pt x="451327" y="290215"/>
                  </a:lnTo>
                  <a:close/>
                </a:path>
                <a:path w="504825" h="406400">
                  <a:moveTo>
                    <a:pt x="378013" y="363711"/>
                  </a:moveTo>
                  <a:lnTo>
                    <a:pt x="365395" y="363711"/>
                  </a:lnTo>
                  <a:lnTo>
                    <a:pt x="368220" y="364654"/>
                  </a:lnTo>
                  <a:lnTo>
                    <a:pt x="374812" y="364654"/>
                  </a:lnTo>
                  <a:lnTo>
                    <a:pt x="378013" y="363711"/>
                  </a:lnTo>
                  <a:close/>
                </a:path>
                <a:path w="504825" h="406400">
                  <a:moveTo>
                    <a:pt x="421333" y="323194"/>
                  </a:moveTo>
                  <a:lnTo>
                    <a:pt x="408715" y="323194"/>
                  </a:lnTo>
                  <a:lnTo>
                    <a:pt x="411540" y="324137"/>
                  </a:lnTo>
                  <a:lnTo>
                    <a:pt x="418132" y="324137"/>
                  </a:lnTo>
                  <a:lnTo>
                    <a:pt x="421333" y="323194"/>
                  </a:lnTo>
                  <a:close/>
                </a:path>
                <a:path w="504825" h="406400">
                  <a:moveTo>
                    <a:pt x="503559" y="252525"/>
                  </a:moveTo>
                  <a:lnTo>
                    <a:pt x="246736" y="252525"/>
                  </a:lnTo>
                  <a:lnTo>
                    <a:pt x="254328" y="253217"/>
                  </a:lnTo>
                  <a:lnTo>
                    <a:pt x="261568" y="255234"/>
                  </a:lnTo>
                  <a:lnTo>
                    <a:pt x="287626" y="283619"/>
                  </a:lnTo>
                  <a:lnTo>
                    <a:pt x="289114" y="292100"/>
                  </a:lnTo>
                  <a:lnTo>
                    <a:pt x="291939" y="291157"/>
                  </a:lnTo>
                  <a:lnTo>
                    <a:pt x="295706" y="290215"/>
                  </a:lnTo>
                  <a:lnTo>
                    <a:pt x="451327" y="290215"/>
                  </a:lnTo>
                  <a:lnTo>
                    <a:pt x="452013" y="283826"/>
                  </a:lnTo>
                  <a:lnTo>
                    <a:pt x="452035" y="281735"/>
                  </a:lnTo>
                  <a:lnTo>
                    <a:pt x="451093" y="279850"/>
                  </a:lnTo>
                  <a:lnTo>
                    <a:pt x="451093" y="277966"/>
                  </a:lnTo>
                  <a:lnTo>
                    <a:pt x="496297" y="268543"/>
                  </a:lnTo>
                  <a:lnTo>
                    <a:pt x="503357" y="254409"/>
                  </a:lnTo>
                  <a:lnTo>
                    <a:pt x="503458" y="253467"/>
                  </a:lnTo>
                  <a:lnTo>
                    <a:pt x="503559" y="252525"/>
                  </a:lnTo>
                  <a:close/>
                </a:path>
                <a:path w="504825" h="406400">
                  <a:moveTo>
                    <a:pt x="483672" y="277966"/>
                  </a:moveTo>
                  <a:lnTo>
                    <a:pt x="451093" y="277966"/>
                  </a:lnTo>
                  <a:lnTo>
                    <a:pt x="456744" y="280793"/>
                  </a:lnTo>
                  <a:lnTo>
                    <a:pt x="463336" y="282677"/>
                  </a:lnTo>
                  <a:lnTo>
                    <a:pt x="470870" y="281735"/>
                  </a:lnTo>
                  <a:lnTo>
                    <a:pt x="483672" y="277966"/>
                  </a:lnTo>
                  <a:close/>
                </a:path>
                <a:path w="504825" h="406400">
                  <a:moveTo>
                    <a:pt x="485624" y="208239"/>
                  </a:moveTo>
                  <a:lnTo>
                    <a:pt x="187406" y="208239"/>
                  </a:lnTo>
                  <a:lnTo>
                    <a:pt x="195837" y="208945"/>
                  </a:lnTo>
                  <a:lnTo>
                    <a:pt x="204004" y="211065"/>
                  </a:lnTo>
                  <a:lnTo>
                    <a:pt x="233448" y="244722"/>
                  </a:lnTo>
                  <a:lnTo>
                    <a:pt x="234290" y="252525"/>
                  </a:lnTo>
                  <a:lnTo>
                    <a:pt x="234391" y="253467"/>
                  </a:lnTo>
                  <a:lnTo>
                    <a:pt x="234493" y="254409"/>
                  </a:lnTo>
                  <a:lnTo>
                    <a:pt x="238260" y="253467"/>
                  </a:lnTo>
                  <a:lnTo>
                    <a:pt x="242969" y="252525"/>
                  </a:lnTo>
                  <a:lnTo>
                    <a:pt x="503559" y="252525"/>
                  </a:lnTo>
                  <a:lnTo>
                    <a:pt x="504773" y="241218"/>
                  </a:lnTo>
                  <a:lnTo>
                    <a:pt x="504548" y="235564"/>
                  </a:lnTo>
                  <a:lnTo>
                    <a:pt x="504478" y="233798"/>
                  </a:lnTo>
                  <a:lnTo>
                    <a:pt x="502427" y="227113"/>
                  </a:lnTo>
                  <a:lnTo>
                    <a:pt x="498945" y="221077"/>
                  </a:lnTo>
                  <a:lnTo>
                    <a:pt x="494413" y="215777"/>
                  </a:lnTo>
                  <a:lnTo>
                    <a:pt x="485624" y="208239"/>
                  </a:lnTo>
                  <a:close/>
                </a:path>
                <a:path w="504825" h="406400">
                  <a:moveTo>
                    <a:pt x="204473" y="165837"/>
                  </a:moveTo>
                  <a:lnTo>
                    <a:pt x="124309" y="165837"/>
                  </a:lnTo>
                  <a:lnTo>
                    <a:pt x="132741" y="166544"/>
                  </a:lnTo>
                  <a:lnTo>
                    <a:pt x="141035" y="168723"/>
                  </a:lnTo>
                  <a:lnTo>
                    <a:pt x="169954" y="201393"/>
                  </a:lnTo>
                  <a:lnTo>
                    <a:pt x="171396" y="211065"/>
                  </a:lnTo>
                  <a:lnTo>
                    <a:pt x="176105" y="209181"/>
                  </a:lnTo>
                  <a:lnTo>
                    <a:pt x="181755" y="208239"/>
                  </a:lnTo>
                  <a:lnTo>
                    <a:pt x="485624" y="208239"/>
                  </a:lnTo>
                  <a:lnTo>
                    <a:pt x="440577" y="169606"/>
                  </a:lnTo>
                  <a:lnTo>
                    <a:pt x="225076" y="169606"/>
                  </a:lnTo>
                  <a:lnTo>
                    <a:pt x="214702" y="168723"/>
                  </a:lnTo>
                  <a:lnTo>
                    <a:pt x="204946" y="166073"/>
                  </a:lnTo>
                  <a:lnTo>
                    <a:pt x="204473" y="165837"/>
                  </a:lnTo>
                  <a:close/>
                </a:path>
                <a:path w="504825" h="406400">
                  <a:moveTo>
                    <a:pt x="81931" y="0"/>
                  </a:moveTo>
                  <a:lnTo>
                    <a:pt x="0" y="135685"/>
                  </a:lnTo>
                  <a:lnTo>
                    <a:pt x="64038" y="210123"/>
                  </a:lnTo>
                  <a:lnTo>
                    <a:pt x="88523" y="181855"/>
                  </a:lnTo>
                  <a:lnTo>
                    <a:pt x="95704" y="174980"/>
                  </a:lnTo>
                  <a:lnTo>
                    <a:pt x="104297" y="169959"/>
                  </a:lnTo>
                  <a:lnTo>
                    <a:pt x="113950" y="166882"/>
                  </a:lnTo>
                  <a:lnTo>
                    <a:pt x="124309" y="165837"/>
                  </a:lnTo>
                  <a:lnTo>
                    <a:pt x="204473" y="165837"/>
                  </a:lnTo>
                  <a:lnTo>
                    <a:pt x="196073" y="161656"/>
                  </a:lnTo>
                  <a:lnTo>
                    <a:pt x="188348" y="155472"/>
                  </a:lnTo>
                  <a:lnTo>
                    <a:pt x="174751" y="137525"/>
                  </a:lnTo>
                  <a:lnTo>
                    <a:pt x="169277" y="116486"/>
                  </a:lnTo>
                  <a:lnTo>
                    <a:pt x="171926" y="94917"/>
                  </a:lnTo>
                  <a:lnTo>
                    <a:pt x="182697" y="75380"/>
                  </a:lnTo>
                  <a:lnTo>
                    <a:pt x="235808" y="14133"/>
                  </a:lnTo>
                  <a:lnTo>
                    <a:pt x="165393" y="14133"/>
                  </a:lnTo>
                  <a:lnTo>
                    <a:pt x="124500" y="12897"/>
                  </a:lnTo>
                  <a:lnTo>
                    <a:pt x="81931" y="0"/>
                  </a:lnTo>
                  <a:close/>
                </a:path>
                <a:path w="504825" h="406400">
                  <a:moveTo>
                    <a:pt x="332434" y="76323"/>
                  </a:moveTo>
                  <a:lnTo>
                    <a:pt x="267454" y="150761"/>
                  </a:lnTo>
                  <a:lnTo>
                    <a:pt x="229784" y="169606"/>
                  </a:lnTo>
                  <a:lnTo>
                    <a:pt x="440577" y="169606"/>
                  </a:lnTo>
                  <a:lnTo>
                    <a:pt x="342793" y="85745"/>
                  </a:lnTo>
                  <a:lnTo>
                    <a:pt x="332434" y="76323"/>
                  </a:lnTo>
                  <a:close/>
                </a:path>
                <a:path w="504825" h="406400">
                  <a:moveTo>
                    <a:pt x="203636" y="11130"/>
                  </a:moveTo>
                  <a:lnTo>
                    <a:pt x="165393" y="14133"/>
                  </a:lnTo>
                  <a:lnTo>
                    <a:pt x="235808" y="14133"/>
                  </a:lnTo>
                  <a:lnTo>
                    <a:pt x="238260" y="11307"/>
                  </a:lnTo>
                  <a:lnTo>
                    <a:pt x="203636" y="11130"/>
                  </a:lnTo>
                  <a:close/>
                </a:path>
              </a:pathLst>
            </a:custGeom>
            <a:solidFill>
              <a:srgbClr val="A9D18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9163520" y="3380900"/>
              <a:ext cx="504825" cy="406400"/>
            </a:xfrm>
            <a:custGeom>
              <a:avLst/>
              <a:gdLst/>
              <a:ahLst/>
              <a:cxnLst/>
              <a:rect l="l" t="t" r="r" b="b"/>
              <a:pathLst>
                <a:path w="504825" h="406400">
                  <a:moveTo>
                    <a:pt x="494413" y="215777"/>
                  </a:moveTo>
                  <a:lnTo>
                    <a:pt x="342793" y="85745"/>
                  </a:lnTo>
                  <a:lnTo>
                    <a:pt x="332434" y="76323"/>
                  </a:lnTo>
                  <a:lnTo>
                    <a:pt x="267454" y="150761"/>
                  </a:lnTo>
                  <a:lnTo>
                    <a:pt x="259714" y="158343"/>
                  </a:lnTo>
                  <a:lnTo>
                    <a:pt x="250738" y="164070"/>
                  </a:lnTo>
                  <a:lnTo>
                    <a:pt x="240703" y="167854"/>
                  </a:lnTo>
                  <a:lnTo>
                    <a:pt x="229784" y="169606"/>
                  </a:lnTo>
                  <a:lnTo>
                    <a:pt x="227901" y="169606"/>
                  </a:lnTo>
                  <a:lnTo>
                    <a:pt x="226017" y="169606"/>
                  </a:lnTo>
                  <a:lnTo>
                    <a:pt x="225076" y="169606"/>
                  </a:lnTo>
                  <a:lnTo>
                    <a:pt x="188348" y="155472"/>
                  </a:lnTo>
                  <a:lnTo>
                    <a:pt x="169277" y="116486"/>
                  </a:lnTo>
                  <a:lnTo>
                    <a:pt x="171926" y="94917"/>
                  </a:lnTo>
                  <a:lnTo>
                    <a:pt x="182697" y="75380"/>
                  </a:lnTo>
                  <a:lnTo>
                    <a:pt x="238260" y="11307"/>
                  </a:lnTo>
                  <a:lnTo>
                    <a:pt x="203636" y="11130"/>
                  </a:lnTo>
                  <a:lnTo>
                    <a:pt x="165393" y="14133"/>
                  </a:lnTo>
                  <a:lnTo>
                    <a:pt x="124500" y="12897"/>
                  </a:lnTo>
                  <a:lnTo>
                    <a:pt x="81931" y="0"/>
                  </a:lnTo>
                  <a:lnTo>
                    <a:pt x="0" y="135685"/>
                  </a:lnTo>
                  <a:lnTo>
                    <a:pt x="64038" y="210123"/>
                  </a:lnTo>
                  <a:lnTo>
                    <a:pt x="88523" y="181855"/>
                  </a:lnTo>
                  <a:lnTo>
                    <a:pt x="95704" y="174980"/>
                  </a:lnTo>
                  <a:lnTo>
                    <a:pt x="104297" y="169959"/>
                  </a:lnTo>
                  <a:lnTo>
                    <a:pt x="113950" y="166882"/>
                  </a:lnTo>
                  <a:lnTo>
                    <a:pt x="124309" y="165837"/>
                  </a:lnTo>
                  <a:lnTo>
                    <a:pt x="162126" y="184167"/>
                  </a:lnTo>
                  <a:lnTo>
                    <a:pt x="171396" y="211065"/>
                  </a:lnTo>
                  <a:lnTo>
                    <a:pt x="176105" y="209181"/>
                  </a:lnTo>
                  <a:lnTo>
                    <a:pt x="181755" y="208239"/>
                  </a:lnTo>
                  <a:lnTo>
                    <a:pt x="187406" y="208239"/>
                  </a:lnTo>
                  <a:lnTo>
                    <a:pt x="195837" y="208945"/>
                  </a:lnTo>
                  <a:lnTo>
                    <a:pt x="230373" y="235564"/>
                  </a:lnTo>
                  <a:lnTo>
                    <a:pt x="234493" y="254409"/>
                  </a:lnTo>
                  <a:lnTo>
                    <a:pt x="238260" y="253467"/>
                  </a:lnTo>
                  <a:lnTo>
                    <a:pt x="242969" y="252525"/>
                  </a:lnTo>
                  <a:lnTo>
                    <a:pt x="246736" y="252525"/>
                  </a:lnTo>
                  <a:lnTo>
                    <a:pt x="284876" y="276081"/>
                  </a:lnTo>
                  <a:lnTo>
                    <a:pt x="289114" y="292100"/>
                  </a:lnTo>
                  <a:lnTo>
                    <a:pt x="291939" y="291157"/>
                  </a:lnTo>
                  <a:lnTo>
                    <a:pt x="295706" y="290215"/>
                  </a:lnTo>
                  <a:lnTo>
                    <a:pt x="299473" y="290215"/>
                  </a:lnTo>
                  <a:lnTo>
                    <a:pt x="333023" y="311298"/>
                  </a:lnTo>
                  <a:lnTo>
                    <a:pt x="337143" y="325079"/>
                  </a:lnTo>
                  <a:lnTo>
                    <a:pt x="336996" y="332661"/>
                  </a:lnTo>
                  <a:lnTo>
                    <a:pt x="335259" y="339802"/>
                  </a:lnTo>
                  <a:lnTo>
                    <a:pt x="332110" y="346412"/>
                  </a:lnTo>
                  <a:lnTo>
                    <a:pt x="327725" y="352404"/>
                  </a:lnTo>
                  <a:lnTo>
                    <a:pt x="295706" y="389152"/>
                  </a:lnTo>
                  <a:lnTo>
                    <a:pt x="308891" y="399517"/>
                  </a:lnTo>
                  <a:lnTo>
                    <a:pt x="315483" y="403286"/>
                  </a:lnTo>
                  <a:lnTo>
                    <a:pt x="323017" y="406113"/>
                  </a:lnTo>
                  <a:lnTo>
                    <a:pt x="331492" y="405171"/>
                  </a:lnTo>
                  <a:lnTo>
                    <a:pt x="345795" y="400960"/>
                  </a:lnTo>
                  <a:lnTo>
                    <a:pt x="356919" y="391979"/>
                  </a:lnTo>
                  <a:lnTo>
                    <a:pt x="363806" y="379465"/>
                  </a:lnTo>
                  <a:lnTo>
                    <a:pt x="365395" y="364654"/>
                  </a:lnTo>
                  <a:lnTo>
                    <a:pt x="365395" y="363711"/>
                  </a:lnTo>
                  <a:lnTo>
                    <a:pt x="368220" y="364654"/>
                  </a:lnTo>
                  <a:lnTo>
                    <a:pt x="371987" y="364654"/>
                  </a:lnTo>
                  <a:lnTo>
                    <a:pt x="407126" y="338948"/>
                  </a:lnTo>
                  <a:lnTo>
                    <a:pt x="408715" y="324137"/>
                  </a:lnTo>
                  <a:lnTo>
                    <a:pt x="408715" y="323194"/>
                  </a:lnTo>
                  <a:lnTo>
                    <a:pt x="411540" y="324137"/>
                  </a:lnTo>
                  <a:lnTo>
                    <a:pt x="415307" y="324137"/>
                  </a:lnTo>
                  <a:lnTo>
                    <a:pt x="450446" y="298431"/>
                  </a:lnTo>
                  <a:lnTo>
                    <a:pt x="452035" y="283619"/>
                  </a:lnTo>
                  <a:lnTo>
                    <a:pt x="452035" y="281735"/>
                  </a:lnTo>
                  <a:lnTo>
                    <a:pt x="451093" y="279850"/>
                  </a:lnTo>
                  <a:lnTo>
                    <a:pt x="451093" y="277966"/>
                  </a:lnTo>
                  <a:lnTo>
                    <a:pt x="456744" y="280793"/>
                  </a:lnTo>
                  <a:lnTo>
                    <a:pt x="463336" y="282677"/>
                  </a:lnTo>
                  <a:lnTo>
                    <a:pt x="470870" y="281735"/>
                  </a:lnTo>
                  <a:lnTo>
                    <a:pt x="485173" y="277524"/>
                  </a:lnTo>
                  <a:lnTo>
                    <a:pt x="496297" y="268543"/>
                  </a:lnTo>
                  <a:lnTo>
                    <a:pt x="503183" y="256029"/>
                  </a:lnTo>
                  <a:lnTo>
                    <a:pt x="504773" y="241218"/>
                  </a:lnTo>
                  <a:lnTo>
                    <a:pt x="504478" y="233798"/>
                  </a:lnTo>
                  <a:lnTo>
                    <a:pt x="502418" y="227084"/>
                  </a:lnTo>
                  <a:lnTo>
                    <a:pt x="498945" y="221077"/>
                  </a:lnTo>
                  <a:lnTo>
                    <a:pt x="494413" y="215777"/>
                  </a:lnTo>
                  <a:close/>
                </a:path>
              </a:pathLst>
            </a:custGeom>
            <a:ln w="1099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8" name="object 18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76915" y="3296097"/>
              <a:ext cx="188201" cy="224110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9349985" y="3372420"/>
              <a:ext cx="398780" cy="221615"/>
            </a:xfrm>
            <a:custGeom>
              <a:avLst/>
              <a:gdLst/>
              <a:ahLst/>
              <a:cxnLst/>
              <a:rect l="l" t="t" r="r" b="b"/>
              <a:pathLst>
                <a:path w="398779" h="221614">
                  <a:moveTo>
                    <a:pt x="345950" y="57477"/>
                  </a:moveTo>
                  <a:lnTo>
                    <a:pt x="144086" y="57477"/>
                  </a:lnTo>
                  <a:lnTo>
                    <a:pt x="320191" y="209181"/>
                  </a:lnTo>
                  <a:lnTo>
                    <a:pt x="326784" y="215777"/>
                  </a:lnTo>
                  <a:lnTo>
                    <a:pt x="330551" y="221430"/>
                  </a:lnTo>
                  <a:lnTo>
                    <a:pt x="398356" y="143223"/>
                  </a:lnTo>
                  <a:lnTo>
                    <a:pt x="345950" y="57477"/>
                  </a:lnTo>
                  <a:close/>
                </a:path>
                <a:path w="398779" h="221614">
                  <a:moveTo>
                    <a:pt x="115833" y="0"/>
                  </a:moveTo>
                  <a:lnTo>
                    <a:pt x="9417" y="97052"/>
                  </a:lnTo>
                  <a:lnTo>
                    <a:pt x="0" y="124495"/>
                  </a:lnTo>
                  <a:lnTo>
                    <a:pt x="3855" y="138261"/>
                  </a:lnTo>
                  <a:lnTo>
                    <a:pt x="41436" y="159241"/>
                  </a:lnTo>
                  <a:lnTo>
                    <a:pt x="48455" y="157975"/>
                  </a:lnTo>
                  <a:lnTo>
                    <a:pt x="55209" y="155472"/>
                  </a:lnTo>
                  <a:lnTo>
                    <a:pt x="61433" y="151556"/>
                  </a:lnTo>
                  <a:lnTo>
                    <a:pt x="66863" y="146050"/>
                  </a:lnTo>
                  <a:lnTo>
                    <a:pt x="144086" y="57477"/>
                  </a:lnTo>
                  <a:lnTo>
                    <a:pt x="345950" y="57477"/>
                  </a:lnTo>
                  <a:lnTo>
                    <a:pt x="325569" y="24130"/>
                  </a:lnTo>
                  <a:lnTo>
                    <a:pt x="263304" y="24130"/>
                  </a:lnTo>
                  <a:lnTo>
                    <a:pt x="213775" y="21789"/>
                  </a:lnTo>
                  <a:lnTo>
                    <a:pt x="167070" y="11851"/>
                  </a:lnTo>
                  <a:lnTo>
                    <a:pt x="120542" y="942"/>
                  </a:lnTo>
                  <a:lnTo>
                    <a:pt x="119600" y="942"/>
                  </a:lnTo>
                  <a:lnTo>
                    <a:pt x="115833" y="0"/>
                  </a:lnTo>
                  <a:close/>
                </a:path>
                <a:path w="398779" h="221614">
                  <a:moveTo>
                    <a:pt x="318308" y="12249"/>
                  </a:moveTo>
                  <a:lnTo>
                    <a:pt x="263304" y="24130"/>
                  </a:lnTo>
                  <a:lnTo>
                    <a:pt x="325569" y="24130"/>
                  </a:lnTo>
                  <a:lnTo>
                    <a:pt x="318308" y="12249"/>
                  </a:lnTo>
                  <a:close/>
                </a:path>
              </a:pathLst>
            </a:custGeom>
            <a:solidFill>
              <a:srgbClr val="A9D18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9349985" y="3372420"/>
              <a:ext cx="398780" cy="221615"/>
            </a:xfrm>
            <a:custGeom>
              <a:avLst/>
              <a:gdLst/>
              <a:ahLst/>
              <a:cxnLst/>
              <a:rect l="l" t="t" r="r" b="b"/>
              <a:pathLst>
                <a:path w="398779" h="221614">
                  <a:moveTo>
                    <a:pt x="318308" y="12249"/>
                  </a:moveTo>
                  <a:lnTo>
                    <a:pt x="263304" y="24130"/>
                  </a:lnTo>
                  <a:lnTo>
                    <a:pt x="213775" y="21789"/>
                  </a:lnTo>
                  <a:lnTo>
                    <a:pt x="167070" y="11851"/>
                  </a:lnTo>
                  <a:lnTo>
                    <a:pt x="120542" y="942"/>
                  </a:lnTo>
                  <a:lnTo>
                    <a:pt x="119600" y="942"/>
                  </a:lnTo>
                  <a:lnTo>
                    <a:pt x="115833" y="0"/>
                  </a:lnTo>
                  <a:lnTo>
                    <a:pt x="107255" y="191"/>
                  </a:lnTo>
                  <a:lnTo>
                    <a:pt x="98764" y="2237"/>
                  </a:lnTo>
                  <a:lnTo>
                    <a:pt x="9417" y="97052"/>
                  </a:lnTo>
                  <a:lnTo>
                    <a:pt x="0" y="124495"/>
                  </a:lnTo>
                  <a:lnTo>
                    <a:pt x="3855" y="138261"/>
                  </a:lnTo>
                  <a:lnTo>
                    <a:pt x="41436" y="159241"/>
                  </a:lnTo>
                  <a:lnTo>
                    <a:pt x="48455" y="157975"/>
                  </a:lnTo>
                  <a:lnTo>
                    <a:pt x="55209" y="155472"/>
                  </a:lnTo>
                  <a:lnTo>
                    <a:pt x="61433" y="151556"/>
                  </a:lnTo>
                  <a:lnTo>
                    <a:pt x="66863" y="146050"/>
                  </a:lnTo>
                  <a:lnTo>
                    <a:pt x="78929" y="132210"/>
                  </a:lnTo>
                  <a:lnTo>
                    <a:pt x="105474" y="101763"/>
                  </a:lnTo>
                  <a:lnTo>
                    <a:pt x="132020" y="71317"/>
                  </a:lnTo>
                  <a:lnTo>
                    <a:pt x="144086" y="57477"/>
                  </a:lnTo>
                  <a:lnTo>
                    <a:pt x="320191" y="209181"/>
                  </a:lnTo>
                  <a:lnTo>
                    <a:pt x="324900" y="213892"/>
                  </a:lnTo>
                  <a:lnTo>
                    <a:pt x="326784" y="215777"/>
                  </a:lnTo>
                  <a:lnTo>
                    <a:pt x="330551" y="221430"/>
                  </a:lnTo>
                  <a:lnTo>
                    <a:pt x="398356" y="143223"/>
                  </a:lnTo>
                  <a:lnTo>
                    <a:pt x="318308" y="12249"/>
                  </a:lnTo>
                  <a:close/>
                </a:path>
              </a:pathLst>
            </a:custGeom>
            <a:ln w="10991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1" name="object 21"/>
          <p:cNvSpPr/>
          <p:nvPr/>
        </p:nvSpPr>
        <p:spPr>
          <a:xfrm>
            <a:off x="7116167" y="2001122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2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7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5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3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3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8157451" y="2733653"/>
            <a:ext cx="146685" cy="146685"/>
          </a:xfrm>
          <a:custGeom>
            <a:avLst/>
            <a:gdLst/>
            <a:ahLst/>
            <a:cxnLst/>
            <a:rect l="l" t="t" r="r" b="b"/>
            <a:pathLst>
              <a:path w="146684" h="146685">
                <a:moveTo>
                  <a:pt x="146096" y="0"/>
                </a:moveTo>
                <a:lnTo>
                  <a:pt x="0" y="0"/>
                </a:lnTo>
                <a:lnTo>
                  <a:pt x="0" y="146176"/>
                </a:lnTo>
                <a:lnTo>
                  <a:pt x="146096" y="146176"/>
                </a:lnTo>
                <a:lnTo>
                  <a:pt x="146096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10431499" y="3448672"/>
            <a:ext cx="915035" cy="619125"/>
            <a:chOff x="10431499" y="3448672"/>
            <a:chExt cx="915035" cy="619125"/>
          </a:xfrm>
        </p:grpSpPr>
        <p:sp>
          <p:nvSpPr>
            <p:cNvPr id="24" name="object 24"/>
            <p:cNvSpPr/>
            <p:nvPr/>
          </p:nvSpPr>
          <p:spPr>
            <a:xfrm>
              <a:off x="10431499" y="3448672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32912" y="4247"/>
                  </a:lnTo>
                  <a:lnTo>
                    <a:pt x="15804" y="15813"/>
                  </a:lnTo>
                  <a:lnTo>
                    <a:pt x="4245" y="32930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10720635" y="3588352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5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3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8" y="85853"/>
                  </a:lnTo>
                  <a:lnTo>
                    <a:pt x="145961" y="72341"/>
                  </a:lnTo>
                  <a:lnTo>
                    <a:pt x="170476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8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3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6" y="67379"/>
                  </a:lnTo>
                  <a:lnTo>
                    <a:pt x="195020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3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6" name="object 26"/>
          <p:cNvSpPr/>
          <p:nvPr/>
        </p:nvSpPr>
        <p:spPr>
          <a:xfrm>
            <a:off x="10270089" y="4121586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53803" y="80749"/>
                </a:lnTo>
                <a:lnTo>
                  <a:pt x="1183677" y="80749"/>
                </a:lnTo>
                <a:lnTo>
                  <a:pt x="1204568" y="76501"/>
                </a:lnTo>
                <a:lnTo>
                  <a:pt x="1221676" y="64936"/>
                </a:lnTo>
                <a:lnTo>
                  <a:pt x="1233235" y="47818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6.</a:t>
            </a:r>
            <a:r>
              <a:rPr spc="-185" dirty="0"/>
              <a:t> </a:t>
            </a:r>
            <a:r>
              <a:rPr spc="-60" dirty="0"/>
              <a:t>Pairing</a:t>
            </a:r>
            <a:r>
              <a:rPr spc="-175" dirty="0"/>
              <a:t> </a:t>
            </a:r>
            <a:r>
              <a:rPr spc="-45" dirty="0"/>
              <a:t>Devices</a:t>
            </a:r>
            <a:r>
              <a:rPr spc="-200" dirty="0"/>
              <a:t> </a:t>
            </a:r>
            <a:r>
              <a:rPr dirty="0"/>
              <a:t>In</a:t>
            </a:r>
            <a:r>
              <a:rPr spc="-170" dirty="0"/>
              <a:t> </a:t>
            </a:r>
            <a:r>
              <a:rPr spc="-10" dirty="0"/>
              <a:t>Linux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219961"/>
            <a:ext cx="6173470" cy="43402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Once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paired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5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algn="just" defTabSz="914400" eaLnBrk="1" fontAlgn="auto" latinLnBrk="0" hangingPunct="1">
              <a:lnSpc>
                <a:spcPts val="25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attempt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send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without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pairing,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but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wont’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accepted!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connecting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two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separate</a:t>
            </a:r>
            <a:r>
              <a:rPr kumimoji="0" sz="2400" b="0" i="1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concepts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4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993775" lvl="0" indent="0" defTabSz="914400" eaLnBrk="1" fontAlgn="auto" latinLnBrk="0" hangingPunct="1">
              <a:lnSpc>
                <a:spcPts val="25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Follow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Lab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Manual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through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7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complete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process.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03530" marR="405130" lvl="0" indent="-181610" defTabSz="914400" eaLnBrk="1" fontAlgn="auto" latinLnBrk="0" hangingPunct="1">
              <a:lnSpc>
                <a:spcPts val="2160"/>
              </a:lnSpc>
              <a:spcBef>
                <a:spcPts val="42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04800" algn="l"/>
              </a:tabLst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might</a:t>
            </a:r>
            <a:r>
              <a:rPr kumimoji="0" sz="20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need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0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few</a:t>
            </a:r>
            <a:r>
              <a:rPr kumimoji="0" sz="20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attempts</a:t>
            </a:r>
            <a:r>
              <a:rPr kumimoji="0" sz="20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0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so</a:t>
            </a:r>
            <a:r>
              <a:rPr kumimoji="0" sz="20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many</a:t>
            </a:r>
            <a:r>
              <a:rPr kumimoji="0" sz="20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people 	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0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at</a:t>
            </a:r>
            <a:r>
              <a:rPr kumimoji="0" sz="20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once*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388861" y="2593098"/>
            <a:ext cx="3775710" cy="1743075"/>
            <a:chOff x="6388861" y="2593098"/>
            <a:chExt cx="3775710" cy="1743075"/>
          </a:xfrm>
        </p:grpSpPr>
        <p:sp>
          <p:nvSpPr>
            <p:cNvPr id="5" name="object 5"/>
            <p:cNvSpPr/>
            <p:nvPr/>
          </p:nvSpPr>
          <p:spPr>
            <a:xfrm>
              <a:off x="8055863" y="3026663"/>
              <a:ext cx="360045" cy="680085"/>
            </a:xfrm>
            <a:custGeom>
              <a:avLst/>
              <a:gdLst/>
              <a:ahLst/>
              <a:cxnLst/>
              <a:rect l="l" t="t" r="r" b="b"/>
              <a:pathLst>
                <a:path w="360045" h="680085">
                  <a:moveTo>
                    <a:pt x="179831" y="0"/>
                  </a:moveTo>
                  <a:lnTo>
                    <a:pt x="0" y="179832"/>
                  </a:lnTo>
                  <a:lnTo>
                    <a:pt x="89915" y="179832"/>
                  </a:lnTo>
                  <a:lnTo>
                    <a:pt x="89915" y="679704"/>
                  </a:lnTo>
                  <a:lnTo>
                    <a:pt x="269747" y="679704"/>
                  </a:lnTo>
                  <a:lnTo>
                    <a:pt x="269747" y="179832"/>
                  </a:lnTo>
                  <a:lnTo>
                    <a:pt x="359663" y="179832"/>
                  </a:lnTo>
                  <a:lnTo>
                    <a:pt x="179831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055863" y="3026663"/>
              <a:ext cx="360045" cy="680085"/>
            </a:xfrm>
            <a:custGeom>
              <a:avLst/>
              <a:gdLst/>
              <a:ahLst/>
              <a:cxnLst/>
              <a:rect l="l" t="t" r="r" b="b"/>
              <a:pathLst>
                <a:path w="360045" h="680085">
                  <a:moveTo>
                    <a:pt x="89915" y="679704"/>
                  </a:moveTo>
                  <a:lnTo>
                    <a:pt x="89915" y="179832"/>
                  </a:lnTo>
                  <a:lnTo>
                    <a:pt x="0" y="179832"/>
                  </a:lnTo>
                  <a:lnTo>
                    <a:pt x="179831" y="0"/>
                  </a:lnTo>
                  <a:lnTo>
                    <a:pt x="359663" y="179832"/>
                  </a:lnTo>
                  <a:lnTo>
                    <a:pt x="269747" y="179832"/>
                  </a:lnTo>
                  <a:lnTo>
                    <a:pt x="269747" y="679704"/>
                  </a:lnTo>
                  <a:lnTo>
                    <a:pt x="89915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8016964" y="2593111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64843" y="3665372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6388849" y="3563759"/>
              <a:ext cx="648970" cy="772795"/>
            </a:xfrm>
            <a:custGeom>
              <a:avLst/>
              <a:gdLst/>
              <a:ahLst/>
              <a:cxnLst/>
              <a:rect l="l" t="t" r="r" b="b"/>
              <a:pathLst>
                <a:path w="648970" h="772795">
                  <a:moveTo>
                    <a:pt x="486714" y="243852"/>
                  </a:moveTo>
                  <a:lnTo>
                    <a:pt x="480885" y="200761"/>
                  </a:lnTo>
                  <a:lnTo>
                    <a:pt x="464477" y="161963"/>
                  </a:lnTo>
                  <a:lnTo>
                    <a:pt x="439051" y="129044"/>
                  </a:lnTo>
                  <a:lnTo>
                    <a:pt x="406196" y="103568"/>
                  </a:lnTo>
                  <a:lnTo>
                    <a:pt x="367474" y="87122"/>
                  </a:lnTo>
                  <a:lnTo>
                    <a:pt x="324472" y="81292"/>
                  </a:lnTo>
                  <a:lnTo>
                    <a:pt x="281482" y="87122"/>
                  </a:lnTo>
                  <a:lnTo>
                    <a:pt x="242760" y="103568"/>
                  </a:lnTo>
                  <a:lnTo>
                    <a:pt x="209892" y="129044"/>
                  </a:lnTo>
                  <a:lnTo>
                    <a:pt x="184467" y="161963"/>
                  </a:lnTo>
                  <a:lnTo>
                    <a:pt x="168059" y="200761"/>
                  </a:lnTo>
                  <a:lnTo>
                    <a:pt x="162242" y="243852"/>
                  </a:lnTo>
                  <a:lnTo>
                    <a:pt x="168059" y="286943"/>
                  </a:lnTo>
                  <a:lnTo>
                    <a:pt x="184467" y="325742"/>
                  </a:lnTo>
                  <a:lnTo>
                    <a:pt x="209892" y="358660"/>
                  </a:lnTo>
                  <a:lnTo>
                    <a:pt x="242760" y="384136"/>
                  </a:lnTo>
                  <a:lnTo>
                    <a:pt x="281482" y="400583"/>
                  </a:lnTo>
                  <a:lnTo>
                    <a:pt x="324472" y="406412"/>
                  </a:lnTo>
                  <a:lnTo>
                    <a:pt x="331571" y="406412"/>
                  </a:lnTo>
                  <a:lnTo>
                    <a:pt x="334619" y="405396"/>
                  </a:lnTo>
                  <a:lnTo>
                    <a:pt x="334619" y="355612"/>
                  </a:lnTo>
                  <a:lnTo>
                    <a:pt x="335000" y="348754"/>
                  </a:lnTo>
                  <a:lnTo>
                    <a:pt x="355028" y="309511"/>
                  </a:lnTo>
                  <a:lnTo>
                    <a:pt x="485698" y="261124"/>
                  </a:lnTo>
                  <a:lnTo>
                    <a:pt x="486714" y="255028"/>
                  </a:lnTo>
                  <a:lnTo>
                    <a:pt x="486714" y="243852"/>
                  </a:lnTo>
                  <a:close/>
                </a:path>
                <a:path w="648970" h="772795">
                  <a:moveTo>
                    <a:pt x="599262" y="203212"/>
                  </a:moveTo>
                  <a:lnTo>
                    <a:pt x="597662" y="195326"/>
                  </a:lnTo>
                  <a:lnTo>
                    <a:pt x="593305" y="188861"/>
                  </a:lnTo>
                  <a:lnTo>
                    <a:pt x="586854" y="184492"/>
                  </a:lnTo>
                  <a:lnTo>
                    <a:pt x="578980" y="182892"/>
                  </a:lnTo>
                  <a:lnTo>
                    <a:pt x="560730" y="182892"/>
                  </a:lnTo>
                  <a:lnTo>
                    <a:pt x="544982" y="139801"/>
                  </a:lnTo>
                  <a:lnTo>
                    <a:pt x="521792" y="100863"/>
                  </a:lnTo>
                  <a:lnTo>
                    <a:pt x="492010" y="66967"/>
                  </a:lnTo>
                  <a:lnTo>
                    <a:pt x="458571" y="40640"/>
                  </a:lnTo>
                  <a:lnTo>
                    <a:pt x="416191" y="17957"/>
                  </a:lnTo>
                  <a:lnTo>
                    <a:pt x="371881" y="4648"/>
                  </a:lnTo>
                  <a:lnTo>
                    <a:pt x="324472" y="0"/>
                  </a:lnTo>
                  <a:lnTo>
                    <a:pt x="276326" y="4800"/>
                  </a:lnTo>
                  <a:lnTo>
                    <a:pt x="231317" y="18542"/>
                  </a:lnTo>
                  <a:lnTo>
                    <a:pt x="190296" y="40297"/>
                  </a:lnTo>
                  <a:lnTo>
                    <a:pt x="149059" y="73152"/>
                  </a:lnTo>
                  <a:lnTo>
                    <a:pt x="146011" y="78244"/>
                  </a:lnTo>
                  <a:lnTo>
                    <a:pt x="146037" y="85432"/>
                  </a:lnTo>
                  <a:lnTo>
                    <a:pt x="180492" y="99580"/>
                  </a:lnTo>
                  <a:lnTo>
                    <a:pt x="210972" y="74930"/>
                  </a:lnTo>
                  <a:lnTo>
                    <a:pt x="245643" y="56388"/>
                  </a:lnTo>
                  <a:lnTo>
                    <a:pt x="283730" y="44704"/>
                  </a:lnTo>
                  <a:lnTo>
                    <a:pt x="324472" y="40640"/>
                  </a:lnTo>
                  <a:lnTo>
                    <a:pt x="370827" y="46037"/>
                  </a:lnTo>
                  <a:lnTo>
                    <a:pt x="413461" y="61379"/>
                  </a:lnTo>
                  <a:lnTo>
                    <a:pt x="451116" y="85432"/>
                  </a:lnTo>
                  <a:lnTo>
                    <a:pt x="482574" y="116954"/>
                  </a:lnTo>
                  <a:lnTo>
                    <a:pt x="506577" y="154686"/>
                  </a:lnTo>
                  <a:lnTo>
                    <a:pt x="521893" y="197408"/>
                  </a:lnTo>
                  <a:lnTo>
                    <a:pt x="527265" y="243852"/>
                  </a:lnTo>
                  <a:lnTo>
                    <a:pt x="527265" y="290588"/>
                  </a:lnTo>
                  <a:lnTo>
                    <a:pt x="410667" y="329196"/>
                  </a:lnTo>
                  <a:lnTo>
                    <a:pt x="400519" y="325132"/>
                  </a:lnTo>
                  <a:lnTo>
                    <a:pt x="395452" y="325132"/>
                  </a:lnTo>
                  <a:lnTo>
                    <a:pt x="383425" y="327469"/>
                  </a:lnTo>
                  <a:lnTo>
                    <a:pt x="373786" y="333895"/>
                  </a:lnTo>
                  <a:lnTo>
                    <a:pt x="367360" y="343573"/>
                  </a:lnTo>
                  <a:lnTo>
                    <a:pt x="365036" y="355612"/>
                  </a:lnTo>
                  <a:lnTo>
                    <a:pt x="367360" y="367665"/>
                  </a:lnTo>
                  <a:lnTo>
                    <a:pt x="373786" y="377329"/>
                  </a:lnTo>
                  <a:lnTo>
                    <a:pt x="383425" y="383768"/>
                  </a:lnTo>
                  <a:lnTo>
                    <a:pt x="395452" y="386092"/>
                  </a:lnTo>
                  <a:lnTo>
                    <a:pt x="404317" y="384810"/>
                  </a:lnTo>
                  <a:lnTo>
                    <a:pt x="412318" y="381139"/>
                  </a:lnTo>
                  <a:lnTo>
                    <a:pt x="418985" y="375386"/>
                  </a:lnTo>
                  <a:lnTo>
                    <a:pt x="423849" y="367804"/>
                  </a:lnTo>
                  <a:lnTo>
                    <a:pt x="539445" y="329196"/>
                  </a:lnTo>
                  <a:lnTo>
                    <a:pt x="585063" y="313956"/>
                  </a:lnTo>
                  <a:lnTo>
                    <a:pt x="593178" y="310908"/>
                  </a:lnTo>
                  <a:lnTo>
                    <a:pt x="599262" y="303796"/>
                  </a:lnTo>
                  <a:lnTo>
                    <a:pt x="599262" y="203212"/>
                  </a:lnTo>
                  <a:close/>
                </a:path>
                <a:path w="648970" h="772795">
                  <a:moveTo>
                    <a:pt x="648944" y="609625"/>
                  </a:moveTo>
                  <a:lnTo>
                    <a:pt x="630123" y="558190"/>
                  </a:lnTo>
                  <a:lnTo>
                    <a:pt x="580948" y="519391"/>
                  </a:lnTo>
                  <a:lnTo>
                    <a:pt x="541972" y="498373"/>
                  </a:lnTo>
                  <a:lnTo>
                    <a:pt x="500722" y="481164"/>
                  </a:lnTo>
                  <a:lnTo>
                    <a:pt x="458317" y="467385"/>
                  </a:lnTo>
                  <a:lnTo>
                    <a:pt x="394436" y="452653"/>
                  </a:lnTo>
                  <a:lnTo>
                    <a:pt x="324472" y="447065"/>
                  </a:lnTo>
                  <a:lnTo>
                    <a:pt x="291020" y="448525"/>
                  </a:lnTo>
                  <a:lnTo>
                    <a:pt x="224091" y="459066"/>
                  </a:lnTo>
                  <a:lnTo>
                    <a:pt x="148234" y="481736"/>
                  </a:lnTo>
                  <a:lnTo>
                    <a:pt x="106984" y="499897"/>
                  </a:lnTo>
                  <a:lnTo>
                    <a:pt x="68008" y="521106"/>
                  </a:lnTo>
                  <a:lnTo>
                    <a:pt x="32448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8944" y="772198"/>
                  </a:lnTo>
                  <a:lnTo>
                    <a:pt x="648944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045451" y="3627119"/>
              <a:ext cx="803275" cy="641985"/>
            </a:xfrm>
            <a:custGeom>
              <a:avLst/>
              <a:gdLst/>
              <a:ahLst/>
              <a:cxnLst/>
              <a:rect l="l" t="t" r="r" b="b"/>
              <a:pathLst>
                <a:path w="803275" h="641985">
                  <a:moveTo>
                    <a:pt x="482346" y="0"/>
                  </a:moveTo>
                  <a:lnTo>
                    <a:pt x="482346" y="160400"/>
                  </a:lnTo>
                  <a:lnTo>
                    <a:pt x="0" y="160400"/>
                  </a:lnTo>
                  <a:lnTo>
                    <a:pt x="0" y="481202"/>
                  </a:lnTo>
                  <a:lnTo>
                    <a:pt x="482346" y="481202"/>
                  </a:lnTo>
                  <a:lnTo>
                    <a:pt x="482346" y="641603"/>
                  </a:lnTo>
                  <a:lnTo>
                    <a:pt x="803148" y="320801"/>
                  </a:lnTo>
                  <a:lnTo>
                    <a:pt x="482346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7045451" y="3627119"/>
              <a:ext cx="803275" cy="641985"/>
            </a:xfrm>
            <a:custGeom>
              <a:avLst/>
              <a:gdLst/>
              <a:ahLst/>
              <a:cxnLst/>
              <a:rect l="l" t="t" r="r" b="b"/>
              <a:pathLst>
                <a:path w="803275" h="641985">
                  <a:moveTo>
                    <a:pt x="0" y="160400"/>
                  </a:moveTo>
                  <a:lnTo>
                    <a:pt x="482346" y="160400"/>
                  </a:lnTo>
                  <a:lnTo>
                    <a:pt x="482346" y="0"/>
                  </a:lnTo>
                  <a:lnTo>
                    <a:pt x="803148" y="320801"/>
                  </a:lnTo>
                  <a:lnTo>
                    <a:pt x="482346" y="641603"/>
                  </a:lnTo>
                  <a:lnTo>
                    <a:pt x="482346" y="481202"/>
                  </a:lnTo>
                  <a:lnTo>
                    <a:pt x="0" y="481202"/>
                  </a:lnTo>
                  <a:lnTo>
                    <a:pt x="0" y="160400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8716038" y="3689868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427408"/>
                  </a:moveTo>
                  <a:lnTo>
                    <a:pt x="1441993" y="213704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lnTo>
                    <a:pt x="1048722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8716038" y="3689868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320556"/>
                  </a:moveTo>
                  <a:lnTo>
                    <a:pt x="1048722" y="427408"/>
                  </a:lnTo>
                  <a:lnTo>
                    <a:pt x="1441993" y="213704"/>
                  </a:lnTo>
                  <a:lnTo>
                    <a:pt x="1382618" y="180312"/>
                  </a:lnTo>
                  <a:lnTo>
                    <a:pt x="1247201" y="106852"/>
                  </a:lnTo>
                  <a:lnTo>
                    <a:pt x="1110862" y="33391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205936" y="3562797"/>
              <a:ext cx="280092" cy="214635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047686" y="3296097"/>
              <a:ext cx="188200" cy="224110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9163520" y="3380900"/>
              <a:ext cx="504825" cy="406400"/>
            </a:xfrm>
            <a:custGeom>
              <a:avLst/>
              <a:gdLst/>
              <a:ahLst/>
              <a:cxnLst/>
              <a:rect l="l" t="t" r="r" b="b"/>
              <a:pathLst>
                <a:path w="504825" h="406400">
                  <a:moveTo>
                    <a:pt x="451327" y="290215"/>
                  </a:moveTo>
                  <a:lnTo>
                    <a:pt x="299473" y="290215"/>
                  </a:lnTo>
                  <a:lnTo>
                    <a:pt x="306345" y="290760"/>
                  </a:lnTo>
                  <a:lnTo>
                    <a:pt x="312775" y="292453"/>
                  </a:lnTo>
                  <a:lnTo>
                    <a:pt x="337143" y="325079"/>
                  </a:lnTo>
                  <a:lnTo>
                    <a:pt x="336996" y="332661"/>
                  </a:lnTo>
                  <a:lnTo>
                    <a:pt x="335259" y="339802"/>
                  </a:lnTo>
                  <a:lnTo>
                    <a:pt x="332110" y="346412"/>
                  </a:lnTo>
                  <a:lnTo>
                    <a:pt x="327725" y="352404"/>
                  </a:lnTo>
                  <a:lnTo>
                    <a:pt x="295706" y="389152"/>
                  </a:lnTo>
                  <a:lnTo>
                    <a:pt x="308891" y="399517"/>
                  </a:lnTo>
                  <a:lnTo>
                    <a:pt x="315483" y="403286"/>
                  </a:lnTo>
                  <a:lnTo>
                    <a:pt x="323017" y="406113"/>
                  </a:lnTo>
                  <a:lnTo>
                    <a:pt x="331492" y="405171"/>
                  </a:lnTo>
                  <a:lnTo>
                    <a:pt x="345795" y="400960"/>
                  </a:lnTo>
                  <a:lnTo>
                    <a:pt x="356919" y="391979"/>
                  </a:lnTo>
                  <a:lnTo>
                    <a:pt x="363806" y="379465"/>
                  </a:lnTo>
                  <a:lnTo>
                    <a:pt x="365395" y="364654"/>
                  </a:lnTo>
                  <a:lnTo>
                    <a:pt x="365395" y="363711"/>
                  </a:lnTo>
                  <a:lnTo>
                    <a:pt x="378013" y="363711"/>
                  </a:lnTo>
                  <a:lnTo>
                    <a:pt x="407126" y="338948"/>
                  </a:lnTo>
                  <a:lnTo>
                    <a:pt x="408715" y="323194"/>
                  </a:lnTo>
                  <a:lnTo>
                    <a:pt x="421333" y="323194"/>
                  </a:lnTo>
                  <a:lnTo>
                    <a:pt x="450446" y="298431"/>
                  </a:lnTo>
                  <a:lnTo>
                    <a:pt x="451125" y="292100"/>
                  </a:lnTo>
                  <a:lnTo>
                    <a:pt x="451226" y="291158"/>
                  </a:lnTo>
                  <a:lnTo>
                    <a:pt x="451327" y="290215"/>
                  </a:lnTo>
                  <a:close/>
                </a:path>
                <a:path w="504825" h="406400">
                  <a:moveTo>
                    <a:pt x="378013" y="363711"/>
                  </a:moveTo>
                  <a:lnTo>
                    <a:pt x="365395" y="363711"/>
                  </a:lnTo>
                  <a:lnTo>
                    <a:pt x="368220" y="364654"/>
                  </a:lnTo>
                  <a:lnTo>
                    <a:pt x="374812" y="364654"/>
                  </a:lnTo>
                  <a:lnTo>
                    <a:pt x="378013" y="363711"/>
                  </a:lnTo>
                  <a:close/>
                </a:path>
                <a:path w="504825" h="406400">
                  <a:moveTo>
                    <a:pt x="421333" y="323194"/>
                  </a:moveTo>
                  <a:lnTo>
                    <a:pt x="408715" y="323194"/>
                  </a:lnTo>
                  <a:lnTo>
                    <a:pt x="411540" y="324137"/>
                  </a:lnTo>
                  <a:lnTo>
                    <a:pt x="418132" y="324137"/>
                  </a:lnTo>
                  <a:lnTo>
                    <a:pt x="421333" y="323194"/>
                  </a:lnTo>
                  <a:close/>
                </a:path>
                <a:path w="504825" h="406400">
                  <a:moveTo>
                    <a:pt x="503559" y="252525"/>
                  </a:moveTo>
                  <a:lnTo>
                    <a:pt x="246736" y="252525"/>
                  </a:lnTo>
                  <a:lnTo>
                    <a:pt x="254328" y="253217"/>
                  </a:lnTo>
                  <a:lnTo>
                    <a:pt x="261568" y="255234"/>
                  </a:lnTo>
                  <a:lnTo>
                    <a:pt x="287626" y="283619"/>
                  </a:lnTo>
                  <a:lnTo>
                    <a:pt x="289114" y="292100"/>
                  </a:lnTo>
                  <a:lnTo>
                    <a:pt x="291939" y="291157"/>
                  </a:lnTo>
                  <a:lnTo>
                    <a:pt x="295706" y="290215"/>
                  </a:lnTo>
                  <a:lnTo>
                    <a:pt x="451327" y="290215"/>
                  </a:lnTo>
                  <a:lnTo>
                    <a:pt x="452013" y="283826"/>
                  </a:lnTo>
                  <a:lnTo>
                    <a:pt x="452035" y="281735"/>
                  </a:lnTo>
                  <a:lnTo>
                    <a:pt x="451093" y="279850"/>
                  </a:lnTo>
                  <a:lnTo>
                    <a:pt x="451093" y="277966"/>
                  </a:lnTo>
                  <a:lnTo>
                    <a:pt x="496297" y="268543"/>
                  </a:lnTo>
                  <a:lnTo>
                    <a:pt x="503357" y="254409"/>
                  </a:lnTo>
                  <a:lnTo>
                    <a:pt x="503458" y="253467"/>
                  </a:lnTo>
                  <a:lnTo>
                    <a:pt x="503559" y="252525"/>
                  </a:lnTo>
                  <a:close/>
                </a:path>
                <a:path w="504825" h="406400">
                  <a:moveTo>
                    <a:pt x="483672" y="277966"/>
                  </a:moveTo>
                  <a:lnTo>
                    <a:pt x="451093" y="277966"/>
                  </a:lnTo>
                  <a:lnTo>
                    <a:pt x="456744" y="280793"/>
                  </a:lnTo>
                  <a:lnTo>
                    <a:pt x="463336" y="282677"/>
                  </a:lnTo>
                  <a:lnTo>
                    <a:pt x="470870" y="281735"/>
                  </a:lnTo>
                  <a:lnTo>
                    <a:pt x="483672" y="277966"/>
                  </a:lnTo>
                  <a:close/>
                </a:path>
                <a:path w="504825" h="406400">
                  <a:moveTo>
                    <a:pt x="485624" y="208239"/>
                  </a:moveTo>
                  <a:lnTo>
                    <a:pt x="187406" y="208239"/>
                  </a:lnTo>
                  <a:lnTo>
                    <a:pt x="195837" y="208945"/>
                  </a:lnTo>
                  <a:lnTo>
                    <a:pt x="204004" y="211065"/>
                  </a:lnTo>
                  <a:lnTo>
                    <a:pt x="233448" y="244722"/>
                  </a:lnTo>
                  <a:lnTo>
                    <a:pt x="234290" y="252525"/>
                  </a:lnTo>
                  <a:lnTo>
                    <a:pt x="234391" y="253467"/>
                  </a:lnTo>
                  <a:lnTo>
                    <a:pt x="234493" y="254409"/>
                  </a:lnTo>
                  <a:lnTo>
                    <a:pt x="238260" y="253467"/>
                  </a:lnTo>
                  <a:lnTo>
                    <a:pt x="242969" y="252525"/>
                  </a:lnTo>
                  <a:lnTo>
                    <a:pt x="503559" y="252525"/>
                  </a:lnTo>
                  <a:lnTo>
                    <a:pt x="504773" y="241218"/>
                  </a:lnTo>
                  <a:lnTo>
                    <a:pt x="504548" y="235564"/>
                  </a:lnTo>
                  <a:lnTo>
                    <a:pt x="504478" y="233798"/>
                  </a:lnTo>
                  <a:lnTo>
                    <a:pt x="502427" y="227113"/>
                  </a:lnTo>
                  <a:lnTo>
                    <a:pt x="498945" y="221077"/>
                  </a:lnTo>
                  <a:lnTo>
                    <a:pt x="494413" y="215777"/>
                  </a:lnTo>
                  <a:lnTo>
                    <a:pt x="485624" y="208239"/>
                  </a:lnTo>
                  <a:close/>
                </a:path>
                <a:path w="504825" h="406400">
                  <a:moveTo>
                    <a:pt x="204473" y="165837"/>
                  </a:moveTo>
                  <a:lnTo>
                    <a:pt x="124309" y="165837"/>
                  </a:lnTo>
                  <a:lnTo>
                    <a:pt x="132741" y="166544"/>
                  </a:lnTo>
                  <a:lnTo>
                    <a:pt x="141035" y="168723"/>
                  </a:lnTo>
                  <a:lnTo>
                    <a:pt x="169954" y="201393"/>
                  </a:lnTo>
                  <a:lnTo>
                    <a:pt x="171396" y="211065"/>
                  </a:lnTo>
                  <a:lnTo>
                    <a:pt x="176105" y="209181"/>
                  </a:lnTo>
                  <a:lnTo>
                    <a:pt x="181755" y="208239"/>
                  </a:lnTo>
                  <a:lnTo>
                    <a:pt x="485624" y="208239"/>
                  </a:lnTo>
                  <a:lnTo>
                    <a:pt x="440577" y="169606"/>
                  </a:lnTo>
                  <a:lnTo>
                    <a:pt x="225076" y="169606"/>
                  </a:lnTo>
                  <a:lnTo>
                    <a:pt x="214702" y="168723"/>
                  </a:lnTo>
                  <a:lnTo>
                    <a:pt x="204946" y="166073"/>
                  </a:lnTo>
                  <a:lnTo>
                    <a:pt x="204473" y="165837"/>
                  </a:lnTo>
                  <a:close/>
                </a:path>
                <a:path w="504825" h="406400">
                  <a:moveTo>
                    <a:pt x="81931" y="0"/>
                  </a:moveTo>
                  <a:lnTo>
                    <a:pt x="0" y="135685"/>
                  </a:lnTo>
                  <a:lnTo>
                    <a:pt x="64038" y="210123"/>
                  </a:lnTo>
                  <a:lnTo>
                    <a:pt x="88523" y="181855"/>
                  </a:lnTo>
                  <a:lnTo>
                    <a:pt x="95704" y="174980"/>
                  </a:lnTo>
                  <a:lnTo>
                    <a:pt x="104297" y="169959"/>
                  </a:lnTo>
                  <a:lnTo>
                    <a:pt x="113950" y="166882"/>
                  </a:lnTo>
                  <a:lnTo>
                    <a:pt x="124309" y="165837"/>
                  </a:lnTo>
                  <a:lnTo>
                    <a:pt x="204473" y="165837"/>
                  </a:lnTo>
                  <a:lnTo>
                    <a:pt x="196073" y="161656"/>
                  </a:lnTo>
                  <a:lnTo>
                    <a:pt x="188348" y="155472"/>
                  </a:lnTo>
                  <a:lnTo>
                    <a:pt x="174751" y="137525"/>
                  </a:lnTo>
                  <a:lnTo>
                    <a:pt x="169277" y="116486"/>
                  </a:lnTo>
                  <a:lnTo>
                    <a:pt x="171926" y="94917"/>
                  </a:lnTo>
                  <a:lnTo>
                    <a:pt x="182697" y="75380"/>
                  </a:lnTo>
                  <a:lnTo>
                    <a:pt x="235808" y="14133"/>
                  </a:lnTo>
                  <a:lnTo>
                    <a:pt x="165393" y="14133"/>
                  </a:lnTo>
                  <a:lnTo>
                    <a:pt x="124500" y="12897"/>
                  </a:lnTo>
                  <a:lnTo>
                    <a:pt x="81931" y="0"/>
                  </a:lnTo>
                  <a:close/>
                </a:path>
                <a:path w="504825" h="406400">
                  <a:moveTo>
                    <a:pt x="332434" y="76323"/>
                  </a:moveTo>
                  <a:lnTo>
                    <a:pt x="267454" y="150761"/>
                  </a:lnTo>
                  <a:lnTo>
                    <a:pt x="229784" y="169606"/>
                  </a:lnTo>
                  <a:lnTo>
                    <a:pt x="440577" y="169606"/>
                  </a:lnTo>
                  <a:lnTo>
                    <a:pt x="342793" y="85745"/>
                  </a:lnTo>
                  <a:lnTo>
                    <a:pt x="332434" y="76323"/>
                  </a:lnTo>
                  <a:close/>
                </a:path>
                <a:path w="504825" h="406400">
                  <a:moveTo>
                    <a:pt x="203636" y="11130"/>
                  </a:moveTo>
                  <a:lnTo>
                    <a:pt x="165393" y="14133"/>
                  </a:lnTo>
                  <a:lnTo>
                    <a:pt x="235808" y="14133"/>
                  </a:lnTo>
                  <a:lnTo>
                    <a:pt x="238260" y="11307"/>
                  </a:lnTo>
                  <a:lnTo>
                    <a:pt x="203636" y="11130"/>
                  </a:lnTo>
                  <a:close/>
                </a:path>
              </a:pathLst>
            </a:custGeom>
            <a:solidFill>
              <a:srgbClr val="A9D18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9163520" y="3380900"/>
              <a:ext cx="504825" cy="406400"/>
            </a:xfrm>
            <a:custGeom>
              <a:avLst/>
              <a:gdLst/>
              <a:ahLst/>
              <a:cxnLst/>
              <a:rect l="l" t="t" r="r" b="b"/>
              <a:pathLst>
                <a:path w="504825" h="406400">
                  <a:moveTo>
                    <a:pt x="494413" y="215777"/>
                  </a:moveTo>
                  <a:lnTo>
                    <a:pt x="342793" y="85745"/>
                  </a:lnTo>
                  <a:lnTo>
                    <a:pt x="332434" y="76323"/>
                  </a:lnTo>
                  <a:lnTo>
                    <a:pt x="267454" y="150761"/>
                  </a:lnTo>
                  <a:lnTo>
                    <a:pt x="259714" y="158343"/>
                  </a:lnTo>
                  <a:lnTo>
                    <a:pt x="250738" y="164070"/>
                  </a:lnTo>
                  <a:lnTo>
                    <a:pt x="240703" y="167854"/>
                  </a:lnTo>
                  <a:lnTo>
                    <a:pt x="229784" y="169606"/>
                  </a:lnTo>
                  <a:lnTo>
                    <a:pt x="227901" y="169606"/>
                  </a:lnTo>
                  <a:lnTo>
                    <a:pt x="226017" y="169606"/>
                  </a:lnTo>
                  <a:lnTo>
                    <a:pt x="225076" y="169606"/>
                  </a:lnTo>
                  <a:lnTo>
                    <a:pt x="188348" y="155472"/>
                  </a:lnTo>
                  <a:lnTo>
                    <a:pt x="169277" y="116486"/>
                  </a:lnTo>
                  <a:lnTo>
                    <a:pt x="171926" y="94917"/>
                  </a:lnTo>
                  <a:lnTo>
                    <a:pt x="182697" y="75380"/>
                  </a:lnTo>
                  <a:lnTo>
                    <a:pt x="238260" y="11307"/>
                  </a:lnTo>
                  <a:lnTo>
                    <a:pt x="203636" y="11130"/>
                  </a:lnTo>
                  <a:lnTo>
                    <a:pt x="165393" y="14133"/>
                  </a:lnTo>
                  <a:lnTo>
                    <a:pt x="124500" y="12897"/>
                  </a:lnTo>
                  <a:lnTo>
                    <a:pt x="81931" y="0"/>
                  </a:lnTo>
                  <a:lnTo>
                    <a:pt x="0" y="135685"/>
                  </a:lnTo>
                  <a:lnTo>
                    <a:pt x="64038" y="210123"/>
                  </a:lnTo>
                  <a:lnTo>
                    <a:pt x="88523" y="181855"/>
                  </a:lnTo>
                  <a:lnTo>
                    <a:pt x="95704" y="174980"/>
                  </a:lnTo>
                  <a:lnTo>
                    <a:pt x="104297" y="169959"/>
                  </a:lnTo>
                  <a:lnTo>
                    <a:pt x="113950" y="166882"/>
                  </a:lnTo>
                  <a:lnTo>
                    <a:pt x="124309" y="165837"/>
                  </a:lnTo>
                  <a:lnTo>
                    <a:pt x="162126" y="184167"/>
                  </a:lnTo>
                  <a:lnTo>
                    <a:pt x="171396" y="211065"/>
                  </a:lnTo>
                  <a:lnTo>
                    <a:pt x="176105" y="209181"/>
                  </a:lnTo>
                  <a:lnTo>
                    <a:pt x="181755" y="208239"/>
                  </a:lnTo>
                  <a:lnTo>
                    <a:pt x="187406" y="208239"/>
                  </a:lnTo>
                  <a:lnTo>
                    <a:pt x="195837" y="208945"/>
                  </a:lnTo>
                  <a:lnTo>
                    <a:pt x="230373" y="235564"/>
                  </a:lnTo>
                  <a:lnTo>
                    <a:pt x="234493" y="254409"/>
                  </a:lnTo>
                  <a:lnTo>
                    <a:pt x="238260" y="253467"/>
                  </a:lnTo>
                  <a:lnTo>
                    <a:pt x="242969" y="252525"/>
                  </a:lnTo>
                  <a:lnTo>
                    <a:pt x="246736" y="252525"/>
                  </a:lnTo>
                  <a:lnTo>
                    <a:pt x="284876" y="276081"/>
                  </a:lnTo>
                  <a:lnTo>
                    <a:pt x="289114" y="292100"/>
                  </a:lnTo>
                  <a:lnTo>
                    <a:pt x="291939" y="291157"/>
                  </a:lnTo>
                  <a:lnTo>
                    <a:pt x="295706" y="290215"/>
                  </a:lnTo>
                  <a:lnTo>
                    <a:pt x="299473" y="290215"/>
                  </a:lnTo>
                  <a:lnTo>
                    <a:pt x="333023" y="311298"/>
                  </a:lnTo>
                  <a:lnTo>
                    <a:pt x="337143" y="325079"/>
                  </a:lnTo>
                  <a:lnTo>
                    <a:pt x="336996" y="332661"/>
                  </a:lnTo>
                  <a:lnTo>
                    <a:pt x="335259" y="339802"/>
                  </a:lnTo>
                  <a:lnTo>
                    <a:pt x="332110" y="346412"/>
                  </a:lnTo>
                  <a:lnTo>
                    <a:pt x="327725" y="352404"/>
                  </a:lnTo>
                  <a:lnTo>
                    <a:pt x="295706" y="389152"/>
                  </a:lnTo>
                  <a:lnTo>
                    <a:pt x="308891" y="399517"/>
                  </a:lnTo>
                  <a:lnTo>
                    <a:pt x="315483" y="403286"/>
                  </a:lnTo>
                  <a:lnTo>
                    <a:pt x="323017" y="406113"/>
                  </a:lnTo>
                  <a:lnTo>
                    <a:pt x="331492" y="405171"/>
                  </a:lnTo>
                  <a:lnTo>
                    <a:pt x="345795" y="400960"/>
                  </a:lnTo>
                  <a:lnTo>
                    <a:pt x="356919" y="391979"/>
                  </a:lnTo>
                  <a:lnTo>
                    <a:pt x="363806" y="379465"/>
                  </a:lnTo>
                  <a:lnTo>
                    <a:pt x="365395" y="364654"/>
                  </a:lnTo>
                  <a:lnTo>
                    <a:pt x="365395" y="363711"/>
                  </a:lnTo>
                  <a:lnTo>
                    <a:pt x="368220" y="364654"/>
                  </a:lnTo>
                  <a:lnTo>
                    <a:pt x="371987" y="364654"/>
                  </a:lnTo>
                  <a:lnTo>
                    <a:pt x="407126" y="338948"/>
                  </a:lnTo>
                  <a:lnTo>
                    <a:pt x="408715" y="324137"/>
                  </a:lnTo>
                  <a:lnTo>
                    <a:pt x="408715" y="323194"/>
                  </a:lnTo>
                  <a:lnTo>
                    <a:pt x="411540" y="324137"/>
                  </a:lnTo>
                  <a:lnTo>
                    <a:pt x="415307" y="324137"/>
                  </a:lnTo>
                  <a:lnTo>
                    <a:pt x="450446" y="298431"/>
                  </a:lnTo>
                  <a:lnTo>
                    <a:pt x="452035" y="283619"/>
                  </a:lnTo>
                  <a:lnTo>
                    <a:pt x="452035" y="281735"/>
                  </a:lnTo>
                  <a:lnTo>
                    <a:pt x="451093" y="279850"/>
                  </a:lnTo>
                  <a:lnTo>
                    <a:pt x="451093" y="277966"/>
                  </a:lnTo>
                  <a:lnTo>
                    <a:pt x="456744" y="280793"/>
                  </a:lnTo>
                  <a:lnTo>
                    <a:pt x="463336" y="282677"/>
                  </a:lnTo>
                  <a:lnTo>
                    <a:pt x="470870" y="281735"/>
                  </a:lnTo>
                  <a:lnTo>
                    <a:pt x="485173" y="277524"/>
                  </a:lnTo>
                  <a:lnTo>
                    <a:pt x="496297" y="268543"/>
                  </a:lnTo>
                  <a:lnTo>
                    <a:pt x="503183" y="256029"/>
                  </a:lnTo>
                  <a:lnTo>
                    <a:pt x="504773" y="241218"/>
                  </a:lnTo>
                  <a:lnTo>
                    <a:pt x="504478" y="233798"/>
                  </a:lnTo>
                  <a:lnTo>
                    <a:pt x="502418" y="227084"/>
                  </a:lnTo>
                  <a:lnTo>
                    <a:pt x="498945" y="221077"/>
                  </a:lnTo>
                  <a:lnTo>
                    <a:pt x="494413" y="215777"/>
                  </a:lnTo>
                  <a:close/>
                </a:path>
              </a:pathLst>
            </a:custGeom>
            <a:ln w="1099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8" name="object 18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76915" y="3296097"/>
              <a:ext cx="188201" cy="224110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9349985" y="3372420"/>
              <a:ext cx="398780" cy="221615"/>
            </a:xfrm>
            <a:custGeom>
              <a:avLst/>
              <a:gdLst/>
              <a:ahLst/>
              <a:cxnLst/>
              <a:rect l="l" t="t" r="r" b="b"/>
              <a:pathLst>
                <a:path w="398779" h="221614">
                  <a:moveTo>
                    <a:pt x="345950" y="57477"/>
                  </a:moveTo>
                  <a:lnTo>
                    <a:pt x="144086" y="57477"/>
                  </a:lnTo>
                  <a:lnTo>
                    <a:pt x="320191" y="209181"/>
                  </a:lnTo>
                  <a:lnTo>
                    <a:pt x="326784" y="215777"/>
                  </a:lnTo>
                  <a:lnTo>
                    <a:pt x="330551" y="221430"/>
                  </a:lnTo>
                  <a:lnTo>
                    <a:pt x="398356" y="143223"/>
                  </a:lnTo>
                  <a:lnTo>
                    <a:pt x="345950" y="57477"/>
                  </a:lnTo>
                  <a:close/>
                </a:path>
                <a:path w="398779" h="221614">
                  <a:moveTo>
                    <a:pt x="115833" y="0"/>
                  </a:moveTo>
                  <a:lnTo>
                    <a:pt x="9417" y="97052"/>
                  </a:lnTo>
                  <a:lnTo>
                    <a:pt x="0" y="124495"/>
                  </a:lnTo>
                  <a:lnTo>
                    <a:pt x="3855" y="138261"/>
                  </a:lnTo>
                  <a:lnTo>
                    <a:pt x="41436" y="159241"/>
                  </a:lnTo>
                  <a:lnTo>
                    <a:pt x="48455" y="157975"/>
                  </a:lnTo>
                  <a:lnTo>
                    <a:pt x="55209" y="155472"/>
                  </a:lnTo>
                  <a:lnTo>
                    <a:pt x="61433" y="151556"/>
                  </a:lnTo>
                  <a:lnTo>
                    <a:pt x="66863" y="146050"/>
                  </a:lnTo>
                  <a:lnTo>
                    <a:pt x="144086" y="57477"/>
                  </a:lnTo>
                  <a:lnTo>
                    <a:pt x="345950" y="57477"/>
                  </a:lnTo>
                  <a:lnTo>
                    <a:pt x="325569" y="24130"/>
                  </a:lnTo>
                  <a:lnTo>
                    <a:pt x="263304" y="24130"/>
                  </a:lnTo>
                  <a:lnTo>
                    <a:pt x="213775" y="21789"/>
                  </a:lnTo>
                  <a:lnTo>
                    <a:pt x="167070" y="11851"/>
                  </a:lnTo>
                  <a:lnTo>
                    <a:pt x="120542" y="942"/>
                  </a:lnTo>
                  <a:lnTo>
                    <a:pt x="119600" y="942"/>
                  </a:lnTo>
                  <a:lnTo>
                    <a:pt x="115833" y="0"/>
                  </a:lnTo>
                  <a:close/>
                </a:path>
                <a:path w="398779" h="221614">
                  <a:moveTo>
                    <a:pt x="318308" y="12249"/>
                  </a:moveTo>
                  <a:lnTo>
                    <a:pt x="263304" y="24130"/>
                  </a:lnTo>
                  <a:lnTo>
                    <a:pt x="325569" y="24130"/>
                  </a:lnTo>
                  <a:lnTo>
                    <a:pt x="318308" y="12249"/>
                  </a:lnTo>
                  <a:close/>
                </a:path>
              </a:pathLst>
            </a:custGeom>
            <a:solidFill>
              <a:srgbClr val="A9D18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9349985" y="3372420"/>
              <a:ext cx="398780" cy="221615"/>
            </a:xfrm>
            <a:custGeom>
              <a:avLst/>
              <a:gdLst/>
              <a:ahLst/>
              <a:cxnLst/>
              <a:rect l="l" t="t" r="r" b="b"/>
              <a:pathLst>
                <a:path w="398779" h="221614">
                  <a:moveTo>
                    <a:pt x="318308" y="12249"/>
                  </a:moveTo>
                  <a:lnTo>
                    <a:pt x="263304" y="24130"/>
                  </a:lnTo>
                  <a:lnTo>
                    <a:pt x="213775" y="21789"/>
                  </a:lnTo>
                  <a:lnTo>
                    <a:pt x="167070" y="11851"/>
                  </a:lnTo>
                  <a:lnTo>
                    <a:pt x="120542" y="942"/>
                  </a:lnTo>
                  <a:lnTo>
                    <a:pt x="119600" y="942"/>
                  </a:lnTo>
                  <a:lnTo>
                    <a:pt x="115833" y="0"/>
                  </a:lnTo>
                  <a:lnTo>
                    <a:pt x="107255" y="191"/>
                  </a:lnTo>
                  <a:lnTo>
                    <a:pt x="98764" y="2237"/>
                  </a:lnTo>
                  <a:lnTo>
                    <a:pt x="9417" y="97052"/>
                  </a:lnTo>
                  <a:lnTo>
                    <a:pt x="0" y="124495"/>
                  </a:lnTo>
                  <a:lnTo>
                    <a:pt x="3855" y="138261"/>
                  </a:lnTo>
                  <a:lnTo>
                    <a:pt x="41436" y="159241"/>
                  </a:lnTo>
                  <a:lnTo>
                    <a:pt x="48455" y="157975"/>
                  </a:lnTo>
                  <a:lnTo>
                    <a:pt x="55209" y="155472"/>
                  </a:lnTo>
                  <a:lnTo>
                    <a:pt x="61433" y="151556"/>
                  </a:lnTo>
                  <a:lnTo>
                    <a:pt x="66863" y="146050"/>
                  </a:lnTo>
                  <a:lnTo>
                    <a:pt x="78929" y="132210"/>
                  </a:lnTo>
                  <a:lnTo>
                    <a:pt x="105474" y="101763"/>
                  </a:lnTo>
                  <a:lnTo>
                    <a:pt x="132020" y="71317"/>
                  </a:lnTo>
                  <a:lnTo>
                    <a:pt x="144086" y="57477"/>
                  </a:lnTo>
                  <a:lnTo>
                    <a:pt x="320191" y="209181"/>
                  </a:lnTo>
                  <a:lnTo>
                    <a:pt x="324900" y="213892"/>
                  </a:lnTo>
                  <a:lnTo>
                    <a:pt x="326784" y="215777"/>
                  </a:lnTo>
                  <a:lnTo>
                    <a:pt x="330551" y="221430"/>
                  </a:lnTo>
                  <a:lnTo>
                    <a:pt x="398356" y="143223"/>
                  </a:lnTo>
                  <a:lnTo>
                    <a:pt x="318308" y="12249"/>
                  </a:lnTo>
                  <a:close/>
                </a:path>
              </a:pathLst>
            </a:custGeom>
            <a:ln w="10991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1" name="object 21"/>
          <p:cNvSpPr/>
          <p:nvPr/>
        </p:nvSpPr>
        <p:spPr>
          <a:xfrm>
            <a:off x="7116167" y="2001122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2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7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5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3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3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8157451" y="2733653"/>
            <a:ext cx="146685" cy="146685"/>
          </a:xfrm>
          <a:custGeom>
            <a:avLst/>
            <a:gdLst/>
            <a:ahLst/>
            <a:cxnLst/>
            <a:rect l="l" t="t" r="r" b="b"/>
            <a:pathLst>
              <a:path w="146684" h="146685">
                <a:moveTo>
                  <a:pt x="146096" y="0"/>
                </a:moveTo>
                <a:lnTo>
                  <a:pt x="0" y="0"/>
                </a:lnTo>
                <a:lnTo>
                  <a:pt x="0" y="146176"/>
                </a:lnTo>
                <a:lnTo>
                  <a:pt x="146096" y="146176"/>
                </a:lnTo>
                <a:lnTo>
                  <a:pt x="146096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10431499" y="3448672"/>
            <a:ext cx="915035" cy="619125"/>
            <a:chOff x="10431499" y="3448672"/>
            <a:chExt cx="915035" cy="619125"/>
          </a:xfrm>
        </p:grpSpPr>
        <p:sp>
          <p:nvSpPr>
            <p:cNvPr id="24" name="object 24"/>
            <p:cNvSpPr/>
            <p:nvPr/>
          </p:nvSpPr>
          <p:spPr>
            <a:xfrm>
              <a:off x="10431499" y="3448672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32912" y="4247"/>
                  </a:lnTo>
                  <a:lnTo>
                    <a:pt x="15804" y="15813"/>
                  </a:lnTo>
                  <a:lnTo>
                    <a:pt x="4245" y="32930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10720635" y="3588352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5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3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8" y="85853"/>
                  </a:lnTo>
                  <a:lnTo>
                    <a:pt x="145961" y="72341"/>
                  </a:lnTo>
                  <a:lnTo>
                    <a:pt x="170476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8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3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6" y="67379"/>
                  </a:lnTo>
                  <a:lnTo>
                    <a:pt x="195020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3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6" name="object 26"/>
          <p:cNvSpPr/>
          <p:nvPr/>
        </p:nvSpPr>
        <p:spPr>
          <a:xfrm>
            <a:off x="10270089" y="4121586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53803" y="80749"/>
                </a:lnTo>
                <a:lnTo>
                  <a:pt x="1183677" y="80749"/>
                </a:lnTo>
                <a:lnTo>
                  <a:pt x="1204568" y="76501"/>
                </a:lnTo>
                <a:lnTo>
                  <a:pt x="1221676" y="64936"/>
                </a:lnTo>
                <a:lnTo>
                  <a:pt x="1233235" y="47818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7.</a:t>
            </a:r>
            <a:r>
              <a:rPr spc="-204" dirty="0"/>
              <a:t> </a:t>
            </a:r>
            <a:r>
              <a:rPr spc="-45" dirty="0"/>
              <a:t>Sending</a:t>
            </a:r>
            <a:r>
              <a:rPr spc="-195" dirty="0"/>
              <a:t> </a:t>
            </a:r>
            <a:r>
              <a:rPr spc="-50" dirty="0"/>
              <a:t>Data</a:t>
            </a:r>
            <a:r>
              <a:rPr spc="-200" dirty="0"/>
              <a:t> </a:t>
            </a:r>
            <a:r>
              <a:rPr spc="-35" dirty="0"/>
              <a:t>Over</a:t>
            </a:r>
            <a:r>
              <a:rPr spc="-215" dirty="0"/>
              <a:t> </a:t>
            </a:r>
            <a:r>
              <a:rPr spc="-25" dirty="0"/>
              <a:t>Bluetooth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219961"/>
            <a:ext cx="5680710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Now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paired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device,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it’s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time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finish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up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CTF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2509520"/>
            <a:ext cx="5616575" cy="104965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up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accept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text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over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9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service’s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RFCOMM</a:t>
            </a:r>
            <a:r>
              <a:rPr kumimoji="0" sz="24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channel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4154224"/>
            <a:ext cx="5797550" cy="1646555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There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two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flags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find: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03530" marR="0" lvl="0" indent="-181610" defTabSz="914400" eaLnBrk="1" fontAlgn="auto" latinLnBrk="0" hangingPunct="1">
              <a:lnSpc>
                <a:spcPts val="2280"/>
              </a:lnSpc>
              <a:spcBef>
                <a:spcPts val="18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03530" algn="l"/>
              </a:tabLst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0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one</a:t>
            </a:r>
            <a:r>
              <a:rPr kumimoji="0" sz="20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hidden</a:t>
            </a:r>
            <a:r>
              <a:rPr kumimoji="0" sz="20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0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0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see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04800" marR="0" lvl="0" indent="0" defTabSz="91440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0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tools</a:t>
            </a:r>
            <a:r>
              <a:rPr kumimoji="0" sz="20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you’ve</a:t>
            </a:r>
            <a:r>
              <a:rPr kumimoji="0" sz="20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learned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03530" marR="290830" lvl="0" indent="-181610" defTabSz="914400" eaLnBrk="1" fontAlgn="auto" latinLnBrk="0" hangingPunct="1">
              <a:lnSpc>
                <a:spcPts val="2160"/>
              </a:lnSpc>
              <a:spcBef>
                <a:spcPts val="63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04800" algn="l"/>
              </a:tabLst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0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second</a:t>
            </a:r>
            <a:r>
              <a:rPr kumimoji="0" sz="20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will</a:t>
            </a:r>
            <a:r>
              <a:rPr kumimoji="0" sz="20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0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revealed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when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successfully 	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send</a:t>
            </a:r>
            <a:r>
              <a:rPr kumimoji="0" sz="20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0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key</a:t>
            </a:r>
            <a:r>
              <a:rPr kumimoji="0" sz="20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0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0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227569" y="2364498"/>
            <a:ext cx="2310130" cy="1743075"/>
            <a:chOff x="6227569" y="2364498"/>
            <a:chExt cx="2310130" cy="1743075"/>
          </a:xfrm>
        </p:grpSpPr>
        <p:sp>
          <p:nvSpPr>
            <p:cNvPr id="7" name="object 7"/>
            <p:cNvSpPr/>
            <p:nvPr/>
          </p:nvSpPr>
          <p:spPr>
            <a:xfrm>
              <a:off x="7894320" y="2798063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4"/>
                  </a:lnTo>
                  <a:lnTo>
                    <a:pt x="90297" y="180594"/>
                  </a:lnTo>
                  <a:lnTo>
                    <a:pt x="90297" y="679703"/>
                  </a:lnTo>
                  <a:lnTo>
                    <a:pt x="270890" y="679703"/>
                  </a:lnTo>
                  <a:lnTo>
                    <a:pt x="270890" y="180594"/>
                  </a:lnTo>
                  <a:lnTo>
                    <a:pt x="361187" y="180594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894320" y="2798063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3"/>
                  </a:moveTo>
                  <a:lnTo>
                    <a:pt x="90297" y="180594"/>
                  </a:lnTo>
                  <a:lnTo>
                    <a:pt x="0" y="180594"/>
                  </a:lnTo>
                  <a:lnTo>
                    <a:pt x="180594" y="0"/>
                  </a:lnTo>
                  <a:lnTo>
                    <a:pt x="361187" y="180594"/>
                  </a:lnTo>
                  <a:lnTo>
                    <a:pt x="270890" y="180594"/>
                  </a:lnTo>
                  <a:lnTo>
                    <a:pt x="270890" y="679703"/>
                  </a:lnTo>
                  <a:lnTo>
                    <a:pt x="90297" y="679703"/>
                  </a:lnTo>
                  <a:close/>
                </a:path>
              </a:pathLst>
            </a:custGeom>
            <a:ln w="12699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856944" y="2364511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44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44" y="337324"/>
                  </a:lnTo>
                  <a:lnTo>
                    <a:pt x="39344" y="314833"/>
                  </a:lnTo>
                  <a:close/>
                </a:path>
                <a:path w="427354" h="427355">
                  <a:moveTo>
                    <a:pt x="39344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44" y="292341"/>
                  </a:lnTo>
                  <a:lnTo>
                    <a:pt x="39344" y="269862"/>
                  </a:lnTo>
                  <a:close/>
                </a:path>
                <a:path w="427354" h="427355">
                  <a:moveTo>
                    <a:pt x="39344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44" y="247370"/>
                  </a:lnTo>
                  <a:lnTo>
                    <a:pt x="39344" y="224878"/>
                  </a:lnTo>
                  <a:close/>
                </a:path>
                <a:path w="427354" h="427355">
                  <a:moveTo>
                    <a:pt x="39344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44" y="202387"/>
                  </a:lnTo>
                  <a:lnTo>
                    <a:pt x="39344" y="179908"/>
                  </a:lnTo>
                  <a:close/>
                </a:path>
                <a:path w="427354" h="427355">
                  <a:moveTo>
                    <a:pt x="39344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44" y="157416"/>
                  </a:lnTo>
                  <a:lnTo>
                    <a:pt x="39344" y="134924"/>
                  </a:lnTo>
                  <a:close/>
                </a:path>
                <a:path w="427354" h="427355">
                  <a:moveTo>
                    <a:pt x="39344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44" y="112433"/>
                  </a:lnTo>
                  <a:lnTo>
                    <a:pt x="39344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16" y="0"/>
                  </a:lnTo>
                  <a:lnTo>
                    <a:pt x="89916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603299" y="3436772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609282" y="233680"/>
                  </a:moveTo>
                  <a:lnTo>
                    <a:pt x="607644" y="223520"/>
                  </a:lnTo>
                  <a:lnTo>
                    <a:pt x="602043" y="188722"/>
                  </a:lnTo>
                  <a:lnTo>
                    <a:pt x="586232" y="158153"/>
                  </a:lnTo>
                  <a:lnTo>
                    <a:pt x="586232" y="223520"/>
                  </a:lnTo>
                  <a:lnTo>
                    <a:pt x="586232" y="243840"/>
                  </a:lnTo>
                  <a:lnTo>
                    <a:pt x="576859" y="281216"/>
                  </a:lnTo>
                  <a:lnTo>
                    <a:pt x="556666" y="312966"/>
                  </a:lnTo>
                  <a:lnTo>
                    <a:pt x="527634" y="336867"/>
                  </a:lnTo>
                  <a:lnTo>
                    <a:pt x="491693" y="350735"/>
                  </a:lnTo>
                  <a:lnTo>
                    <a:pt x="503885" y="336410"/>
                  </a:lnTo>
                  <a:lnTo>
                    <a:pt x="511390" y="327583"/>
                  </a:lnTo>
                  <a:lnTo>
                    <a:pt x="526910" y="301675"/>
                  </a:lnTo>
                  <a:lnTo>
                    <a:pt x="537921" y="273697"/>
                  </a:lnTo>
                  <a:lnTo>
                    <a:pt x="538835" y="269557"/>
                  </a:lnTo>
                  <a:lnTo>
                    <a:pt x="544296" y="243840"/>
                  </a:lnTo>
                  <a:lnTo>
                    <a:pt x="586232" y="243840"/>
                  </a:lnTo>
                  <a:lnTo>
                    <a:pt x="586232" y="223520"/>
                  </a:lnTo>
                  <a:lnTo>
                    <a:pt x="544296" y="223520"/>
                  </a:lnTo>
                  <a:lnTo>
                    <a:pt x="537972" y="193852"/>
                  </a:lnTo>
                  <a:lnTo>
                    <a:pt x="526961" y="165811"/>
                  </a:lnTo>
                  <a:lnTo>
                    <a:pt x="523887" y="160655"/>
                  </a:lnTo>
                  <a:lnTo>
                    <a:pt x="523887" y="223520"/>
                  </a:lnTo>
                  <a:lnTo>
                    <a:pt x="523887" y="243840"/>
                  </a:lnTo>
                  <a:lnTo>
                    <a:pt x="517969" y="269151"/>
                  </a:lnTo>
                  <a:lnTo>
                    <a:pt x="517880" y="269557"/>
                  </a:lnTo>
                  <a:lnTo>
                    <a:pt x="507961" y="293839"/>
                  </a:lnTo>
                  <a:lnTo>
                    <a:pt x="494347" y="316268"/>
                  </a:lnTo>
                  <a:lnTo>
                    <a:pt x="477278" y="336410"/>
                  </a:lnTo>
                  <a:lnTo>
                    <a:pt x="477278" y="335292"/>
                  </a:lnTo>
                  <a:lnTo>
                    <a:pt x="477278" y="243840"/>
                  </a:lnTo>
                  <a:lnTo>
                    <a:pt x="523887" y="243840"/>
                  </a:lnTo>
                  <a:lnTo>
                    <a:pt x="523887" y="223520"/>
                  </a:lnTo>
                  <a:lnTo>
                    <a:pt x="477278" y="223520"/>
                  </a:lnTo>
                  <a:lnTo>
                    <a:pt x="477278" y="132080"/>
                  </a:lnTo>
                  <a:lnTo>
                    <a:pt x="477278" y="130860"/>
                  </a:lnTo>
                  <a:lnTo>
                    <a:pt x="494360" y="151015"/>
                  </a:lnTo>
                  <a:lnTo>
                    <a:pt x="507974" y="173469"/>
                  </a:lnTo>
                  <a:lnTo>
                    <a:pt x="517893" y="197789"/>
                  </a:lnTo>
                  <a:lnTo>
                    <a:pt x="523887" y="223520"/>
                  </a:lnTo>
                  <a:lnTo>
                    <a:pt x="523887" y="160655"/>
                  </a:lnTo>
                  <a:lnTo>
                    <a:pt x="511556" y="139915"/>
                  </a:lnTo>
                  <a:lnTo>
                    <a:pt x="503910" y="130860"/>
                  </a:lnTo>
                  <a:lnTo>
                    <a:pt x="491998" y="116738"/>
                  </a:lnTo>
                  <a:lnTo>
                    <a:pt x="527824" y="130644"/>
                  </a:lnTo>
                  <a:lnTo>
                    <a:pt x="556768" y="154546"/>
                  </a:lnTo>
                  <a:lnTo>
                    <a:pt x="576872" y="186232"/>
                  </a:lnTo>
                  <a:lnTo>
                    <a:pt x="586232" y="223520"/>
                  </a:lnTo>
                  <a:lnTo>
                    <a:pt x="586232" y="158153"/>
                  </a:lnTo>
                  <a:lnTo>
                    <a:pt x="581850" y="149682"/>
                  </a:lnTo>
                  <a:lnTo>
                    <a:pt x="551078" y="118884"/>
                  </a:lnTo>
                  <a:lnTo>
                    <a:pt x="546938" y="116738"/>
                  </a:lnTo>
                  <a:lnTo>
                    <a:pt x="546150" y="116332"/>
                  </a:lnTo>
                  <a:lnTo>
                    <a:pt x="512051" y="98691"/>
                  </a:lnTo>
                  <a:lnTo>
                    <a:pt x="467118" y="91440"/>
                  </a:lnTo>
                  <a:lnTo>
                    <a:pt x="456971" y="93078"/>
                  </a:lnTo>
                  <a:lnTo>
                    <a:pt x="456971" y="132080"/>
                  </a:lnTo>
                  <a:lnTo>
                    <a:pt x="456971" y="223520"/>
                  </a:lnTo>
                  <a:lnTo>
                    <a:pt x="456971" y="243840"/>
                  </a:lnTo>
                  <a:lnTo>
                    <a:pt x="456971" y="335292"/>
                  </a:lnTo>
                  <a:lnTo>
                    <a:pt x="444373" y="320065"/>
                  </a:lnTo>
                  <a:lnTo>
                    <a:pt x="444373" y="351142"/>
                  </a:lnTo>
                  <a:lnTo>
                    <a:pt x="407822" y="337566"/>
                  </a:lnTo>
                  <a:lnTo>
                    <a:pt x="378218" y="313651"/>
                  </a:lnTo>
                  <a:lnTo>
                    <a:pt x="357606" y="281660"/>
                  </a:lnTo>
                  <a:lnTo>
                    <a:pt x="348005" y="243840"/>
                  </a:lnTo>
                  <a:lnTo>
                    <a:pt x="391464" y="243840"/>
                  </a:lnTo>
                  <a:lnTo>
                    <a:pt x="397852" y="273697"/>
                  </a:lnTo>
                  <a:lnTo>
                    <a:pt x="408889" y="301675"/>
                  </a:lnTo>
                  <a:lnTo>
                    <a:pt x="408978" y="301904"/>
                  </a:lnTo>
                  <a:lnTo>
                    <a:pt x="424573" y="327901"/>
                  </a:lnTo>
                  <a:lnTo>
                    <a:pt x="444373" y="351142"/>
                  </a:lnTo>
                  <a:lnTo>
                    <a:pt x="444373" y="320065"/>
                  </a:lnTo>
                  <a:lnTo>
                    <a:pt x="440423" y="315290"/>
                  </a:lnTo>
                  <a:lnTo>
                    <a:pt x="427253" y="293103"/>
                  </a:lnTo>
                  <a:lnTo>
                    <a:pt x="417664" y="269151"/>
                  </a:lnTo>
                  <a:lnTo>
                    <a:pt x="411873" y="243840"/>
                  </a:lnTo>
                  <a:lnTo>
                    <a:pt x="456971" y="243840"/>
                  </a:lnTo>
                  <a:lnTo>
                    <a:pt x="456971" y="223520"/>
                  </a:lnTo>
                  <a:lnTo>
                    <a:pt x="411873" y="223520"/>
                  </a:lnTo>
                  <a:lnTo>
                    <a:pt x="417639" y="198208"/>
                  </a:lnTo>
                  <a:lnTo>
                    <a:pt x="427215" y="174244"/>
                  </a:lnTo>
                  <a:lnTo>
                    <a:pt x="440397" y="152057"/>
                  </a:lnTo>
                  <a:lnTo>
                    <a:pt x="456971" y="132080"/>
                  </a:lnTo>
                  <a:lnTo>
                    <a:pt x="456971" y="93078"/>
                  </a:lnTo>
                  <a:lnTo>
                    <a:pt x="444169" y="95148"/>
                  </a:lnTo>
                  <a:lnTo>
                    <a:pt x="444169" y="116332"/>
                  </a:lnTo>
                  <a:lnTo>
                    <a:pt x="424459" y="139573"/>
                  </a:lnTo>
                  <a:lnTo>
                    <a:pt x="408914" y="165544"/>
                  </a:lnTo>
                  <a:lnTo>
                    <a:pt x="397827" y="193713"/>
                  </a:lnTo>
                  <a:lnTo>
                    <a:pt x="391464" y="223520"/>
                  </a:lnTo>
                  <a:lnTo>
                    <a:pt x="348005" y="223520"/>
                  </a:lnTo>
                  <a:lnTo>
                    <a:pt x="357441" y="186232"/>
                  </a:lnTo>
                  <a:lnTo>
                    <a:pt x="378129" y="153797"/>
                  </a:lnTo>
                  <a:lnTo>
                    <a:pt x="444169" y="116332"/>
                  </a:lnTo>
                  <a:lnTo>
                    <a:pt x="444169" y="95148"/>
                  </a:lnTo>
                  <a:lnTo>
                    <a:pt x="383159" y="118884"/>
                  </a:lnTo>
                  <a:lnTo>
                    <a:pt x="352386" y="149682"/>
                  </a:lnTo>
                  <a:lnTo>
                    <a:pt x="332206" y="188722"/>
                  </a:lnTo>
                  <a:lnTo>
                    <a:pt x="324954" y="233680"/>
                  </a:lnTo>
                  <a:lnTo>
                    <a:pt x="332206" y="278638"/>
                  </a:lnTo>
                  <a:lnTo>
                    <a:pt x="352386" y="317690"/>
                  </a:lnTo>
                  <a:lnTo>
                    <a:pt x="383159" y="348488"/>
                  </a:lnTo>
                  <a:lnTo>
                    <a:pt x="422186" y="368681"/>
                  </a:lnTo>
                  <a:lnTo>
                    <a:pt x="467118" y="375932"/>
                  </a:lnTo>
                  <a:lnTo>
                    <a:pt x="512051" y="368681"/>
                  </a:lnTo>
                  <a:lnTo>
                    <a:pt x="545947" y="351142"/>
                  </a:lnTo>
                  <a:lnTo>
                    <a:pt x="546735" y="350735"/>
                  </a:lnTo>
                  <a:lnTo>
                    <a:pt x="551078" y="348488"/>
                  </a:lnTo>
                  <a:lnTo>
                    <a:pt x="581850" y="317690"/>
                  </a:lnTo>
                  <a:lnTo>
                    <a:pt x="602043" y="278638"/>
                  </a:lnTo>
                  <a:lnTo>
                    <a:pt x="607644" y="243840"/>
                  </a:lnTo>
                  <a:lnTo>
                    <a:pt x="609282" y="233680"/>
                  </a:lnTo>
                  <a:close/>
                </a:path>
                <a:path w="934720" h="569595">
                  <a:moveTo>
                    <a:pt x="812380" y="40640"/>
                  </a:moveTo>
                  <a:lnTo>
                    <a:pt x="809193" y="24815"/>
                  </a:lnTo>
                  <a:lnTo>
                    <a:pt x="800481" y="11899"/>
                  </a:lnTo>
                  <a:lnTo>
                    <a:pt x="787577" y="3187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659" y="3187"/>
                  </a:lnTo>
                  <a:lnTo>
                    <a:pt x="133756" y="11899"/>
                  </a:lnTo>
                  <a:lnTo>
                    <a:pt x="125044" y="24815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396" y="523443"/>
                  </a:lnTo>
                  <a:lnTo>
                    <a:pt x="524421" y="527989"/>
                  </a:lnTo>
                  <a:lnTo>
                    <a:pt x="411086" y="528675"/>
                  </a:lnTo>
                  <a:lnTo>
                    <a:pt x="406539" y="524700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187" y="544156"/>
                  </a:lnTo>
                  <a:lnTo>
                    <a:pt x="11899" y="557072"/>
                  </a:lnTo>
                  <a:lnTo>
                    <a:pt x="24803" y="565785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434" y="565785"/>
                  </a:lnTo>
                  <a:lnTo>
                    <a:pt x="922337" y="557072"/>
                  </a:lnTo>
                  <a:lnTo>
                    <a:pt x="931049" y="544156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227559" y="3335159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01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657" y="99707"/>
                  </a:lnTo>
                  <a:lnTo>
                    <a:pt x="180759" y="99580"/>
                  </a:lnTo>
                  <a:lnTo>
                    <a:pt x="211289" y="74930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885432" y="3398519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480822" y="0"/>
                  </a:moveTo>
                  <a:lnTo>
                    <a:pt x="480822" y="160400"/>
                  </a:lnTo>
                  <a:lnTo>
                    <a:pt x="0" y="160400"/>
                  </a:lnTo>
                  <a:lnTo>
                    <a:pt x="0" y="481202"/>
                  </a:lnTo>
                  <a:lnTo>
                    <a:pt x="480822" y="481202"/>
                  </a:lnTo>
                  <a:lnTo>
                    <a:pt x="480822" y="641603"/>
                  </a:lnTo>
                  <a:lnTo>
                    <a:pt x="801624" y="320801"/>
                  </a:lnTo>
                  <a:lnTo>
                    <a:pt x="480822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885432" y="3398519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0" y="160400"/>
                  </a:moveTo>
                  <a:lnTo>
                    <a:pt x="480822" y="160400"/>
                  </a:lnTo>
                  <a:lnTo>
                    <a:pt x="480822" y="0"/>
                  </a:lnTo>
                  <a:lnTo>
                    <a:pt x="801624" y="320801"/>
                  </a:lnTo>
                  <a:lnTo>
                    <a:pt x="480822" y="641603"/>
                  </a:lnTo>
                  <a:lnTo>
                    <a:pt x="480822" y="481202"/>
                  </a:lnTo>
                  <a:lnTo>
                    <a:pt x="0" y="481202"/>
                  </a:lnTo>
                  <a:lnTo>
                    <a:pt x="0" y="160400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4" name="object 14"/>
          <p:cNvSpPr/>
          <p:nvPr/>
        </p:nvSpPr>
        <p:spPr>
          <a:xfrm>
            <a:off x="6956147" y="1772522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0269955" y="3220072"/>
            <a:ext cx="915035" cy="619125"/>
            <a:chOff x="10269955" y="3220072"/>
            <a:chExt cx="915035" cy="619125"/>
          </a:xfrm>
        </p:grpSpPr>
        <p:sp>
          <p:nvSpPr>
            <p:cNvPr id="16" name="object 16"/>
            <p:cNvSpPr/>
            <p:nvPr/>
          </p:nvSpPr>
          <p:spPr>
            <a:xfrm>
              <a:off x="10269955" y="3220072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32912" y="4247"/>
                  </a:lnTo>
                  <a:lnTo>
                    <a:pt x="15804" y="15813"/>
                  </a:lnTo>
                  <a:lnTo>
                    <a:pt x="4245" y="32930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10560614" y="3359753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7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8" name="object 18"/>
          <p:cNvSpPr/>
          <p:nvPr/>
        </p:nvSpPr>
        <p:spPr>
          <a:xfrm>
            <a:off x="10108545" y="3892986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53803" y="80749"/>
                </a:lnTo>
                <a:lnTo>
                  <a:pt x="1183677" y="80749"/>
                </a:lnTo>
                <a:lnTo>
                  <a:pt x="1204568" y="76501"/>
                </a:lnTo>
                <a:lnTo>
                  <a:pt x="1221676" y="64936"/>
                </a:lnTo>
                <a:lnTo>
                  <a:pt x="1233235" y="47818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9009943" y="3102447"/>
            <a:ext cx="616585" cy="455295"/>
          </a:xfrm>
          <a:custGeom>
            <a:avLst/>
            <a:gdLst/>
            <a:ahLst/>
            <a:cxnLst/>
            <a:rect l="l" t="t" r="r" b="b"/>
            <a:pathLst>
              <a:path w="616584" h="455295">
                <a:moveTo>
                  <a:pt x="396116" y="0"/>
                </a:moveTo>
                <a:lnTo>
                  <a:pt x="396116" y="107951"/>
                </a:lnTo>
                <a:lnTo>
                  <a:pt x="191495" y="163468"/>
                </a:lnTo>
                <a:lnTo>
                  <a:pt x="71189" y="282600"/>
                </a:lnTo>
                <a:lnTo>
                  <a:pt x="14317" y="401153"/>
                </a:lnTo>
                <a:lnTo>
                  <a:pt x="0" y="454936"/>
                </a:lnTo>
                <a:lnTo>
                  <a:pt x="23854" y="426346"/>
                </a:lnTo>
                <a:lnTo>
                  <a:pt x="96620" y="363274"/>
                </a:lnTo>
                <a:lnTo>
                  <a:pt x="220106" y="299768"/>
                </a:lnTo>
                <a:lnTo>
                  <a:pt x="396116" y="269877"/>
                </a:lnTo>
                <a:lnTo>
                  <a:pt x="396116" y="370117"/>
                </a:lnTo>
                <a:lnTo>
                  <a:pt x="616523" y="185058"/>
                </a:lnTo>
                <a:lnTo>
                  <a:pt x="39611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9007480" y="3736768"/>
            <a:ext cx="616585" cy="455930"/>
          </a:xfrm>
          <a:custGeom>
            <a:avLst/>
            <a:gdLst/>
            <a:ahLst/>
            <a:cxnLst/>
            <a:rect l="l" t="t" r="r" b="b"/>
            <a:pathLst>
              <a:path w="616584" h="455929">
                <a:moveTo>
                  <a:pt x="220407" y="455864"/>
                </a:moveTo>
                <a:lnTo>
                  <a:pt x="220407" y="347693"/>
                </a:lnTo>
                <a:lnTo>
                  <a:pt x="425028" y="292062"/>
                </a:lnTo>
                <a:lnTo>
                  <a:pt x="545334" y="172687"/>
                </a:lnTo>
                <a:lnTo>
                  <a:pt x="602206" y="53892"/>
                </a:lnTo>
                <a:lnTo>
                  <a:pt x="616523" y="0"/>
                </a:lnTo>
                <a:lnTo>
                  <a:pt x="592669" y="28648"/>
                </a:lnTo>
                <a:lnTo>
                  <a:pt x="519902" y="91849"/>
                </a:lnTo>
                <a:lnTo>
                  <a:pt x="396417" y="155484"/>
                </a:lnTo>
                <a:lnTo>
                  <a:pt x="220407" y="185436"/>
                </a:lnTo>
                <a:lnTo>
                  <a:pt x="220407" y="84991"/>
                </a:lnTo>
                <a:lnTo>
                  <a:pt x="0" y="270428"/>
                </a:lnTo>
                <a:lnTo>
                  <a:pt x="220407" y="45586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654795" y="2686811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29845" rIns="0" bIns="0" rtlCol="0">
            <a:spAutoFit/>
          </a:bodyPr>
          <a:lstStyle/>
          <a:p>
            <a:pPr marL="344170" marR="0" lvl="0" indent="0" defTabSz="914400" eaLnBrk="1" fontAlgn="auto" latinLnBrk="0" hangingPunct="1">
              <a:lnSpc>
                <a:spcPct val="100000"/>
              </a:lnSpc>
              <a:spcBef>
                <a:spcPts val="2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Key</a:t>
            </a:r>
            <a:r>
              <a:rPr kumimoji="0" sz="18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800" b="0" i="0" u="none" strike="noStrike" kern="0" cap="none" spc="-5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1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654795" y="4280915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114" rIns="0" bIns="0" rtlCol="0">
            <a:spAutoFit/>
          </a:bodyPr>
          <a:lstStyle/>
          <a:p>
            <a:pPr marL="344170" marR="0" lvl="0" indent="0" defTabSz="914400" eaLnBrk="1" fontAlgn="auto" latinLnBrk="0" hangingPunct="1">
              <a:lnSpc>
                <a:spcPct val="100000"/>
              </a:lnSpc>
              <a:spcBef>
                <a:spcPts val="24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Key</a:t>
            </a:r>
            <a:r>
              <a:rPr kumimoji="0" sz="18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800" b="0" i="0" u="none" strike="noStrike" kern="0" cap="none" spc="-5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2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7.</a:t>
            </a:r>
            <a:r>
              <a:rPr spc="-204" dirty="0"/>
              <a:t> </a:t>
            </a:r>
            <a:r>
              <a:rPr spc="-45" dirty="0"/>
              <a:t>Sending</a:t>
            </a:r>
            <a:r>
              <a:rPr spc="-195" dirty="0"/>
              <a:t> </a:t>
            </a:r>
            <a:r>
              <a:rPr spc="-50" dirty="0"/>
              <a:t>Data</a:t>
            </a:r>
            <a:r>
              <a:rPr spc="-200" dirty="0"/>
              <a:t> </a:t>
            </a:r>
            <a:r>
              <a:rPr spc="-35" dirty="0"/>
              <a:t>Over</a:t>
            </a:r>
            <a:r>
              <a:rPr spc="-215" dirty="0"/>
              <a:t> </a:t>
            </a:r>
            <a:r>
              <a:rPr spc="-25" dirty="0"/>
              <a:t>Bluetooth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-12700" y="1661616"/>
            <a:ext cx="6062345" cy="2503170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04139" marR="5080" lvl="0" indent="0" defTabSz="914400" eaLnBrk="1" fontAlgn="auto" latinLnBrk="0" hangingPunct="1">
              <a:lnSpc>
                <a:spcPct val="80000"/>
              </a:lnSpc>
              <a:spcBef>
                <a:spcPts val="6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Sending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over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very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hard,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but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 developed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custom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helper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script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make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easier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956944" lvl="0" indent="0" defTabSz="914400" eaLnBrk="1" fontAlgn="auto" latinLnBrk="0" hangingPunct="1">
              <a:lnSpc>
                <a:spcPct val="80000"/>
              </a:lnSpc>
              <a:spcBef>
                <a:spcPts val="13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~/Training_Scripts/2CHVBT_Helper.py</a:t>
            </a:r>
            <a:r>
              <a:rPr kumimoji="0" sz="2400" b="0" i="0" u="none" strike="noStrike" kern="0" cap="none" spc="114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(or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something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like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that)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04139" marR="549910" lvl="0" indent="0" defTabSz="914400" eaLnBrk="1" fontAlgn="auto" latinLnBrk="0" hangingPunct="1">
              <a:lnSpc>
                <a:spcPts val="2300"/>
              </a:lnSpc>
              <a:spcBef>
                <a:spcPts val="139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Find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key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hidden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read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–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following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clues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left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4713173"/>
            <a:ext cx="5975350" cy="97726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80000"/>
              </a:lnSpc>
              <a:spcBef>
                <a:spcPts val="6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Once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you’ve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found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it,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follow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Lab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Manual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helper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script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find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second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key!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227569" y="2364498"/>
            <a:ext cx="2310130" cy="1743075"/>
            <a:chOff x="6227569" y="2364498"/>
            <a:chExt cx="2310130" cy="1743075"/>
          </a:xfrm>
        </p:grpSpPr>
        <p:sp>
          <p:nvSpPr>
            <p:cNvPr id="6" name="object 6"/>
            <p:cNvSpPr/>
            <p:nvPr/>
          </p:nvSpPr>
          <p:spPr>
            <a:xfrm>
              <a:off x="7894320" y="2798063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4"/>
                  </a:lnTo>
                  <a:lnTo>
                    <a:pt x="90297" y="180594"/>
                  </a:lnTo>
                  <a:lnTo>
                    <a:pt x="90297" y="679703"/>
                  </a:lnTo>
                  <a:lnTo>
                    <a:pt x="270890" y="679703"/>
                  </a:lnTo>
                  <a:lnTo>
                    <a:pt x="270890" y="180594"/>
                  </a:lnTo>
                  <a:lnTo>
                    <a:pt x="361187" y="180594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7894320" y="2798063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3"/>
                  </a:moveTo>
                  <a:lnTo>
                    <a:pt x="90297" y="180594"/>
                  </a:lnTo>
                  <a:lnTo>
                    <a:pt x="0" y="180594"/>
                  </a:lnTo>
                  <a:lnTo>
                    <a:pt x="180594" y="0"/>
                  </a:lnTo>
                  <a:lnTo>
                    <a:pt x="361187" y="180594"/>
                  </a:lnTo>
                  <a:lnTo>
                    <a:pt x="270890" y="180594"/>
                  </a:lnTo>
                  <a:lnTo>
                    <a:pt x="270890" y="679703"/>
                  </a:lnTo>
                  <a:lnTo>
                    <a:pt x="90297" y="679703"/>
                  </a:lnTo>
                  <a:close/>
                </a:path>
              </a:pathLst>
            </a:custGeom>
            <a:ln w="12699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856944" y="2364511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44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44" y="337324"/>
                  </a:lnTo>
                  <a:lnTo>
                    <a:pt x="39344" y="314833"/>
                  </a:lnTo>
                  <a:close/>
                </a:path>
                <a:path w="427354" h="427355">
                  <a:moveTo>
                    <a:pt x="39344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44" y="292341"/>
                  </a:lnTo>
                  <a:lnTo>
                    <a:pt x="39344" y="269862"/>
                  </a:lnTo>
                  <a:close/>
                </a:path>
                <a:path w="427354" h="427355">
                  <a:moveTo>
                    <a:pt x="39344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44" y="247370"/>
                  </a:lnTo>
                  <a:lnTo>
                    <a:pt x="39344" y="224878"/>
                  </a:lnTo>
                  <a:close/>
                </a:path>
                <a:path w="427354" h="427355">
                  <a:moveTo>
                    <a:pt x="39344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44" y="202387"/>
                  </a:lnTo>
                  <a:lnTo>
                    <a:pt x="39344" y="179908"/>
                  </a:lnTo>
                  <a:close/>
                </a:path>
                <a:path w="427354" h="427355">
                  <a:moveTo>
                    <a:pt x="39344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44" y="157416"/>
                  </a:lnTo>
                  <a:lnTo>
                    <a:pt x="39344" y="134924"/>
                  </a:lnTo>
                  <a:close/>
                </a:path>
                <a:path w="427354" h="427355">
                  <a:moveTo>
                    <a:pt x="39344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44" y="112433"/>
                  </a:lnTo>
                  <a:lnTo>
                    <a:pt x="39344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16" y="0"/>
                  </a:lnTo>
                  <a:lnTo>
                    <a:pt x="89916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603299" y="3436772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609282" y="233680"/>
                  </a:moveTo>
                  <a:lnTo>
                    <a:pt x="607644" y="223520"/>
                  </a:lnTo>
                  <a:lnTo>
                    <a:pt x="602043" y="188722"/>
                  </a:lnTo>
                  <a:lnTo>
                    <a:pt x="586232" y="158153"/>
                  </a:lnTo>
                  <a:lnTo>
                    <a:pt x="586232" y="223520"/>
                  </a:lnTo>
                  <a:lnTo>
                    <a:pt x="586232" y="243840"/>
                  </a:lnTo>
                  <a:lnTo>
                    <a:pt x="576859" y="281216"/>
                  </a:lnTo>
                  <a:lnTo>
                    <a:pt x="556666" y="312966"/>
                  </a:lnTo>
                  <a:lnTo>
                    <a:pt x="527634" y="336867"/>
                  </a:lnTo>
                  <a:lnTo>
                    <a:pt x="491693" y="350735"/>
                  </a:lnTo>
                  <a:lnTo>
                    <a:pt x="503885" y="336410"/>
                  </a:lnTo>
                  <a:lnTo>
                    <a:pt x="511390" y="327583"/>
                  </a:lnTo>
                  <a:lnTo>
                    <a:pt x="526910" y="301675"/>
                  </a:lnTo>
                  <a:lnTo>
                    <a:pt x="537921" y="273697"/>
                  </a:lnTo>
                  <a:lnTo>
                    <a:pt x="538835" y="269557"/>
                  </a:lnTo>
                  <a:lnTo>
                    <a:pt x="544296" y="243840"/>
                  </a:lnTo>
                  <a:lnTo>
                    <a:pt x="586232" y="243840"/>
                  </a:lnTo>
                  <a:lnTo>
                    <a:pt x="586232" y="223520"/>
                  </a:lnTo>
                  <a:lnTo>
                    <a:pt x="544296" y="223520"/>
                  </a:lnTo>
                  <a:lnTo>
                    <a:pt x="537972" y="193852"/>
                  </a:lnTo>
                  <a:lnTo>
                    <a:pt x="526961" y="165811"/>
                  </a:lnTo>
                  <a:lnTo>
                    <a:pt x="523887" y="160655"/>
                  </a:lnTo>
                  <a:lnTo>
                    <a:pt x="523887" y="223520"/>
                  </a:lnTo>
                  <a:lnTo>
                    <a:pt x="523887" y="243840"/>
                  </a:lnTo>
                  <a:lnTo>
                    <a:pt x="517969" y="269151"/>
                  </a:lnTo>
                  <a:lnTo>
                    <a:pt x="517880" y="269557"/>
                  </a:lnTo>
                  <a:lnTo>
                    <a:pt x="507961" y="293839"/>
                  </a:lnTo>
                  <a:lnTo>
                    <a:pt x="494347" y="316268"/>
                  </a:lnTo>
                  <a:lnTo>
                    <a:pt x="477278" y="336410"/>
                  </a:lnTo>
                  <a:lnTo>
                    <a:pt x="477278" y="335292"/>
                  </a:lnTo>
                  <a:lnTo>
                    <a:pt x="477278" y="243840"/>
                  </a:lnTo>
                  <a:lnTo>
                    <a:pt x="523887" y="243840"/>
                  </a:lnTo>
                  <a:lnTo>
                    <a:pt x="523887" y="223520"/>
                  </a:lnTo>
                  <a:lnTo>
                    <a:pt x="477278" y="223520"/>
                  </a:lnTo>
                  <a:lnTo>
                    <a:pt x="477278" y="132080"/>
                  </a:lnTo>
                  <a:lnTo>
                    <a:pt x="477278" y="130860"/>
                  </a:lnTo>
                  <a:lnTo>
                    <a:pt x="494360" y="151015"/>
                  </a:lnTo>
                  <a:lnTo>
                    <a:pt x="507974" y="173469"/>
                  </a:lnTo>
                  <a:lnTo>
                    <a:pt x="517893" y="197789"/>
                  </a:lnTo>
                  <a:lnTo>
                    <a:pt x="523887" y="223520"/>
                  </a:lnTo>
                  <a:lnTo>
                    <a:pt x="523887" y="160655"/>
                  </a:lnTo>
                  <a:lnTo>
                    <a:pt x="511556" y="139915"/>
                  </a:lnTo>
                  <a:lnTo>
                    <a:pt x="503910" y="130860"/>
                  </a:lnTo>
                  <a:lnTo>
                    <a:pt x="491998" y="116738"/>
                  </a:lnTo>
                  <a:lnTo>
                    <a:pt x="527824" y="130644"/>
                  </a:lnTo>
                  <a:lnTo>
                    <a:pt x="556768" y="154546"/>
                  </a:lnTo>
                  <a:lnTo>
                    <a:pt x="576872" y="186232"/>
                  </a:lnTo>
                  <a:lnTo>
                    <a:pt x="586232" y="223520"/>
                  </a:lnTo>
                  <a:lnTo>
                    <a:pt x="586232" y="158153"/>
                  </a:lnTo>
                  <a:lnTo>
                    <a:pt x="581850" y="149682"/>
                  </a:lnTo>
                  <a:lnTo>
                    <a:pt x="551078" y="118884"/>
                  </a:lnTo>
                  <a:lnTo>
                    <a:pt x="546938" y="116738"/>
                  </a:lnTo>
                  <a:lnTo>
                    <a:pt x="546150" y="116332"/>
                  </a:lnTo>
                  <a:lnTo>
                    <a:pt x="512051" y="98691"/>
                  </a:lnTo>
                  <a:lnTo>
                    <a:pt x="467118" y="91440"/>
                  </a:lnTo>
                  <a:lnTo>
                    <a:pt x="456971" y="93078"/>
                  </a:lnTo>
                  <a:lnTo>
                    <a:pt x="456971" y="132080"/>
                  </a:lnTo>
                  <a:lnTo>
                    <a:pt x="456971" y="223520"/>
                  </a:lnTo>
                  <a:lnTo>
                    <a:pt x="456971" y="243840"/>
                  </a:lnTo>
                  <a:lnTo>
                    <a:pt x="456971" y="335292"/>
                  </a:lnTo>
                  <a:lnTo>
                    <a:pt x="444373" y="320065"/>
                  </a:lnTo>
                  <a:lnTo>
                    <a:pt x="444373" y="351142"/>
                  </a:lnTo>
                  <a:lnTo>
                    <a:pt x="407822" y="337566"/>
                  </a:lnTo>
                  <a:lnTo>
                    <a:pt x="378218" y="313651"/>
                  </a:lnTo>
                  <a:lnTo>
                    <a:pt x="357606" y="281660"/>
                  </a:lnTo>
                  <a:lnTo>
                    <a:pt x="348005" y="243840"/>
                  </a:lnTo>
                  <a:lnTo>
                    <a:pt x="391464" y="243840"/>
                  </a:lnTo>
                  <a:lnTo>
                    <a:pt x="397852" y="273697"/>
                  </a:lnTo>
                  <a:lnTo>
                    <a:pt x="408889" y="301675"/>
                  </a:lnTo>
                  <a:lnTo>
                    <a:pt x="408978" y="301904"/>
                  </a:lnTo>
                  <a:lnTo>
                    <a:pt x="424573" y="327901"/>
                  </a:lnTo>
                  <a:lnTo>
                    <a:pt x="444373" y="351142"/>
                  </a:lnTo>
                  <a:lnTo>
                    <a:pt x="444373" y="320065"/>
                  </a:lnTo>
                  <a:lnTo>
                    <a:pt x="440423" y="315290"/>
                  </a:lnTo>
                  <a:lnTo>
                    <a:pt x="427253" y="293103"/>
                  </a:lnTo>
                  <a:lnTo>
                    <a:pt x="417664" y="269151"/>
                  </a:lnTo>
                  <a:lnTo>
                    <a:pt x="411873" y="243840"/>
                  </a:lnTo>
                  <a:lnTo>
                    <a:pt x="456971" y="243840"/>
                  </a:lnTo>
                  <a:lnTo>
                    <a:pt x="456971" y="223520"/>
                  </a:lnTo>
                  <a:lnTo>
                    <a:pt x="411873" y="223520"/>
                  </a:lnTo>
                  <a:lnTo>
                    <a:pt x="417639" y="198208"/>
                  </a:lnTo>
                  <a:lnTo>
                    <a:pt x="427215" y="174244"/>
                  </a:lnTo>
                  <a:lnTo>
                    <a:pt x="440397" y="152057"/>
                  </a:lnTo>
                  <a:lnTo>
                    <a:pt x="456971" y="132080"/>
                  </a:lnTo>
                  <a:lnTo>
                    <a:pt x="456971" y="93078"/>
                  </a:lnTo>
                  <a:lnTo>
                    <a:pt x="444169" y="95148"/>
                  </a:lnTo>
                  <a:lnTo>
                    <a:pt x="444169" y="116332"/>
                  </a:lnTo>
                  <a:lnTo>
                    <a:pt x="424459" y="139573"/>
                  </a:lnTo>
                  <a:lnTo>
                    <a:pt x="408914" y="165544"/>
                  </a:lnTo>
                  <a:lnTo>
                    <a:pt x="397827" y="193713"/>
                  </a:lnTo>
                  <a:lnTo>
                    <a:pt x="391464" y="223520"/>
                  </a:lnTo>
                  <a:lnTo>
                    <a:pt x="348005" y="223520"/>
                  </a:lnTo>
                  <a:lnTo>
                    <a:pt x="357441" y="186232"/>
                  </a:lnTo>
                  <a:lnTo>
                    <a:pt x="378129" y="153797"/>
                  </a:lnTo>
                  <a:lnTo>
                    <a:pt x="444169" y="116332"/>
                  </a:lnTo>
                  <a:lnTo>
                    <a:pt x="444169" y="95148"/>
                  </a:lnTo>
                  <a:lnTo>
                    <a:pt x="383159" y="118884"/>
                  </a:lnTo>
                  <a:lnTo>
                    <a:pt x="352386" y="149682"/>
                  </a:lnTo>
                  <a:lnTo>
                    <a:pt x="332206" y="188722"/>
                  </a:lnTo>
                  <a:lnTo>
                    <a:pt x="324954" y="233680"/>
                  </a:lnTo>
                  <a:lnTo>
                    <a:pt x="332206" y="278638"/>
                  </a:lnTo>
                  <a:lnTo>
                    <a:pt x="352386" y="317690"/>
                  </a:lnTo>
                  <a:lnTo>
                    <a:pt x="383159" y="348488"/>
                  </a:lnTo>
                  <a:lnTo>
                    <a:pt x="422186" y="368681"/>
                  </a:lnTo>
                  <a:lnTo>
                    <a:pt x="467118" y="375932"/>
                  </a:lnTo>
                  <a:lnTo>
                    <a:pt x="512051" y="368681"/>
                  </a:lnTo>
                  <a:lnTo>
                    <a:pt x="545947" y="351142"/>
                  </a:lnTo>
                  <a:lnTo>
                    <a:pt x="546735" y="350735"/>
                  </a:lnTo>
                  <a:lnTo>
                    <a:pt x="551078" y="348488"/>
                  </a:lnTo>
                  <a:lnTo>
                    <a:pt x="581850" y="317690"/>
                  </a:lnTo>
                  <a:lnTo>
                    <a:pt x="602043" y="278638"/>
                  </a:lnTo>
                  <a:lnTo>
                    <a:pt x="607644" y="243840"/>
                  </a:lnTo>
                  <a:lnTo>
                    <a:pt x="609282" y="233680"/>
                  </a:lnTo>
                  <a:close/>
                </a:path>
                <a:path w="934720" h="569595">
                  <a:moveTo>
                    <a:pt x="812380" y="40640"/>
                  </a:moveTo>
                  <a:lnTo>
                    <a:pt x="809193" y="24815"/>
                  </a:lnTo>
                  <a:lnTo>
                    <a:pt x="800481" y="11899"/>
                  </a:lnTo>
                  <a:lnTo>
                    <a:pt x="787577" y="3187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659" y="3187"/>
                  </a:lnTo>
                  <a:lnTo>
                    <a:pt x="133756" y="11899"/>
                  </a:lnTo>
                  <a:lnTo>
                    <a:pt x="125044" y="24815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396" y="523443"/>
                  </a:lnTo>
                  <a:lnTo>
                    <a:pt x="524421" y="527989"/>
                  </a:lnTo>
                  <a:lnTo>
                    <a:pt x="411086" y="528675"/>
                  </a:lnTo>
                  <a:lnTo>
                    <a:pt x="406539" y="524700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187" y="544156"/>
                  </a:lnTo>
                  <a:lnTo>
                    <a:pt x="11899" y="557072"/>
                  </a:lnTo>
                  <a:lnTo>
                    <a:pt x="24803" y="565785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434" y="565785"/>
                  </a:lnTo>
                  <a:lnTo>
                    <a:pt x="922337" y="557072"/>
                  </a:lnTo>
                  <a:lnTo>
                    <a:pt x="931049" y="544156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6227559" y="3335159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01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657" y="99707"/>
                  </a:lnTo>
                  <a:lnTo>
                    <a:pt x="180759" y="99580"/>
                  </a:lnTo>
                  <a:lnTo>
                    <a:pt x="211289" y="74930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885432" y="3398519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480822" y="0"/>
                  </a:moveTo>
                  <a:lnTo>
                    <a:pt x="480822" y="160400"/>
                  </a:lnTo>
                  <a:lnTo>
                    <a:pt x="0" y="160400"/>
                  </a:lnTo>
                  <a:lnTo>
                    <a:pt x="0" y="481202"/>
                  </a:lnTo>
                  <a:lnTo>
                    <a:pt x="480822" y="481202"/>
                  </a:lnTo>
                  <a:lnTo>
                    <a:pt x="480822" y="641603"/>
                  </a:lnTo>
                  <a:lnTo>
                    <a:pt x="801624" y="320801"/>
                  </a:lnTo>
                  <a:lnTo>
                    <a:pt x="480822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885432" y="3398519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0" y="160400"/>
                  </a:moveTo>
                  <a:lnTo>
                    <a:pt x="480822" y="160400"/>
                  </a:lnTo>
                  <a:lnTo>
                    <a:pt x="480822" y="0"/>
                  </a:lnTo>
                  <a:lnTo>
                    <a:pt x="801624" y="320801"/>
                  </a:lnTo>
                  <a:lnTo>
                    <a:pt x="480822" y="641603"/>
                  </a:lnTo>
                  <a:lnTo>
                    <a:pt x="480822" y="481202"/>
                  </a:lnTo>
                  <a:lnTo>
                    <a:pt x="0" y="481202"/>
                  </a:lnTo>
                  <a:lnTo>
                    <a:pt x="0" y="160400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3" name="object 13"/>
          <p:cNvSpPr/>
          <p:nvPr/>
        </p:nvSpPr>
        <p:spPr>
          <a:xfrm>
            <a:off x="6956147" y="1772522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7997432" y="2505053"/>
            <a:ext cx="146685" cy="146685"/>
          </a:xfrm>
          <a:custGeom>
            <a:avLst/>
            <a:gdLst/>
            <a:ahLst/>
            <a:cxnLst/>
            <a:rect l="l" t="t" r="r" b="b"/>
            <a:pathLst>
              <a:path w="146684" h="146685">
                <a:moveTo>
                  <a:pt x="146096" y="0"/>
                </a:moveTo>
                <a:lnTo>
                  <a:pt x="0" y="0"/>
                </a:lnTo>
                <a:lnTo>
                  <a:pt x="0" y="146176"/>
                </a:lnTo>
                <a:lnTo>
                  <a:pt x="146096" y="146176"/>
                </a:lnTo>
                <a:lnTo>
                  <a:pt x="146096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0269955" y="3220072"/>
            <a:ext cx="915035" cy="619125"/>
            <a:chOff x="10269955" y="3220072"/>
            <a:chExt cx="915035" cy="619125"/>
          </a:xfrm>
        </p:grpSpPr>
        <p:sp>
          <p:nvSpPr>
            <p:cNvPr id="16" name="object 16"/>
            <p:cNvSpPr/>
            <p:nvPr/>
          </p:nvSpPr>
          <p:spPr>
            <a:xfrm>
              <a:off x="10269955" y="3220072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32912" y="4247"/>
                  </a:lnTo>
                  <a:lnTo>
                    <a:pt x="15804" y="15813"/>
                  </a:lnTo>
                  <a:lnTo>
                    <a:pt x="4245" y="32930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10560614" y="3359753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7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8" name="object 18"/>
          <p:cNvSpPr/>
          <p:nvPr/>
        </p:nvSpPr>
        <p:spPr>
          <a:xfrm>
            <a:off x="10108545" y="3892986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53803" y="80749"/>
                </a:lnTo>
                <a:lnTo>
                  <a:pt x="1183677" y="80749"/>
                </a:lnTo>
                <a:lnTo>
                  <a:pt x="1204568" y="76501"/>
                </a:lnTo>
                <a:lnTo>
                  <a:pt x="1221676" y="64936"/>
                </a:lnTo>
                <a:lnTo>
                  <a:pt x="1233235" y="47818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9009943" y="3102447"/>
            <a:ext cx="616585" cy="455295"/>
          </a:xfrm>
          <a:custGeom>
            <a:avLst/>
            <a:gdLst/>
            <a:ahLst/>
            <a:cxnLst/>
            <a:rect l="l" t="t" r="r" b="b"/>
            <a:pathLst>
              <a:path w="616584" h="455295">
                <a:moveTo>
                  <a:pt x="396116" y="0"/>
                </a:moveTo>
                <a:lnTo>
                  <a:pt x="396116" y="107951"/>
                </a:lnTo>
                <a:lnTo>
                  <a:pt x="191495" y="163468"/>
                </a:lnTo>
                <a:lnTo>
                  <a:pt x="71189" y="282600"/>
                </a:lnTo>
                <a:lnTo>
                  <a:pt x="14317" y="401153"/>
                </a:lnTo>
                <a:lnTo>
                  <a:pt x="0" y="454936"/>
                </a:lnTo>
                <a:lnTo>
                  <a:pt x="23854" y="426346"/>
                </a:lnTo>
                <a:lnTo>
                  <a:pt x="96620" y="363274"/>
                </a:lnTo>
                <a:lnTo>
                  <a:pt x="220106" y="299768"/>
                </a:lnTo>
                <a:lnTo>
                  <a:pt x="396116" y="269877"/>
                </a:lnTo>
                <a:lnTo>
                  <a:pt x="396116" y="370117"/>
                </a:lnTo>
                <a:lnTo>
                  <a:pt x="616523" y="185058"/>
                </a:lnTo>
                <a:lnTo>
                  <a:pt x="39611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9007480" y="3736768"/>
            <a:ext cx="616585" cy="455930"/>
          </a:xfrm>
          <a:custGeom>
            <a:avLst/>
            <a:gdLst/>
            <a:ahLst/>
            <a:cxnLst/>
            <a:rect l="l" t="t" r="r" b="b"/>
            <a:pathLst>
              <a:path w="616584" h="455929">
                <a:moveTo>
                  <a:pt x="220407" y="455864"/>
                </a:moveTo>
                <a:lnTo>
                  <a:pt x="220407" y="347693"/>
                </a:lnTo>
                <a:lnTo>
                  <a:pt x="425028" y="292062"/>
                </a:lnTo>
                <a:lnTo>
                  <a:pt x="545334" y="172687"/>
                </a:lnTo>
                <a:lnTo>
                  <a:pt x="602206" y="53892"/>
                </a:lnTo>
                <a:lnTo>
                  <a:pt x="616523" y="0"/>
                </a:lnTo>
                <a:lnTo>
                  <a:pt x="592669" y="28648"/>
                </a:lnTo>
                <a:lnTo>
                  <a:pt x="519902" y="91849"/>
                </a:lnTo>
                <a:lnTo>
                  <a:pt x="396417" y="155484"/>
                </a:lnTo>
                <a:lnTo>
                  <a:pt x="220407" y="185436"/>
                </a:lnTo>
                <a:lnTo>
                  <a:pt x="220407" y="84991"/>
                </a:lnTo>
                <a:lnTo>
                  <a:pt x="0" y="270428"/>
                </a:lnTo>
                <a:lnTo>
                  <a:pt x="220407" y="45586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654795" y="2686811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29845" rIns="0" bIns="0" rtlCol="0">
            <a:spAutoFit/>
          </a:bodyPr>
          <a:lstStyle/>
          <a:p>
            <a:pPr marL="344170" marR="0" lvl="0" indent="0" defTabSz="914400" eaLnBrk="1" fontAlgn="auto" latinLnBrk="0" hangingPunct="1">
              <a:lnSpc>
                <a:spcPct val="100000"/>
              </a:lnSpc>
              <a:spcBef>
                <a:spcPts val="2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Key</a:t>
            </a:r>
            <a:r>
              <a:rPr kumimoji="0" sz="18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800" b="0" i="0" u="none" strike="noStrike" kern="0" cap="none" spc="-5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1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654795" y="4280915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114" rIns="0" bIns="0" rtlCol="0">
            <a:spAutoFit/>
          </a:bodyPr>
          <a:lstStyle/>
          <a:p>
            <a:pPr marL="344170" marR="0" lvl="0" indent="0" defTabSz="914400" eaLnBrk="1" fontAlgn="auto" latinLnBrk="0" hangingPunct="1">
              <a:lnSpc>
                <a:spcPct val="100000"/>
              </a:lnSpc>
              <a:spcBef>
                <a:spcPts val="24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Key</a:t>
            </a:r>
            <a:r>
              <a:rPr kumimoji="0" sz="18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800" b="0" i="0" u="none" strike="noStrike" kern="0" cap="none" spc="-5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2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50573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(BT) Information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868680"/>
            <a:ext cx="8699500" cy="5738747"/>
          </a:xfrm>
        </p:spPr>
        <p:txBody>
          <a:bodyPr>
            <a:normAutofit fontScale="92500" lnSpcReduction="10000"/>
          </a:bodyPr>
          <a:lstStyle/>
          <a:p>
            <a:r>
              <a:rPr lang="en-US" sz="1800" dirty="0"/>
              <a:t>Basics</a:t>
            </a:r>
          </a:p>
          <a:p>
            <a:pPr lvl="1"/>
            <a:r>
              <a:rPr lang="en-US" sz="1400" dirty="0"/>
              <a:t>Short range </a:t>
            </a:r>
            <a:r>
              <a:rPr lang="en-US" sz="1400" dirty="0" err="1"/>
              <a:t>Wirelesss</a:t>
            </a:r>
            <a:r>
              <a:rPr lang="en-US" sz="1400" dirty="0"/>
              <a:t> Personal Area Network (WPAN)</a:t>
            </a:r>
          </a:p>
          <a:p>
            <a:pPr lvl="1"/>
            <a:r>
              <a:rPr lang="en-US" sz="1400" dirty="0"/>
              <a:t>Based on IEEE 802.15.1 Standard derived from Bluetooth SIG</a:t>
            </a:r>
          </a:p>
          <a:p>
            <a:pPr lvl="1"/>
            <a:r>
              <a:rPr lang="en-US" sz="1400" dirty="0"/>
              <a:t>Named after Viking King Harald Bluetooth</a:t>
            </a:r>
          </a:p>
          <a:p>
            <a:pPr lvl="1"/>
            <a:r>
              <a:rPr lang="en-US" sz="1400" dirty="0"/>
              <a:t>Co-exists with WiFi and </a:t>
            </a:r>
            <a:r>
              <a:rPr lang="en-US" sz="1400"/>
              <a:t>cordless phones on 2.4Ghz band</a:t>
            </a:r>
            <a:endParaRPr lang="en-US" sz="1400" dirty="0"/>
          </a:p>
          <a:p>
            <a:pPr lvl="1"/>
            <a:r>
              <a:rPr lang="en-US" sz="1400" dirty="0"/>
              <a:t>Applications include Headsets, keyboards, mice, serial links, networking, …</a:t>
            </a:r>
          </a:p>
          <a:p>
            <a:pPr lvl="1"/>
            <a:r>
              <a:rPr lang="en-US" sz="1400" dirty="0"/>
              <a:t>Ad-hoc network not under any form of centralized control, pairing is called a piconet</a:t>
            </a:r>
          </a:p>
          <a:p>
            <a:pPr lvl="1"/>
            <a:r>
              <a:rPr lang="en-US" sz="1400" dirty="0"/>
              <a:t>Driven more by marketing than engineering, low cost</a:t>
            </a:r>
          </a:p>
          <a:p>
            <a:pPr lvl="1"/>
            <a:r>
              <a:rPr lang="en-US" sz="1400" dirty="0"/>
              <a:t>Wireless technology from 2.4 to 2.485 </a:t>
            </a:r>
            <a:r>
              <a:rPr lang="en-US" sz="1400" dirty="0" err="1"/>
              <a:t>Ghz</a:t>
            </a:r>
            <a:r>
              <a:rPr lang="en-US" sz="1400" dirty="0"/>
              <a:t> with 2.1 </a:t>
            </a:r>
            <a:r>
              <a:rPr lang="en-US" sz="1400" dirty="0" err="1"/>
              <a:t>Mbps</a:t>
            </a:r>
            <a:r>
              <a:rPr lang="en-US" sz="1400" dirty="0"/>
              <a:t> Enhanced Data Rate (EDR)</a:t>
            </a:r>
          </a:p>
          <a:p>
            <a:pPr lvl="1"/>
            <a:r>
              <a:rPr lang="en-US" sz="1400" dirty="0"/>
              <a:t>Up to 10m, but potentially up to 100m (BT 5 potential to 400m) on 79 channels</a:t>
            </a:r>
          </a:p>
          <a:p>
            <a:pPr lvl="1"/>
            <a:r>
              <a:rPr lang="en-US" sz="1400" dirty="0"/>
              <a:t>Power classes:</a:t>
            </a:r>
          </a:p>
          <a:p>
            <a:pPr lvl="2">
              <a:buFont typeface="+mj-lt"/>
              <a:buAutoNum type="arabicPeriod"/>
            </a:pPr>
            <a:r>
              <a:rPr lang="en-US" sz="1200" dirty="0"/>
              <a:t>100m (100mW)</a:t>
            </a:r>
          </a:p>
          <a:p>
            <a:pPr lvl="2">
              <a:buFont typeface="+mj-lt"/>
              <a:buAutoNum type="arabicPeriod"/>
            </a:pPr>
            <a:r>
              <a:rPr lang="en-US" sz="1200" dirty="0"/>
              <a:t>10M (2.5mW) - typical</a:t>
            </a:r>
          </a:p>
          <a:p>
            <a:pPr lvl="2">
              <a:buFont typeface="+mj-lt"/>
              <a:buAutoNum type="arabicPeriod"/>
            </a:pPr>
            <a:r>
              <a:rPr lang="en-US" sz="1200" dirty="0"/>
              <a:t>1M (1mW)</a:t>
            </a:r>
          </a:p>
          <a:p>
            <a:pPr lvl="1"/>
            <a:r>
              <a:rPr lang="en-US" sz="1400" dirty="0"/>
              <a:t>Many versions (1.0, 1.1, 1.2, 2.0, 2.1, 3.0, 4.0 (LE), 4.1, 4.2, 5, 6, …)</a:t>
            </a:r>
          </a:p>
          <a:p>
            <a:pPr lvl="1"/>
            <a:r>
              <a:rPr lang="en-US" sz="1400" dirty="0"/>
              <a:t>Complicated protocols leading to vulnerabilities in poor implementations</a:t>
            </a:r>
          </a:p>
          <a:p>
            <a:pPr lvl="2"/>
            <a:r>
              <a:rPr lang="en-US" sz="1200" dirty="0"/>
              <a:t>Specification is 4x more complicated than for </a:t>
            </a:r>
            <a:r>
              <a:rPr lang="en-US" sz="1200" dirty="0" err="1"/>
              <a:t>WiFi</a:t>
            </a:r>
            <a:endParaRPr lang="en-US" sz="1200" dirty="0"/>
          </a:p>
          <a:p>
            <a:pPr lvl="1"/>
            <a:r>
              <a:rPr lang="en-US" sz="1400" dirty="0"/>
              <a:t>Frequency Hopping Spread Spectrum (FHSS) + Adaptive Frequency Hopping (AFH)</a:t>
            </a:r>
          </a:p>
          <a:p>
            <a:pPr lvl="2"/>
            <a:r>
              <a:rPr lang="en-US" sz="1200" dirty="0"/>
              <a:t>Channel hopping invented by Hedy Lamarr</a:t>
            </a:r>
          </a:p>
          <a:p>
            <a:pPr lvl="2"/>
            <a:r>
              <a:rPr lang="en-US" sz="1200" dirty="0"/>
              <a:t>Interference resistant</a:t>
            </a:r>
          </a:p>
          <a:p>
            <a:pPr lvl="1"/>
            <a:r>
              <a:rPr lang="en-US" sz="1400" dirty="0"/>
              <a:t>BT 3.0 adds Alternate MAC and </a:t>
            </a:r>
            <a:r>
              <a:rPr lang="en-US" sz="1400" dirty="0" err="1"/>
              <a:t>Phy</a:t>
            </a:r>
            <a:r>
              <a:rPr lang="en-US" sz="1400" dirty="0"/>
              <a:t> (AMP) for 802.11 data transfer</a:t>
            </a:r>
          </a:p>
          <a:p>
            <a:r>
              <a:rPr lang="en-US" sz="1800" dirty="0"/>
              <a:t>Links</a:t>
            </a:r>
          </a:p>
          <a:p>
            <a:pPr lvl="1"/>
            <a:r>
              <a:rPr lang="en-US" sz="1400" dirty="0"/>
              <a:t>Bluetooth Special Interest Group (SIG) </a:t>
            </a:r>
            <a:r>
              <a:rPr lang="en-US" sz="1400" dirty="0">
                <a:hlinkClick r:id="rId3"/>
              </a:rPr>
              <a:t>https://www.bluetooth.com/</a:t>
            </a:r>
            <a:endParaRPr lang="en-US" sz="1400" dirty="0"/>
          </a:p>
          <a:p>
            <a:pPr lvl="1"/>
            <a:r>
              <a:rPr lang="en-US" sz="1400" dirty="0">
                <a:hlinkClick r:id="rId4"/>
              </a:rPr>
              <a:t>https://en.wikipedia.org/wiki/Bluetooth</a:t>
            </a:r>
            <a:endParaRPr lang="en-US" sz="1400" dirty="0"/>
          </a:p>
          <a:p>
            <a:pPr lvl="1"/>
            <a:r>
              <a:rPr lang="en-US" sz="1400" dirty="0">
                <a:hlinkClick r:id="rId5"/>
              </a:rPr>
              <a:t>https://en.wikipedia.org/wiki/List_of_Bluetooth_protocols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18251822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50573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(BT) Information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48877"/>
            <a:ext cx="8699500" cy="5475736"/>
          </a:xfrm>
        </p:spPr>
        <p:txBody>
          <a:bodyPr>
            <a:normAutofit lnSpcReduction="10000"/>
          </a:bodyPr>
          <a:lstStyle/>
          <a:p>
            <a:r>
              <a:rPr lang="en-US" sz="1800" dirty="0"/>
              <a:t>Bluetooth Low Energy (BLE)</a:t>
            </a:r>
          </a:p>
          <a:p>
            <a:pPr lvl="1"/>
            <a:r>
              <a:rPr lang="en-US" sz="1400" dirty="0"/>
              <a:t>Redesigned physical layer</a:t>
            </a:r>
          </a:p>
          <a:p>
            <a:pPr lvl="1"/>
            <a:r>
              <a:rPr lang="en-US" sz="1400" dirty="0"/>
              <a:t>Faster network connection and termination</a:t>
            </a:r>
          </a:p>
          <a:p>
            <a:pPr lvl="1"/>
            <a:r>
              <a:rPr lang="en-US" sz="1400" dirty="0"/>
              <a:t>Allows radio power down to save battery</a:t>
            </a:r>
          </a:p>
          <a:p>
            <a:pPr lvl="1"/>
            <a:r>
              <a:rPr lang="en-US" sz="1400" dirty="0"/>
              <a:t>Short </a:t>
            </a:r>
            <a:r>
              <a:rPr lang="en-US" sz="1400" dirty="0" err="1"/>
              <a:t>bursty</a:t>
            </a:r>
            <a:r>
              <a:rPr lang="en-US" sz="1400" dirty="0"/>
              <a:t> data transfer applications up to 1Mbps</a:t>
            </a:r>
          </a:p>
          <a:p>
            <a:r>
              <a:rPr lang="en-US" sz="1800" dirty="0"/>
              <a:t>Bluetooth Protocol Stack (top to bottom)</a:t>
            </a:r>
          </a:p>
          <a:p>
            <a:pPr lvl="1"/>
            <a:r>
              <a:rPr lang="en-US" sz="1400" dirty="0">
                <a:solidFill>
                  <a:srgbClr val="00B050"/>
                </a:solidFill>
              </a:rPr>
              <a:t>--- Host Software: ---</a:t>
            </a:r>
          </a:p>
          <a:p>
            <a:pPr lvl="1"/>
            <a:r>
              <a:rPr lang="en-US" sz="1400" dirty="0"/>
              <a:t>PPP, IP Stack, Applications</a:t>
            </a:r>
          </a:p>
          <a:p>
            <a:pPr lvl="1"/>
            <a:r>
              <a:rPr lang="en-US" sz="1400" dirty="0"/>
              <a:t>Bluetooth Profiles (RFCOMM, BNEP, OBEX) – Functions</a:t>
            </a:r>
          </a:p>
          <a:p>
            <a:pPr lvl="2"/>
            <a:r>
              <a:rPr lang="en-US" sz="1200" dirty="0"/>
              <a:t>Radio Frequency Communications (RFCOMM)</a:t>
            </a:r>
          </a:p>
          <a:p>
            <a:pPr lvl="2"/>
            <a:r>
              <a:rPr lang="en-US" sz="1200" dirty="0"/>
              <a:t>Bluetooth Network Encapsulation Protocol (BNEP)</a:t>
            </a:r>
          </a:p>
          <a:p>
            <a:pPr lvl="2"/>
            <a:r>
              <a:rPr lang="en-US" sz="1200" dirty="0"/>
              <a:t>Object Exchange Protocol (OBEX)</a:t>
            </a:r>
          </a:p>
          <a:p>
            <a:pPr lvl="2"/>
            <a:r>
              <a:rPr lang="en-US" sz="1200" dirty="0"/>
              <a:t>Headset audio</a:t>
            </a:r>
          </a:p>
          <a:p>
            <a:pPr lvl="2"/>
            <a:r>
              <a:rPr lang="en-US" sz="1200" dirty="0"/>
              <a:t>Dial-up Networking</a:t>
            </a:r>
          </a:p>
          <a:p>
            <a:pPr lvl="1"/>
            <a:r>
              <a:rPr lang="en-US" sz="1400" dirty="0"/>
              <a:t>Logical Link Control and Adaptation Protocol (L2CAP) – abstraction, packet fragmentation, reassembly, QoS function</a:t>
            </a:r>
          </a:p>
          <a:p>
            <a:pPr lvl="1"/>
            <a:r>
              <a:rPr lang="en-US" sz="1400" dirty="0">
                <a:solidFill>
                  <a:srgbClr val="00B050"/>
                </a:solidFill>
              </a:rPr>
              <a:t>--- Interface: ---</a:t>
            </a:r>
          </a:p>
          <a:p>
            <a:pPr lvl="1"/>
            <a:r>
              <a:rPr lang="en-US" sz="1400" dirty="0"/>
              <a:t>Host Controller Interface (HCI) – Layer between host and device (driver)</a:t>
            </a:r>
          </a:p>
          <a:p>
            <a:pPr lvl="1"/>
            <a:r>
              <a:rPr lang="en-US" sz="1400" dirty="0">
                <a:solidFill>
                  <a:srgbClr val="00B050"/>
                </a:solidFill>
              </a:rPr>
              <a:t>--- Device Hardware/Firmware: ---</a:t>
            </a:r>
          </a:p>
          <a:p>
            <a:pPr lvl="1"/>
            <a:r>
              <a:rPr lang="en-US" sz="1400" dirty="0"/>
              <a:t>Link Management Protocol (LMP) – Discovery, enumeration, setup, teardown</a:t>
            </a:r>
          </a:p>
          <a:p>
            <a:pPr lvl="1"/>
            <a:r>
              <a:rPr lang="en-US" sz="1400" dirty="0"/>
              <a:t>Baseband Controller, Framing – Packet assembly, disassembly</a:t>
            </a:r>
          </a:p>
          <a:p>
            <a:pPr lvl="1"/>
            <a:r>
              <a:rPr lang="en-US" sz="1400" dirty="0"/>
              <a:t>Radio Interface, RF Controller – Radio interface, channel changing, synchronization, modulation, demodulation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160203755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178336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Security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876641"/>
            <a:ext cx="8699500" cy="5547973"/>
          </a:xfrm>
        </p:spPr>
        <p:txBody>
          <a:bodyPr>
            <a:normAutofit fontScale="92500" lnSpcReduction="10000"/>
          </a:bodyPr>
          <a:lstStyle/>
          <a:p>
            <a:r>
              <a:rPr lang="en-US" sz="1800" dirty="0"/>
              <a:t>Basics</a:t>
            </a:r>
          </a:p>
          <a:p>
            <a:pPr lvl="1"/>
            <a:r>
              <a:rPr lang="en-US" sz="1400" dirty="0"/>
              <a:t>Security starts with 2.1 using SAFER+ block cipher using PIN and MAC</a:t>
            </a:r>
          </a:p>
          <a:p>
            <a:pPr lvl="1"/>
            <a:r>
              <a:rPr lang="en-US" sz="1400" dirty="0"/>
              <a:t>Most devices use a static PIN such as 0000 or 1234</a:t>
            </a:r>
          </a:p>
          <a:p>
            <a:pPr lvl="1"/>
            <a:r>
              <a:rPr lang="en-US" sz="1400" dirty="0"/>
              <a:t>Weak authentication</a:t>
            </a:r>
          </a:p>
          <a:p>
            <a:pPr lvl="1"/>
            <a:r>
              <a:rPr lang="en-US" sz="1400" dirty="0"/>
              <a:t>Possible to identify non-discoverable devices and attack</a:t>
            </a:r>
          </a:p>
          <a:p>
            <a:pPr lvl="1"/>
            <a:r>
              <a:rPr lang="en-US" sz="1400" dirty="0"/>
              <a:t>Older devices are less secure</a:t>
            </a:r>
          </a:p>
          <a:p>
            <a:pPr lvl="1"/>
            <a:r>
              <a:rPr lang="en-US" sz="1400" dirty="0"/>
              <a:t>Long history of security concerns</a:t>
            </a:r>
          </a:p>
          <a:p>
            <a:r>
              <a:rPr lang="en-US" sz="1800" dirty="0"/>
              <a:t>Security Modes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/>
              <a:t>Node never initiates any security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/>
              <a:t>No link encryption, application-level security options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/>
              <a:t>Link encryption before any data is exchanged</a:t>
            </a:r>
          </a:p>
          <a:p>
            <a:r>
              <a:rPr lang="en-US" sz="1800" dirty="0"/>
              <a:t>Security Mode 3</a:t>
            </a:r>
          </a:p>
          <a:p>
            <a:pPr lvl="1"/>
            <a:r>
              <a:rPr lang="en-US" sz="1400" dirty="0"/>
              <a:t>PIN mixed with MAC to generate 128 bit key</a:t>
            </a:r>
          </a:p>
          <a:p>
            <a:pPr lvl="1"/>
            <a:r>
              <a:rPr lang="en-US" sz="1400" dirty="0"/>
              <a:t>SAFER+ cipher used to hash content for authentication</a:t>
            </a:r>
          </a:p>
          <a:p>
            <a:pPr lvl="1"/>
            <a:r>
              <a:rPr lang="en-US" sz="1400" dirty="0"/>
              <a:t>Link key generated for subsequent authentication</a:t>
            </a:r>
          </a:p>
          <a:p>
            <a:pPr lvl="1"/>
            <a:r>
              <a:rPr lang="en-US" sz="1400" dirty="0"/>
              <a:t>EO Cipher, similar to RC4, Stream </a:t>
            </a:r>
            <a:r>
              <a:rPr lang="en-US" sz="1400" dirty="0" err="1"/>
              <a:t>XOR’d</a:t>
            </a:r>
            <a:r>
              <a:rPr lang="en-US" sz="1400" dirty="0"/>
              <a:t> with plaintext to create ciphertext</a:t>
            </a:r>
          </a:p>
          <a:p>
            <a:pPr lvl="1"/>
            <a:r>
              <a:rPr lang="en-US" sz="1400" dirty="0"/>
              <a:t>Uses Linear Shift Feedback Registers (LSFRs) for hardware adaptation</a:t>
            </a:r>
          </a:p>
          <a:p>
            <a:r>
              <a:rPr lang="en-US" sz="1800" dirty="0"/>
              <a:t>Security Tips</a:t>
            </a:r>
          </a:p>
          <a:p>
            <a:pPr lvl="1"/>
            <a:r>
              <a:rPr lang="en-US" sz="1400" dirty="0"/>
              <a:t>Best security is to turn off Bluetooth when not in use</a:t>
            </a:r>
          </a:p>
          <a:p>
            <a:pPr lvl="1"/>
            <a:r>
              <a:rPr lang="en-US" sz="1400" dirty="0"/>
              <a:t>Disable unneeded profiles</a:t>
            </a:r>
          </a:p>
          <a:p>
            <a:pPr lvl="1"/>
            <a:r>
              <a:rPr lang="en-US" sz="1400" dirty="0"/>
              <a:t>Make non-discoverable</a:t>
            </a:r>
          </a:p>
          <a:p>
            <a:pPr lvl="1"/>
            <a:r>
              <a:rPr lang="en-US" sz="1400" dirty="0"/>
              <a:t>Update software</a:t>
            </a:r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1283546074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178336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Vulnerabilities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876641"/>
            <a:ext cx="8699500" cy="5547973"/>
          </a:xfrm>
        </p:spPr>
        <p:txBody>
          <a:bodyPr>
            <a:normAutofit fontScale="92500" lnSpcReduction="10000"/>
          </a:bodyPr>
          <a:lstStyle/>
          <a:p>
            <a:r>
              <a:rPr lang="en-US" sz="1800" dirty="0"/>
              <a:t>Attacks</a:t>
            </a:r>
          </a:p>
          <a:p>
            <a:pPr lvl="1"/>
            <a:r>
              <a:rPr lang="en-US" sz="1400" dirty="0"/>
              <a:t>Classic Pairing Authentication (</a:t>
            </a:r>
            <a:r>
              <a:rPr lang="en-US" sz="1400" dirty="0" err="1"/>
              <a:t>BTCrack</a:t>
            </a:r>
            <a:r>
              <a:rPr lang="en-US" sz="1400" dirty="0"/>
              <a:t> v1.1)</a:t>
            </a:r>
          </a:p>
          <a:p>
            <a:pPr lvl="2"/>
            <a:r>
              <a:rPr lang="en-US" sz="1200" dirty="0"/>
              <a:t>Guess PIN and key offline</a:t>
            </a:r>
          </a:p>
          <a:p>
            <a:pPr lvl="1"/>
            <a:r>
              <a:rPr lang="en-US" sz="1400" dirty="0"/>
              <a:t>Classic PIN Cracking</a:t>
            </a:r>
          </a:p>
          <a:p>
            <a:pPr lvl="2"/>
            <a:r>
              <a:rPr lang="en-US" sz="1200" dirty="0"/>
              <a:t>Capture initial pairing exchange</a:t>
            </a:r>
          </a:p>
          <a:p>
            <a:pPr lvl="2"/>
            <a:r>
              <a:rPr lang="en-US" sz="1200" dirty="0"/>
              <a:t>Impersonate master or slave</a:t>
            </a:r>
          </a:p>
          <a:p>
            <a:pPr lvl="2"/>
            <a:r>
              <a:rPr lang="en-US" sz="1200" dirty="0"/>
              <a:t>Transmit “not accepted”</a:t>
            </a:r>
          </a:p>
          <a:p>
            <a:pPr lvl="2"/>
            <a:r>
              <a:rPr lang="en-US" sz="1200" dirty="0"/>
              <a:t>User is prompted to re-enter PIN</a:t>
            </a:r>
          </a:p>
          <a:p>
            <a:pPr lvl="1"/>
            <a:r>
              <a:rPr lang="en-US" sz="1400" dirty="0"/>
              <a:t>BT MAC (BT_ADDR) might be one off from </a:t>
            </a:r>
            <a:r>
              <a:rPr lang="en-US" sz="1400" dirty="0" err="1"/>
              <a:t>WiFi</a:t>
            </a:r>
            <a:r>
              <a:rPr lang="en-US" sz="1400" dirty="0"/>
              <a:t> MAC</a:t>
            </a:r>
          </a:p>
          <a:p>
            <a:r>
              <a:rPr lang="en-US" sz="1800" dirty="0"/>
              <a:t>Known Exploits/Vulnerabilities</a:t>
            </a:r>
          </a:p>
          <a:p>
            <a:pPr lvl="1"/>
            <a:r>
              <a:rPr lang="en-US" sz="1400" dirty="0" err="1"/>
              <a:t>BlueBorne</a:t>
            </a:r>
            <a:r>
              <a:rPr lang="en-US" sz="1400" dirty="0"/>
              <a:t> </a:t>
            </a:r>
            <a:r>
              <a:rPr lang="en-US" sz="1400" u="sng" dirty="0">
                <a:hlinkClick r:id="rId3"/>
              </a:rPr>
              <a:t>https://www.armis.com/blueborne/</a:t>
            </a:r>
            <a:endParaRPr lang="en-US" sz="1400" u="sng" dirty="0"/>
          </a:p>
          <a:p>
            <a:pPr lvl="1"/>
            <a:r>
              <a:rPr lang="en-US" sz="1400" dirty="0" err="1"/>
              <a:t>Bluejacking</a:t>
            </a:r>
            <a:r>
              <a:rPr lang="en-US" sz="1400" dirty="0"/>
              <a:t> </a:t>
            </a:r>
            <a:r>
              <a:rPr lang="en-US" sz="1400" dirty="0">
                <a:hlinkClick r:id="rId4"/>
              </a:rPr>
              <a:t>https://en.wikipedia.org/wiki/Bluejacking</a:t>
            </a:r>
            <a:endParaRPr lang="en-US" sz="1400" dirty="0"/>
          </a:p>
          <a:p>
            <a:pPr lvl="1"/>
            <a:r>
              <a:rPr lang="en-US" sz="1400" dirty="0" err="1"/>
              <a:t>Bluesnarfing</a:t>
            </a:r>
            <a:r>
              <a:rPr lang="en-US" sz="1400" dirty="0"/>
              <a:t> </a:t>
            </a:r>
            <a:r>
              <a:rPr lang="en-US" sz="1400" dirty="0">
                <a:hlinkClick r:id="rId5"/>
              </a:rPr>
              <a:t>https://en.wikipedia.org/wiki/Bluesnarfing</a:t>
            </a:r>
            <a:endParaRPr lang="en-US" sz="1400" dirty="0"/>
          </a:p>
          <a:p>
            <a:pPr lvl="1"/>
            <a:r>
              <a:rPr lang="en-US" sz="1400" dirty="0"/>
              <a:t>General: </a:t>
            </a:r>
            <a:r>
              <a:rPr lang="en-US" sz="1400" dirty="0">
                <a:hlinkClick r:id="rId6"/>
              </a:rPr>
              <a:t>http://airodump.net/bluetooth-security-vulnerabilities/</a:t>
            </a:r>
            <a:endParaRPr lang="en-US" sz="1400" dirty="0"/>
          </a:p>
          <a:p>
            <a:pPr lvl="1"/>
            <a:r>
              <a:rPr lang="en-US" sz="1400" dirty="0" err="1"/>
              <a:t>DirtyTooth</a:t>
            </a:r>
            <a:endParaRPr lang="en-US" sz="1400" dirty="0"/>
          </a:p>
          <a:p>
            <a:pPr lvl="2"/>
            <a:r>
              <a:rPr lang="en-US" sz="1200" dirty="0">
                <a:hlinkClick r:id="rId7"/>
              </a:rPr>
              <a:t>http://www.dirtytooth.com/</a:t>
            </a:r>
            <a:endParaRPr lang="en-US" sz="1200" dirty="0"/>
          </a:p>
          <a:p>
            <a:pPr lvl="2"/>
            <a:r>
              <a:rPr lang="en-US" sz="1200" dirty="0">
                <a:hlinkClick r:id="rId8"/>
              </a:rPr>
              <a:t>https://www.elevenpaths.com/labstools/dirtytooth-para-raspberry-pi-2/index.html</a:t>
            </a:r>
            <a:endParaRPr lang="en-US" sz="1200" dirty="0"/>
          </a:p>
          <a:p>
            <a:r>
              <a:rPr lang="en-US" sz="1800" dirty="0"/>
              <a:t>CERT CVE Lookup</a:t>
            </a:r>
          </a:p>
          <a:p>
            <a:pPr lvl="1"/>
            <a:r>
              <a:rPr lang="en-US" sz="1400" dirty="0">
                <a:hlinkClick r:id="rId9"/>
              </a:rPr>
              <a:t>http://cve.mitre.org/cgi-bin/cvekey.cgi?keyword=bluetooth</a:t>
            </a:r>
            <a:endParaRPr lang="en-US" sz="1400" dirty="0"/>
          </a:p>
          <a:p>
            <a:r>
              <a:rPr lang="en-US" sz="1800" dirty="0"/>
              <a:t>NIST Guidelines</a:t>
            </a:r>
          </a:p>
          <a:p>
            <a:pPr lvl="1"/>
            <a:r>
              <a:rPr lang="en-US" sz="1400" dirty="0">
                <a:hlinkClick r:id="rId10"/>
              </a:rPr>
              <a:t>https://csrc.nist.gov/csrc/media/publications/sp/800-121/rev-2/draft/documents/sp800_121_r2_draft.pdf</a:t>
            </a:r>
            <a:endParaRPr lang="en-US" sz="1400" dirty="0"/>
          </a:p>
          <a:p>
            <a:r>
              <a:rPr lang="en-US" sz="1800" dirty="0"/>
              <a:t>SANS Whitepaper</a:t>
            </a:r>
          </a:p>
          <a:p>
            <a:pPr lvl="1"/>
            <a:r>
              <a:rPr lang="en-US" sz="1400" dirty="0">
                <a:hlinkClick r:id="rId11"/>
              </a:rPr>
              <a:t>https://www.sans.org/reading-room/whitepapers/wireless/bluetooth-inherent-security-issues-945</a:t>
            </a:r>
            <a:endParaRPr lang="en-US" sz="1400" dirty="0"/>
          </a:p>
          <a:p>
            <a:pPr lvl="1"/>
            <a:endParaRPr lang="en-US" sz="1400" dirty="0"/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4077421620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792288" y="250573"/>
            <a:ext cx="8607424" cy="698305"/>
          </a:xfrm>
        </p:spPr>
        <p:txBody>
          <a:bodyPr>
            <a:noAutofit/>
          </a:bodyPr>
          <a:lstStyle/>
          <a:p>
            <a:r>
              <a:rPr lang="en-US" sz="3200" dirty="0"/>
              <a:t>Bluetooth Low Energy (BLE) Information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48877"/>
            <a:ext cx="8699500" cy="5475736"/>
          </a:xfrm>
        </p:spPr>
        <p:txBody>
          <a:bodyPr>
            <a:normAutofit/>
          </a:bodyPr>
          <a:lstStyle/>
          <a:p>
            <a:r>
              <a:rPr lang="en-US" sz="1800" dirty="0"/>
              <a:t>Bluetooth Low Energy (BLE)</a:t>
            </a:r>
          </a:p>
          <a:p>
            <a:pPr lvl="1"/>
            <a:r>
              <a:rPr lang="en-US" sz="1400" dirty="0"/>
              <a:t>Classic BT became overly complicated</a:t>
            </a:r>
          </a:p>
          <a:p>
            <a:pPr lvl="1"/>
            <a:r>
              <a:rPr lang="en-US" sz="1400" dirty="0"/>
              <a:t>Needed less overhead</a:t>
            </a:r>
          </a:p>
          <a:p>
            <a:pPr lvl="1"/>
            <a:r>
              <a:rPr lang="en-US" sz="1400" dirty="0"/>
              <a:t>More competitive with ZigBee</a:t>
            </a:r>
          </a:p>
          <a:p>
            <a:pPr lvl="1"/>
            <a:r>
              <a:rPr lang="en-US" sz="1400" dirty="0"/>
              <a:t>Redesigned physical layer</a:t>
            </a:r>
          </a:p>
          <a:p>
            <a:pPr lvl="1"/>
            <a:r>
              <a:rPr lang="en-US" sz="1400" dirty="0"/>
              <a:t>Faster network connection and termination</a:t>
            </a:r>
          </a:p>
          <a:p>
            <a:pPr lvl="1"/>
            <a:r>
              <a:rPr lang="en-US" sz="1400" dirty="0"/>
              <a:t>Allows radio power down to save battery</a:t>
            </a:r>
          </a:p>
          <a:p>
            <a:pPr lvl="1"/>
            <a:r>
              <a:rPr lang="en-US" sz="1400" dirty="0"/>
              <a:t>Short </a:t>
            </a:r>
            <a:r>
              <a:rPr lang="en-US" sz="1400" dirty="0" err="1"/>
              <a:t>bursty</a:t>
            </a:r>
            <a:r>
              <a:rPr lang="en-US" sz="1400" dirty="0"/>
              <a:t> data transfer applications up to 1Mbps</a:t>
            </a:r>
          </a:p>
          <a:p>
            <a:r>
              <a:rPr lang="en-US" sz="1800" dirty="0"/>
              <a:t>Changes from Classic BT</a:t>
            </a:r>
          </a:p>
          <a:p>
            <a:pPr lvl="1"/>
            <a:r>
              <a:rPr lang="en-US" sz="1400" dirty="0"/>
              <a:t>AMP just hands off to standard </a:t>
            </a:r>
            <a:r>
              <a:rPr lang="en-US" sz="1400" dirty="0" err="1"/>
              <a:t>WiFi</a:t>
            </a:r>
            <a:endParaRPr lang="en-US" sz="1400" dirty="0"/>
          </a:p>
          <a:p>
            <a:pPr lvl="1"/>
            <a:r>
              <a:rPr lang="en-US" sz="1400" dirty="0"/>
              <a:t>Gaussian Frequency Shift Keying (GFSK) instead of FHSS</a:t>
            </a:r>
          </a:p>
          <a:p>
            <a:pPr lvl="1"/>
            <a:r>
              <a:rPr lang="en-US" sz="1400" dirty="0"/>
              <a:t>Separate radio, same antenna</a:t>
            </a:r>
          </a:p>
          <a:p>
            <a:pPr lvl="1"/>
            <a:r>
              <a:rPr lang="en-US" sz="1400" dirty="0"/>
              <a:t>40 channels, next hop is mod 37</a:t>
            </a:r>
          </a:p>
          <a:p>
            <a:pPr lvl="1"/>
            <a:r>
              <a:rPr lang="en-US" sz="1400" dirty="0"/>
              <a:t>BLE leverages GATT/ATT protocol for data exchanges, replaces RFCOMM</a:t>
            </a:r>
          </a:p>
          <a:p>
            <a:pPr lvl="1"/>
            <a:r>
              <a:rPr lang="en-US" sz="1400" dirty="0"/>
              <a:t>Standardized protocol for all profiles to reduce overhead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629072913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792288" y="250573"/>
            <a:ext cx="8607424" cy="698305"/>
          </a:xfrm>
        </p:spPr>
        <p:txBody>
          <a:bodyPr>
            <a:noAutofit/>
          </a:bodyPr>
          <a:lstStyle/>
          <a:p>
            <a:r>
              <a:rPr lang="en-US" sz="3200" dirty="0"/>
              <a:t>Bluetooth Low Energy (BLE) Security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48877"/>
            <a:ext cx="8699500" cy="5475736"/>
          </a:xfrm>
        </p:spPr>
        <p:txBody>
          <a:bodyPr>
            <a:normAutofit/>
          </a:bodyPr>
          <a:lstStyle/>
          <a:p>
            <a:r>
              <a:rPr lang="en-US" sz="1800" dirty="0"/>
              <a:t>Security</a:t>
            </a:r>
          </a:p>
          <a:p>
            <a:pPr lvl="1"/>
            <a:r>
              <a:rPr lang="en-US" sz="1400" dirty="0"/>
              <a:t>Pairing similar to Classic Bluetooth</a:t>
            </a:r>
          </a:p>
          <a:p>
            <a:pPr lvl="1"/>
            <a:r>
              <a:rPr lang="en-US" sz="1400" dirty="0"/>
              <a:t>Keys are not retained, renegotiated each time</a:t>
            </a:r>
          </a:p>
          <a:p>
            <a:pPr lvl="1"/>
            <a:r>
              <a:rPr lang="en-US" sz="1400" dirty="0"/>
              <a:t>Bonding retains keys</a:t>
            </a:r>
          </a:p>
          <a:p>
            <a:pPr lvl="1"/>
            <a:r>
              <a:rPr lang="en-US" sz="1400" dirty="0"/>
              <a:t>LE 4.2 is most secure using Out of Band (OOB) pairing</a:t>
            </a:r>
          </a:p>
          <a:p>
            <a:r>
              <a:rPr lang="en-US" sz="1800" dirty="0"/>
              <a:t>Vulnerabilities</a:t>
            </a:r>
          </a:p>
          <a:p>
            <a:pPr lvl="1"/>
            <a:r>
              <a:rPr lang="en-US" sz="1400" dirty="0"/>
              <a:t>“Just Works” mode is not secure (TK=0)</a:t>
            </a:r>
          </a:p>
          <a:p>
            <a:pPr lvl="1"/>
            <a:r>
              <a:rPr lang="en-US" sz="1400" dirty="0"/>
              <a:t>Profiles are similar to Classic Mode 1</a:t>
            </a:r>
          </a:p>
          <a:p>
            <a:pPr lvl="1"/>
            <a:r>
              <a:rPr lang="en-US" sz="1400" dirty="0"/>
              <a:t>Easy to find advertising devices, track and capture</a:t>
            </a:r>
          </a:p>
          <a:p>
            <a:pPr lvl="1"/>
            <a:r>
              <a:rPr lang="en-US" sz="1400" dirty="0"/>
              <a:t>PIN cracking is easier if pairing exchange is captured</a:t>
            </a:r>
          </a:p>
          <a:p>
            <a:pPr lvl="1"/>
            <a:r>
              <a:rPr lang="en-US" sz="1400" dirty="0"/>
              <a:t>Currently no way to force </a:t>
            </a:r>
            <a:r>
              <a:rPr lang="en-US" sz="1400" dirty="0" err="1"/>
              <a:t>deauthorization</a:t>
            </a:r>
            <a:endParaRPr lang="en-US" sz="1400" dirty="0"/>
          </a:p>
          <a:p>
            <a:pPr lvl="1"/>
            <a:r>
              <a:rPr lang="en-US" sz="1400" dirty="0"/>
              <a:t>Security left up to applications</a:t>
            </a:r>
          </a:p>
          <a:p>
            <a:pPr lvl="1"/>
            <a:r>
              <a:rPr lang="en-US" sz="1400" dirty="0" err="1"/>
              <a:t>GATTacker</a:t>
            </a:r>
            <a:r>
              <a:rPr lang="en-US" sz="1400" dirty="0"/>
              <a:t> is a Man-In-The-Middle (MITM) tool which spoofs both master and slave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7057738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Tools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/>
          </a:bodyPr>
          <a:lstStyle/>
          <a:p>
            <a:r>
              <a:rPr lang="en-US" sz="1800" dirty="0"/>
              <a:t>Tools</a:t>
            </a:r>
          </a:p>
          <a:p>
            <a:pPr lvl="1"/>
            <a:r>
              <a:rPr lang="en-US" sz="1600" dirty="0"/>
              <a:t>Hardware</a:t>
            </a:r>
          </a:p>
          <a:p>
            <a:pPr lvl="2"/>
            <a:r>
              <a:rPr lang="en-US" sz="1400" dirty="0"/>
              <a:t>Laptops with built-in Bluetooth</a:t>
            </a:r>
          </a:p>
          <a:p>
            <a:pPr lvl="3"/>
            <a:r>
              <a:rPr lang="en-US" sz="1200" dirty="0"/>
              <a:t>Most support BLE</a:t>
            </a:r>
          </a:p>
          <a:p>
            <a:pPr lvl="2"/>
            <a:r>
              <a:rPr lang="en-US" sz="1400" dirty="0"/>
              <a:t>USB Dongles, with antennas</a:t>
            </a:r>
          </a:p>
          <a:p>
            <a:pPr lvl="3"/>
            <a:r>
              <a:rPr lang="en-US" sz="1200" dirty="0"/>
              <a:t>Linksys USB-BT100 modified</a:t>
            </a:r>
          </a:p>
          <a:p>
            <a:pPr lvl="3"/>
            <a:r>
              <a:rPr lang="en-US" sz="1200" dirty="0" err="1"/>
              <a:t>Sena</a:t>
            </a:r>
            <a:r>
              <a:rPr lang="en-US" sz="1200" dirty="0"/>
              <a:t> UD100, supports BLE too</a:t>
            </a:r>
          </a:p>
          <a:p>
            <a:pPr lvl="2"/>
            <a:r>
              <a:rPr lang="en-US" sz="1400" dirty="0"/>
              <a:t>BLE Specific</a:t>
            </a:r>
          </a:p>
          <a:p>
            <a:pPr lvl="3"/>
            <a:r>
              <a:rPr lang="en-US" sz="1200" dirty="0"/>
              <a:t>Adafruit BLUE Sniffer (NRF 51822) $25 works with Wireshark</a:t>
            </a:r>
          </a:p>
          <a:p>
            <a:pPr lvl="3"/>
            <a:r>
              <a:rPr lang="en-US" sz="1200" dirty="0"/>
              <a:t>TI CC2540EMK + SMARTRF Tool (proprietary) $40</a:t>
            </a:r>
          </a:p>
          <a:p>
            <a:pPr lvl="1"/>
            <a:r>
              <a:rPr lang="en-US" sz="1600" dirty="0"/>
              <a:t>Commercial</a:t>
            </a:r>
          </a:p>
          <a:p>
            <a:pPr lvl="2"/>
            <a:r>
              <a:rPr lang="en-US" sz="1400" u="sng" dirty="0">
                <a:hlinkClick r:id="rId3"/>
              </a:rPr>
              <a:t>http://www.fte.com/products/sodera.aspx</a:t>
            </a:r>
            <a:endParaRPr lang="en-US" sz="1400" dirty="0"/>
          </a:p>
          <a:p>
            <a:pPr lvl="2"/>
            <a:r>
              <a:rPr lang="en-US" sz="1400" u="sng" dirty="0">
                <a:hlinkClick r:id="rId4"/>
              </a:rPr>
              <a:t>https://www.ellisys.com/products/bex400/</a:t>
            </a:r>
            <a:endParaRPr lang="en-US" sz="1400" u="sng" dirty="0"/>
          </a:p>
          <a:p>
            <a:pPr lvl="2"/>
            <a:r>
              <a:rPr lang="en-US" sz="1400" dirty="0"/>
              <a:t>Typically doesn’t have security vulnerability checking functionality</a:t>
            </a:r>
            <a:endParaRPr lang="en-US" sz="1000" dirty="0"/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1304770773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Tools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 fontScale="92500" lnSpcReduction="10000"/>
          </a:bodyPr>
          <a:lstStyle/>
          <a:p>
            <a:r>
              <a:rPr lang="en-US" sz="1800" dirty="0"/>
              <a:t>Software</a:t>
            </a:r>
          </a:p>
          <a:p>
            <a:pPr lvl="1"/>
            <a:r>
              <a:rPr lang="en-US" sz="1600" dirty="0"/>
              <a:t>Many, but these are the most notable ones</a:t>
            </a:r>
          </a:p>
          <a:p>
            <a:pPr lvl="1"/>
            <a:r>
              <a:rPr lang="en-US" sz="1600" dirty="0"/>
              <a:t>Windows</a:t>
            </a:r>
          </a:p>
          <a:p>
            <a:pPr lvl="2"/>
            <a:r>
              <a:rPr lang="en-US" sz="1400" dirty="0" err="1"/>
              <a:t>BlueScanner</a:t>
            </a:r>
            <a:endParaRPr lang="en-US" sz="1400" dirty="0"/>
          </a:p>
          <a:p>
            <a:pPr lvl="2"/>
            <a:r>
              <a:rPr lang="en-US" sz="1400" dirty="0"/>
              <a:t>Bluetooth Analyzer (Microsoft)</a:t>
            </a:r>
          </a:p>
          <a:p>
            <a:pPr lvl="3"/>
            <a:r>
              <a:rPr lang="en-US" sz="1200" dirty="0">
                <a:hlinkClick r:id="rId3"/>
              </a:rPr>
              <a:t>https://www.microsoft.com/en-us/store/p/bluetooth-analyzer/9wzdncrdhhw6?activetab=pivot%3aoverviewtab</a:t>
            </a:r>
            <a:endParaRPr lang="en-US" sz="1200" dirty="0"/>
          </a:p>
          <a:p>
            <a:pPr lvl="2"/>
            <a:r>
              <a:rPr lang="en-US" sz="1400" dirty="0"/>
              <a:t>Bluetooth Viewer</a:t>
            </a:r>
          </a:p>
          <a:p>
            <a:pPr lvl="3"/>
            <a:r>
              <a:rPr lang="en-US" sz="1200" dirty="0">
                <a:hlinkClick r:id="rId4"/>
              </a:rPr>
              <a:t>https://www.nirsoft.net/utils/bluetooth_viewer.html</a:t>
            </a:r>
            <a:endParaRPr lang="en-US" sz="1200" dirty="0"/>
          </a:p>
          <a:p>
            <a:pPr lvl="2"/>
            <a:r>
              <a:rPr lang="en-US" sz="1400" dirty="0"/>
              <a:t>NRF Sniffer</a:t>
            </a:r>
          </a:p>
          <a:p>
            <a:pPr lvl="1"/>
            <a:r>
              <a:rPr lang="en-US" sz="1600" dirty="0"/>
              <a:t>Linux</a:t>
            </a:r>
          </a:p>
          <a:p>
            <a:pPr lvl="2"/>
            <a:r>
              <a:rPr lang="en-US" sz="1400" dirty="0" err="1"/>
              <a:t>BlueZ</a:t>
            </a:r>
            <a:r>
              <a:rPr lang="en-US" sz="1400" dirty="0"/>
              <a:t>: </a:t>
            </a:r>
            <a:r>
              <a:rPr lang="en-US" sz="1400" dirty="0" err="1"/>
              <a:t>hctitool</a:t>
            </a:r>
            <a:r>
              <a:rPr lang="en-US" sz="1400" dirty="0"/>
              <a:t>, </a:t>
            </a:r>
            <a:r>
              <a:rPr lang="en-US" sz="1400" dirty="0" err="1"/>
              <a:t>gatttool</a:t>
            </a:r>
            <a:r>
              <a:rPr lang="en-US" sz="1400" dirty="0"/>
              <a:t>, </a:t>
            </a:r>
            <a:r>
              <a:rPr lang="en-US" sz="1400" dirty="0" err="1"/>
              <a:t>bluetoothctl</a:t>
            </a:r>
            <a:endParaRPr lang="en-US" sz="1400" dirty="0"/>
          </a:p>
          <a:p>
            <a:pPr lvl="2"/>
            <a:r>
              <a:rPr lang="en-US" sz="1400" dirty="0" err="1"/>
              <a:t>BTScanner</a:t>
            </a:r>
            <a:r>
              <a:rPr lang="en-US" sz="1400" dirty="0"/>
              <a:t>, BLE Sniffer, </a:t>
            </a:r>
            <a:r>
              <a:rPr lang="en-US" sz="1400" dirty="0" err="1"/>
              <a:t>btmon</a:t>
            </a:r>
            <a:endParaRPr lang="en-US" sz="1400" dirty="0"/>
          </a:p>
          <a:p>
            <a:pPr lvl="2"/>
            <a:r>
              <a:rPr lang="en-US" sz="1400" dirty="0" err="1"/>
              <a:t>BLESuite</a:t>
            </a:r>
            <a:r>
              <a:rPr lang="en-US" sz="1400" dirty="0"/>
              <a:t>: BLE-Replay</a:t>
            </a:r>
          </a:p>
          <a:p>
            <a:pPr lvl="2"/>
            <a:r>
              <a:rPr lang="en-US" sz="1400" dirty="0"/>
              <a:t>BLE Fuzzing, </a:t>
            </a:r>
            <a:r>
              <a:rPr lang="en-US" sz="1400" dirty="0" err="1"/>
              <a:t>BlueHydra</a:t>
            </a:r>
            <a:endParaRPr lang="en-US" sz="1400" dirty="0"/>
          </a:p>
          <a:p>
            <a:pPr lvl="2"/>
            <a:r>
              <a:rPr lang="en-US" sz="1400" dirty="0"/>
              <a:t>Crackle (PIN cracking)</a:t>
            </a:r>
          </a:p>
          <a:p>
            <a:pPr lvl="2"/>
            <a:r>
              <a:rPr lang="en-US" sz="1400" dirty="0" err="1"/>
              <a:t>Ubertooth</a:t>
            </a:r>
            <a:r>
              <a:rPr lang="en-US" sz="1400" dirty="0"/>
              <a:t> One</a:t>
            </a:r>
          </a:p>
          <a:p>
            <a:pPr lvl="3"/>
            <a:r>
              <a:rPr lang="en-US" sz="1200" dirty="0"/>
              <a:t>Good for sniffing, but not as actual BT device (doesn’t channel hop)</a:t>
            </a:r>
          </a:p>
          <a:p>
            <a:pPr lvl="3"/>
            <a:r>
              <a:rPr lang="en-US" sz="1200" dirty="0"/>
              <a:t>Help find non-discoverable devices</a:t>
            </a:r>
          </a:p>
          <a:p>
            <a:pPr lvl="3"/>
            <a:r>
              <a:rPr lang="en-US" sz="1200" u="sng" dirty="0">
                <a:hlinkClick r:id="rId5"/>
              </a:rPr>
              <a:t>http://www.greatscottgadgets.com/ubertoothone/</a:t>
            </a:r>
            <a:endParaRPr lang="en-US" sz="1200" u="sng" dirty="0"/>
          </a:p>
          <a:p>
            <a:pPr lvl="3"/>
            <a:r>
              <a:rPr lang="en-US" sz="1200" u="sng" dirty="0">
                <a:hlinkClick r:id="rId6"/>
              </a:rPr>
              <a:t>https://hakshop.com/products/ubertooth-one</a:t>
            </a:r>
            <a:endParaRPr lang="en-US" sz="1200" dirty="0"/>
          </a:p>
          <a:p>
            <a:pPr lvl="3"/>
            <a:r>
              <a:rPr lang="en-US" sz="1200" dirty="0">
                <a:hlinkClick r:id="rId7"/>
              </a:rPr>
              <a:t>https://github.com/greatscottgadgets/ubertooth</a:t>
            </a:r>
            <a:endParaRPr lang="en-US" sz="1200" dirty="0"/>
          </a:p>
          <a:p>
            <a:pPr lvl="1"/>
            <a:r>
              <a:rPr lang="en-US" sz="1600" dirty="0"/>
              <a:t>Android</a:t>
            </a:r>
          </a:p>
          <a:p>
            <a:pPr lvl="2"/>
            <a:r>
              <a:rPr lang="en-US" sz="1400" dirty="0"/>
              <a:t>Bluetooth Scanner</a:t>
            </a:r>
          </a:p>
          <a:p>
            <a:pPr lvl="2"/>
            <a:r>
              <a:rPr lang="en-US" sz="1400" dirty="0"/>
              <a:t>NRF Connect</a:t>
            </a:r>
            <a:endParaRPr lang="en-US" sz="1600" dirty="0"/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1999370028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15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7B86F8708159745A0B6896184DE9576" ma:contentTypeVersion="19" ma:contentTypeDescription="Create a new document." ma:contentTypeScope="" ma:versionID="493bf26d373952ea1ae3b9e24cd19b33">
  <xsd:schema xmlns:xsd="http://www.w3.org/2001/XMLSchema" xmlns:xs="http://www.w3.org/2001/XMLSchema" xmlns:p="http://schemas.microsoft.com/office/2006/metadata/properties" xmlns:ns2="c7a77415-c4a3-4262-8430-671f3e8707b6" xmlns:ns3="69a7259e-7a2c-42d5-bc84-25eccf0dce8b" targetNamespace="http://schemas.microsoft.com/office/2006/metadata/properties" ma:root="true" ma:fieldsID="69c00e31f84d56e19bb090b7ea67ab52" ns2:_="" ns3:_="">
    <xsd:import namespace="c7a77415-c4a3-4262-8430-671f3e8707b6"/>
    <xsd:import namespace="69a7259e-7a2c-42d5-bc84-25eccf0dce8b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a77415-c4a3-4262-8430-671f3e8707b6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6" nillable="true" ma:displayName="Taxonomy Catch All Column" ma:hidden="true" ma:list="{d3a045ce-0abc-407a-a385-daab9685d46b}" ma:internalName="TaxCatchAll" ma:showField="CatchAllData" ma:web="c7a77415-c4a3-4262-8430-671f3e8707b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7259e-7a2c-42d5-bc84-25eccf0dce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3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5" nillable="true" ma:taxonomy="true" ma:internalName="lcf76f155ced4ddcb4097134ff3c332f" ma:taxonomyFieldName="MediaServiceImageTags" ma:displayName="Image Tags" ma:readOnly="false" ma:fieldId="{5cf76f15-5ced-4ddc-b409-7134ff3c332f}" ma:taxonomyMulti="true" ma:sspId="ca126d71-af09-421f-972c-d16e59c14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c7a77415-c4a3-4262-8430-671f3e8707b6">7J4PPY27XH2W-901365475-257158</_dlc_DocId>
    <_dlc_DocIdUrl xmlns="c7a77415-c4a3-4262-8430-671f3e8707b6">
      <Url>https://automotivei.sharepoint.com/sites/PMO/_layouts/15/DocIdRedir.aspx?ID=7J4PPY27XH2W-901365475-257158</Url>
      <Description>7J4PPY27XH2W-901365475-257158</Description>
    </_dlc_DocIdUrl>
    <TaxCatchAll xmlns="c7a77415-c4a3-4262-8430-671f3e8707b6" xsi:nil="true"/>
    <lcf76f155ced4ddcb4097134ff3c332f xmlns="69a7259e-7a2c-42d5-bc84-25eccf0dce8b">
      <Terms xmlns="http://schemas.microsoft.com/office/infopath/2007/PartnerControls"/>
    </lcf76f155ced4ddcb4097134ff3c332f>
  </documentManagement>
</p:properties>
</file>

<file path=customXml/item3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FEF19B7-7529-453B-A7D5-A8465340F17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7a77415-c4a3-4262-8430-671f3e8707b6"/>
    <ds:schemaRef ds:uri="69a7259e-7a2c-42d5-bc84-25eccf0dce8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71A463F-9F4B-47AC-91AA-3962FD8F3CE5}">
  <ds:schemaRefs>
    <ds:schemaRef ds:uri="http://schemas.microsoft.com/office/2006/metadata/properties"/>
    <ds:schemaRef ds:uri="http://schemas.microsoft.com/office/infopath/2007/PartnerControls"/>
    <ds:schemaRef ds:uri="c7a77415-c4a3-4262-8430-671f3e8707b6"/>
    <ds:schemaRef ds:uri="69a7259e-7a2c-42d5-bc84-25eccf0dce8b"/>
  </ds:schemaRefs>
</ds:datastoreItem>
</file>

<file path=customXml/itemProps3.xml><?xml version="1.0" encoding="utf-8"?>
<ds:datastoreItem xmlns:ds="http://schemas.openxmlformats.org/officeDocument/2006/customXml" ds:itemID="{54C592EF-85C1-482B-896B-DED434B6FCCC}">
  <ds:schemaRefs>
    <ds:schemaRef ds:uri="http://schemas.microsoft.com/sharepoint/events"/>
  </ds:schemaRefs>
</ds:datastoreItem>
</file>

<file path=customXml/itemProps4.xml><?xml version="1.0" encoding="utf-8"?>
<ds:datastoreItem xmlns:ds="http://schemas.openxmlformats.org/officeDocument/2006/customXml" ds:itemID="{84EE72F3-C956-4A5B-833F-E761B5D8ACD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1308</TotalTime>
  <Words>2300</Words>
  <Application>Microsoft Office PowerPoint</Application>
  <PresentationFormat>Widescreen</PresentationFormat>
  <Paragraphs>296</Paragraphs>
  <Slides>26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Aptos</vt:lpstr>
      <vt:lpstr>Aptos Display</vt:lpstr>
      <vt:lpstr>Arial</vt:lpstr>
      <vt:lpstr>Calibri</vt:lpstr>
      <vt:lpstr>Custom Design</vt:lpstr>
      <vt:lpstr>PowerPoint Presentation</vt:lpstr>
      <vt:lpstr>1. Getting Started</vt:lpstr>
      <vt:lpstr>2. Bluetooth Scanning</vt:lpstr>
      <vt:lpstr>2. Bluetooth Scanning</vt:lpstr>
      <vt:lpstr>2. Bluetooth Scanning</vt:lpstr>
      <vt:lpstr>A Note on BT Addresses and Scanning</vt:lpstr>
      <vt:lpstr>3. Enumerating Bluetooth Information</vt:lpstr>
      <vt:lpstr>3. Enumerating Bluetooth Information</vt:lpstr>
      <vt:lpstr>3. Enumerating Bluetooth Information</vt:lpstr>
      <vt:lpstr>4. Identifying BT Services</vt:lpstr>
      <vt:lpstr>4. Identifying BT Services</vt:lpstr>
      <vt:lpstr>5. Analyzing SDP Output</vt:lpstr>
      <vt:lpstr>5. Analyzing SDP Output</vt:lpstr>
      <vt:lpstr>6. Pairing Devices In Linux</vt:lpstr>
      <vt:lpstr>6. Pairing Devices In Linux</vt:lpstr>
      <vt:lpstr>6. Pairing Devices In Linux</vt:lpstr>
      <vt:lpstr>7. Sending Data Over Bluetooth</vt:lpstr>
      <vt:lpstr>7. Sending Data Over Bluetooth</vt:lpstr>
      <vt:lpstr>Bluetooth (BT) Information</vt:lpstr>
      <vt:lpstr>Bluetooth (BT) Information</vt:lpstr>
      <vt:lpstr>Bluetooth Security</vt:lpstr>
      <vt:lpstr>Bluetooth Vulnerabilities</vt:lpstr>
      <vt:lpstr>Bluetooth Low Energy (BLE) Information</vt:lpstr>
      <vt:lpstr>Bluetooth Low Energy (BLE) Security</vt:lpstr>
      <vt:lpstr>Bluetooth Tools</vt:lpstr>
      <vt:lpstr>Bluetooth Tools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Carey Garback</dc:creator>
  <cp:lastModifiedBy>Probert, Neal</cp:lastModifiedBy>
  <cp:revision>10</cp:revision>
  <dcterms:created xsi:type="dcterms:W3CDTF">2026-03-11T18:02:03Z</dcterms:created>
  <dcterms:modified xsi:type="dcterms:W3CDTF">2026-10-15T14:24:48Z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9C55993E-2489-4B16-A624-642EE1CF50C1</vt:lpwstr>
  </property>
  <property fmtid="{D5CDD505-2E9C-101B-9397-08002B2CF9AE}" pid="3" name="ArticulatePath">
    <vt:lpwstr>Presentation1</vt:lpwstr>
  </property>
  <property fmtid="{D5CDD505-2E9C-101B-9397-08002B2CF9AE}" pid="4" name="_dlc_DocIdItemGuid">
    <vt:lpwstr>93579079-5068-410a-b208-65d154b95cd0</vt:lpwstr>
  </property>
  <property fmtid="{D5CDD505-2E9C-101B-9397-08002B2CF9AE}" pid="5" name="ContentTypeId">
    <vt:lpwstr>0x01010067B86F8708159745A0B6896184DE9576</vt:lpwstr>
  </property>
  <property fmtid="{D5CDD505-2E9C-101B-9397-08002B2CF9AE}" pid="6" name="MediaServiceImageTags">
    <vt:lpwstr/>
  </property>
</Properties>
</file>