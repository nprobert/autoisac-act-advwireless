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3"/>
  </p:notesMasterIdLst>
  <p:sldIdLst>
    <p:sldId id="506" r:id="rId6"/>
    <p:sldId id="508" r:id="rId7"/>
    <p:sldId id="509" r:id="rId8"/>
    <p:sldId id="507" r:id="rId9"/>
    <p:sldId id="312" r:id="rId10"/>
    <p:sldId id="310" r:id="rId11"/>
    <p:sldId id="311"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Virtual Box" id="{CAC26D38-A0B5-405B-8045-57259533A223}">
          <p14:sldIdLst>
            <p14:sldId id="508"/>
          </p14:sldIdLst>
        </p14:section>
        <p14:section name="Kali Linux" id="{AF6FF401-F398-49CD-982E-520170691C75}">
          <p14:sldIdLst>
            <p14:sldId id="509"/>
          </p14:sldIdLst>
        </p14:section>
        <p14:section name="Syllabus" id="{A31229EC-853B-4205-8E31-6B44F371A12E}">
          <p14:sldIdLst>
            <p14:sldId id="507"/>
          </p14:sldIdLst>
        </p14:section>
        <p14:section name="FCC ID" id="{996098ED-F625-41E8-8BD8-06E6CC46322C}">
          <p14:sldIdLst>
            <p14:sldId id="312"/>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presProps" Target="presProps.xml"/><Relationship Id="rId10" Type="http://schemas.openxmlformats.org/officeDocument/2006/relationships/slide" Target="slides/slide5.xml"/><Relationship Id="rId19" Type="http://schemas.microsoft.com/office/2016/11/relationships/changesInfo" Target="changesInfos/changesInfo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8/10/2026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8/10/2026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hyperlink" Target="https://docs.oracle.com/en/virtualization/virtualbox/6.0/user/intro-installing.html" TargetMode="External"/><Relationship Id="rId2" Type="http://schemas.openxmlformats.org/officeDocument/2006/relationships/hyperlink" Target="https://www.virtualbox.org/wiki/Downloads" TargetMode="External"/><Relationship Id="rId1" Type="http://schemas.openxmlformats.org/officeDocument/2006/relationships/slideLayout" Target="../slideLayouts/slideLayout2.xml"/><Relationship Id="rId4" Type="http://schemas.openxmlformats.org/officeDocument/2006/relationships/hyperlink" Target="https://www.lifewire.com/install-virtualbox-extension-pack-478242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linuxfordevices.com/tutorials/kali-linux/install-kali-linux-in-virtualbox" TargetMode="External"/><Relationship Id="rId2" Type="http://schemas.openxmlformats.org/officeDocument/2006/relationships/hyperlink" Target="https://www.kali.org/get-kali/#kali-virtual-machines" TargetMode="External"/><Relationship Id="rId1" Type="http://schemas.openxmlformats.org/officeDocument/2006/relationships/slideLayout" Target="../slideLayouts/slideLayout2.xml"/><Relationship Id="rId5" Type="http://schemas.openxmlformats.org/officeDocument/2006/relationships/hyperlink" Target="https://www.kali.org/docs/usb/live-usb-install-with-windows/" TargetMode="External"/><Relationship Id="rId4" Type="http://schemas.openxmlformats.org/officeDocument/2006/relationships/hyperlink" Target="https://www.kali.org/get-kali/#kali-installer-image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4.jpeg"/><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8.jpeg"/><Relationship Id="rId4"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B79438-1929-B66C-5A54-EEE0BFBB59B8}"/>
              </a:ext>
            </a:extLst>
          </p:cNvPr>
          <p:cNvSpPr>
            <a:spLocks noGrp="1"/>
          </p:cNvSpPr>
          <p:nvPr>
            <p:ph type="body" sz="quarter" idx="10"/>
          </p:nvPr>
        </p:nvSpPr>
        <p:spPr/>
        <p:txBody>
          <a:bodyPr/>
          <a:lstStyle/>
          <a:p>
            <a:r>
              <a:rPr lang="en-US" dirty="0"/>
              <a:t>Virtual Box Setup</a:t>
            </a:r>
          </a:p>
        </p:txBody>
      </p:sp>
      <p:sp>
        <p:nvSpPr>
          <p:cNvPr id="4" name="Text Placeholder 3">
            <a:extLst>
              <a:ext uri="{FF2B5EF4-FFF2-40B4-BE49-F238E27FC236}">
                <a16:creationId xmlns:a16="http://schemas.microsoft.com/office/drawing/2014/main" id="{3E53296E-8822-77F5-4641-9716D98ADCC1}"/>
              </a:ext>
            </a:extLst>
          </p:cNvPr>
          <p:cNvSpPr>
            <a:spLocks noGrp="1"/>
          </p:cNvSpPr>
          <p:nvPr>
            <p:ph type="body" sz="quarter" idx="12"/>
          </p:nvPr>
        </p:nvSpPr>
        <p:spPr>
          <a:xfrm>
            <a:off x="270415" y="685800"/>
            <a:ext cx="11658059" cy="5359400"/>
          </a:xfrm>
        </p:spPr>
        <p:txBody>
          <a:bodyPr/>
          <a:lstStyle/>
          <a:p>
            <a:r>
              <a:rPr lang="en-US" dirty="0"/>
              <a:t>VirtualBox is a general-purpose full virtualization software for x86_64 hardware (with version 7.1 additionally for macOS/Arm and with version 7.2 also for Windows/Arm), targeted at laptop, desktop, server and embedded use.</a:t>
            </a:r>
          </a:p>
          <a:p>
            <a:r>
              <a:rPr lang="en-US" dirty="0"/>
              <a:t>The provided laptop comes with VirtualBox setup with a Kali Linux VM and additional applications needed.</a:t>
            </a:r>
          </a:p>
          <a:p>
            <a:r>
              <a:rPr lang="en-US" dirty="0"/>
              <a:t>But if you want to DYI on your own laptop (Windows 10/11), here are some instructions to get started:</a:t>
            </a:r>
          </a:p>
          <a:p>
            <a:pPr marL="285750" indent="-285750">
              <a:buFont typeface="Arial" panose="020B0604020202020204" pitchFamily="34" charset="0"/>
              <a:buChar char="•"/>
            </a:pPr>
            <a:r>
              <a:rPr lang="en-US" dirty="0"/>
              <a:t>Download from here: </a:t>
            </a:r>
            <a:r>
              <a:rPr lang="en-US" dirty="0">
                <a:hlinkClick r:id="rId2"/>
              </a:rPr>
              <a:t>Downloads – Oracle VirtualBox</a:t>
            </a:r>
            <a:endParaRPr lang="en-US" dirty="0"/>
          </a:p>
          <a:p>
            <a:pPr marL="285750" indent="-285750">
              <a:buFont typeface="Arial" panose="020B0604020202020204" pitchFamily="34" charset="0"/>
              <a:buChar char="•"/>
            </a:pPr>
            <a:r>
              <a:rPr lang="en-US" dirty="0"/>
              <a:t>Download both the Windows hosts platform package and the VirtualBox Extension Pack</a:t>
            </a:r>
          </a:p>
          <a:p>
            <a:pPr marL="971550" lvl="1" indent="-285750"/>
            <a:r>
              <a:rPr lang="en-US" sz="1600" dirty="0"/>
              <a:t>Current version is 7.2.14</a:t>
            </a:r>
          </a:p>
          <a:p>
            <a:pPr marL="971550" lvl="1" indent="-285750"/>
            <a:r>
              <a:rPr lang="en-US" sz="1600" dirty="0">
                <a:hlinkClick r:id="rId3"/>
              </a:rPr>
              <a:t>1.5. Installing Oracle VM VirtualBox and Extension Packs</a:t>
            </a:r>
            <a:endParaRPr lang="en-US" sz="1600" dirty="0"/>
          </a:p>
          <a:p>
            <a:pPr marL="285750" indent="-285750">
              <a:buFont typeface="Arial" panose="020B0604020202020204" pitchFamily="34" charset="0"/>
              <a:buChar char="•"/>
            </a:pPr>
            <a:r>
              <a:rPr lang="en-US" dirty="0"/>
              <a:t>Install VirtualBox</a:t>
            </a:r>
          </a:p>
          <a:p>
            <a:pPr marL="971550" lvl="1" indent="-285750"/>
            <a:r>
              <a:rPr lang="en-US" sz="1600" dirty="0"/>
              <a:t>Reboot</a:t>
            </a:r>
          </a:p>
          <a:p>
            <a:pPr marL="971550" lvl="1" indent="-285750"/>
            <a:r>
              <a:rPr lang="en-US" sz="1600" dirty="0"/>
              <a:t>Run VirtualBox</a:t>
            </a:r>
          </a:p>
          <a:p>
            <a:pPr marL="971550" lvl="1" indent="-285750"/>
            <a:r>
              <a:rPr lang="en-US" sz="1600" dirty="0"/>
              <a:t>The Extension Pack is installed from inside VirtualBox</a:t>
            </a:r>
          </a:p>
          <a:p>
            <a:pPr marL="1428750" lvl="2" indent="-285750"/>
            <a:r>
              <a:rPr lang="en-US" sz="1400" dirty="0">
                <a:hlinkClick r:id="rId4"/>
              </a:rPr>
              <a:t>How to Install VirtualBox Extension Pack</a:t>
            </a:r>
            <a:endParaRPr lang="en-US" sz="1400" dirty="0"/>
          </a:p>
          <a:p>
            <a:endParaRPr lang="en-US" dirty="0"/>
          </a:p>
        </p:txBody>
      </p:sp>
    </p:spTree>
    <p:extLst>
      <p:ext uri="{BB962C8B-B14F-4D97-AF65-F5344CB8AC3E}">
        <p14:creationId xmlns:p14="http://schemas.microsoft.com/office/powerpoint/2010/main" val="11387352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0A7F1C4-B3CB-5335-CD67-EDAD8D2A6390}"/>
              </a:ext>
            </a:extLst>
          </p:cNvPr>
          <p:cNvSpPr>
            <a:spLocks noGrp="1"/>
          </p:cNvSpPr>
          <p:nvPr>
            <p:ph type="body" sz="quarter" idx="10"/>
          </p:nvPr>
        </p:nvSpPr>
        <p:spPr/>
        <p:txBody>
          <a:bodyPr/>
          <a:lstStyle/>
          <a:p>
            <a:r>
              <a:rPr lang="en-US" dirty="0"/>
              <a:t>Kali Linux Setup</a:t>
            </a:r>
          </a:p>
        </p:txBody>
      </p:sp>
      <p:sp>
        <p:nvSpPr>
          <p:cNvPr id="4" name="Text Placeholder 3">
            <a:extLst>
              <a:ext uri="{FF2B5EF4-FFF2-40B4-BE49-F238E27FC236}">
                <a16:creationId xmlns:a16="http://schemas.microsoft.com/office/drawing/2014/main" id="{6861CE8A-4CFB-AD02-DB70-80AB233B185D}"/>
              </a:ext>
            </a:extLst>
          </p:cNvPr>
          <p:cNvSpPr>
            <a:spLocks noGrp="1"/>
          </p:cNvSpPr>
          <p:nvPr>
            <p:ph type="body" sz="quarter" idx="12"/>
          </p:nvPr>
        </p:nvSpPr>
        <p:spPr>
          <a:xfrm>
            <a:off x="270415" y="640080"/>
            <a:ext cx="11658059" cy="5405120"/>
          </a:xfrm>
        </p:spPr>
        <p:txBody>
          <a:bodyPr/>
          <a:lstStyle/>
          <a:p>
            <a:r>
              <a:rPr lang="en-US" dirty="0"/>
              <a:t>Kali Linux is an open-source, Debian-based Linux distribution geared towards various information security tasks, such as Penetration Testing, Security Research, Computer Forensics and Reverse Engineering.</a:t>
            </a:r>
          </a:p>
          <a:p>
            <a:r>
              <a:rPr lang="en-US" dirty="0"/>
              <a:t>If you want to DYI on your own laptop, there are 2 ways to go about it:</a:t>
            </a:r>
          </a:p>
          <a:p>
            <a:pPr marL="285750" indent="-285750">
              <a:buFont typeface="Arial" panose="020B0604020202020204" pitchFamily="34" charset="0"/>
              <a:buChar char="•"/>
            </a:pPr>
            <a:r>
              <a:rPr lang="en-US" dirty="0"/>
              <a:t>Kali Linux VirtualBox VM</a:t>
            </a:r>
          </a:p>
          <a:p>
            <a:pPr marL="971550" lvl="1" indent="-285750"/>
            <a:r>
              <a:rPr lang="en-US" sz="1600" dirty="0">
                <a:hlinkClick r:id="rId2"/>
              </a:rPr>
              <a:t>Get Kali | Kali Linux</a:t>
            </a:r>
            <a:r>
              <a:rPr lang="en-US" sz="1600" dirty="0"/>
              <a:t> and download the VirtualBox version</a:t>
            </a:r>
          </a:p>
          <a:p>
            <a:pPr marL="971550" lvl="1" indent="-285750"/>
            <a:r>
              <a:rPr lang="en-US" sz="1600" dirty="0"/>
              <a:t>Add the VM and open the file from inside VirtualBox </a:t>
            </a:r>
          </a:p>
          <a:p>
            <a:pPr marL="971550" lvl="1" indent="-285750"/>
            <a:r>
              <a:rPr lang="en-US" sz="1600" dirty="0">
                <a:hlinkClick r:id="rId3"/>
              </a:rPr>
              <a:t>How to Install Kali Linux in VirtualBox: Complete Setup Guide – </a:t>
            </a:r>
            <a:r>
              <a:rPr lang="en-US" sz="1600" dirty="0" err="1">
                <a:hlinkClick r:id="rId3"/>
              </a:rPr>
              <a:t>LinuxForDevices</a:t>
            </a:r>
            <a:endParaRPr lang="en-US" sz="1600" dirty="0"/>
          </a:p>
          <a:p>
            <a:pPr marL="285750" indent="-285750">
              <a:buFont typeface="Arial" panose="020B0604020202020204" pitchFamily="34" charset="0"/>
              <a:buChar char="•"/>
            </a:pPr>
            <a:r>
              <a:rPr lang="en-US" dirty="0"/>
              <a:t>Bare metal Kali Linux</a:t>
            </a:r>
          </a:p>
          <a:p>
            <a:pPr marL="971550" lvl="1" indent="-285750"/>
            <a:r>
              <a:rPr lang="en-US" sz="1600" dirty="0">
                <a:hlinkClick r:id="rId4"/>
              </a:rPr>
              <a:t>Get Kali | Kali Linux</a:t>
            </a:r>
            <a:r>
              <a:rPr lang="en-US" sz="1600" dirty="0"/>
              <a:t> and download the ISO image to put on a bootable USB thumb drive</a:t>
            </a:r>
          </a:p>
          <a:p>
            <a:pPr marL="971550" lvl="1" indent="-285750"/>
            <a:r>
              <a:rPr lang="en-US" sz="1600" dirty="0"/>
              <a:t>This gets you a Kali Linux that boots up on your Laptop</a:t>
            </a:r>
          </a:p>
          <a:p>
            <a:pPr marL="971550" lvl="1" indent="-285750"/>
            <a:r>
              <a:rPr lang="en-US" sz="1600" dirty="0"/>
              <a:t>However, you may wipe out existing Windows installation or create a dual boot.  Either way you must have space for it on your disk</a:t>
            </a:r>
          </a:p>
          <a:p>
            <a:pPr marL="971550" lvl="1" indent="-285750"/>
            <a:r>
              <a:rPr lang="en-US" sz="1600" dirty="0">
                <a:hlinkClick r:id="rId5"/>
              </a:rPr>
              <a:t>Making a Kali Bootable USB Drive on Windows | Kali Linux Documentation</a:t>
            </a:r>
            <a:endParaRPr lang="en-US" sz="1600" dirty="0"/>
          </a:p>
          <a:p>
            <a:pPr marL="971550" lvl="1" indent="-285750"/>
            <a:endParaRPr lang="en-US" sz="1600" dirty="0"/>
          </a:p>
          <a:p>
            <a:pPr marL="971550" lvl="1" indent="-285750"/>
            <a:endParaRPr lang="en-US" sz="1600" dirty="0"/>
          </a:p>
          <a:p>
            <a:pPr marL="285750" indent="-285750"/>
            <a:endParaRPr lang="en-US" sz="1000" dirty="0"/>
          </a:p>
          <a:p>
            <a:pPr marL="285750" indent="-285750"/>
            <a:endParaRPr lang="en-US" sz="1000" dirty="0"/>
          </a:p>
          <a:p>
            <a:endParaRPr lang="en-US" dirty="0"/>
          </a:p>
        </p:txBody>
      </p:sp>
    </p:spTree>
    <p:extLst>
      <p:ext uri="{BB962C8B-B14F-4D97-AF65-F5344CB8AC3E}">
        <p14:creationId xmlns:p14="http://schemas.microsoft.com/office/powerpoint/2010/main" val="1104338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327941"/>
          </a:xfrm>
        </p:spPr>
        <p:txBody>
          <a:bodyPr>
            <a:normAutofit fontScale="92500" lnSpcReduction="20000"/>
          </a:bodyPr>
          <a:lstStyle/>
          <a:p>
            <a:pPr marL="285750" indent="-285750">
              <a:buFont typeface="Arial" panose="020B0604020202020204" pitchFamily="34" charset="0"/>
              <a:buChar char="•"/>
            </a:pPr>
            <a:r>
              <a:rPr lang="en-US" sz="1600" b="1" dirty="0"/>
              <a:t>FCC ID</a:t>
            </a:r>
          </a:p>
          <a:p>
            <a:pPr marL="971550" lvl="1" indent="-285750"/>
            <a:r>
              <a:rPr lang="en-US" sz="1300" dirty="0"/>
              <a:t>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V2X</a:t>
            </a:r>
          </a:p>
          <a:p>
            <a:pPr marL="971550" lvl="1" indent="-285750"/>
            <a:r>
              <a:rPr lang="en-US" sz="1300" dirty="0"/>
              <a:t>Overview</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6</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4.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3.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4.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docProps/app.xml><?xml version="1.0" encoding="utf-8"?>
<Properties xmlns="http://schemas.openxmlformats.org/officeDocument/2006/extended-properties" xmlns:vt="http://schemas.openxmlformats.org/officeDocument/2006/docPropsVTypes">
  <TotalTime>1328</TotalTime>
  <Words>584</Words>
  <Application>Microsoft Office PowerPoint</Application>
  <PresentationFormat>Widescreen</PresentationFormat>
  <Paragraphs>85</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ＭＳ Ｐゴシック</vt:lpstr>
      <vt:lpstr>Aptos</vt:lpstr>
      <vt:lpstr>Aptos Display</vt:lpstr>
      <vt:lpstr>Arial</vt:lpstr>
      <vt:lpstr>Roboto</vt:lpstr>
      <vt:lpstr>Wingdings</vt:lpstr>
      <vt:lpstr>Custom Design</vt:lpstr>
      <vt:lpstr>PowerPoint Presentation</vt:lpstr>
      <vt:lpstr>PowerPoint Presentation</vt:lpstr>
      <vt:lpstr>PowerPoint Presentation</vt:lpstr>
      <vt:lpstr>PowerPoint Presentation</vt:lpstr>
      <vt:lpstr>PowerPoint Presentation</vt:lpstr>
      <vt:lpstr>FCCID Lookup – Exercise</vt:lpstr>
      <vt:lpstr>FCCID Lookup – Other Examples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15</cp:revision>
  <dcterms:created xsi:type="dcterms:W3CDTF">2026-03-11T18:02:03Z</dcterms:created>
  <dcterms:modified xsi:type="dcterms:W3CDTF">2026-08-10T15:14:41Z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