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2" r:id="rId5"/>
  </p:sldMasterIdLst>
  <p:notesMasterIdLst>
    <p:notesMasterId r:id="rId11"/>
  </p:notesMasterIdLst>
  <p:sldIdLst>
    <p:sldId id="507" r:id="rId6"/>
    <p:sldId id="506" r:id="rId7"/>
    <p:sldId id="312" r:id="rId8"/>
    <p:sldId id="310" r:id="rId9"/>
    <p:sldId id="311" r:id="rId10"/>
  </p:sldIdLst>
  <p:sldSz cx="12192000" cy="6858000"/>
  <p:notesSz cx="6858000" cy="9144000"/>
  <p:custDataLst>
    <p:tags r:id="rId12"/>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tup" id="{40EEF03E-46C1-4B91-8015-EA960149133A}">
          <p14:sldIdLst>
            <p14:sldId id="507"/>
            <p14:sldId id="506"/>
          </p14:sldIdLst>
        </p14:section>
        <p14:section name="Virtual Box" id="{CAC26D38-A0B5-405B-8045-57259533A223}">
          <p14:sldIdLst/>
        </p14:section>
        <p14:section name="Kali Linux" id="{A31229EC-853B-4205-8E31-6B44F371A12E}">
          <p14:sldIdLst/>
        </p14:section>
        <p14:section name="FCC ID" id="{996098ED-F625-41E8-8BD8-06E6CC46322C}">
          <p14:sldIdLst>
            <p14:sldId id="312"/>
            <p14:sldId id="310"/>
            <p14:sldId id="31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EA02856-269D-4F17-A7F6-0B8C7D84C0B3}" v="7" dt="2026-03-11T21:04:40.86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slide" Target="slides/slide2.xml"/><Relationship Id="rId12" Type="http://schemas.openxmlformats.org/officeDocument/2006/relationships/tags" Target="tags/tag1.xml"/><Relationship Id="rId17"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notesMaster" Target="notesMasters/notesMaster1.xml"/><Relationship Id="rId5" Type="http://schemas.openxmlformats.org/officeDocument/2006/relationships/slideMaster" Target="slideMasters/slideMaster1.xml"/><Relationship Id="rId15" Type="http://schemas.openxmlformats.org/officeDocument/2006/relationships/theme" Target="theme/theme1.xml"/><Relationship Id="rId10" Type="http://schemas.openxmlformats.org/officeDocument/2006/relationships/slide" Target="slides/slide5.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arey Garback" userId="dc25ffa4-de89-4779-8381-34524c87e417" providerId="ADAL" clId="{6E1D5EB8-13F6-40DF-B512-351F8F358EAF}"/>
    <pc:docChg chg="undo custSel delSld modSld addMainMaster delMainMaster modMainMaster">
      <pc:chgData name="Carey Garback" userId="dc25ffa4-de89-4779-8381-34524c87e417" providerId="ADAL" clId="{6E1D5EB8-13F6-40DF-B512-351F8F358EAF}" dt="2026-03-11T21:17:14.370" v="429" actId="478"/>
      <pc:docMkLst>
        <pc:docMk/>
      </pc:docMkLst>
      <pc:sldChg chg="modSp mod modClrScheme chgLayout">
        <pc:chgData name="Carey Garback" userId="dc25ffa4-de89-4779-8381-34524c87e417" providerId="ADAL" clId="{6E1D5EB8-13F6-40DF-B512-351F8F358EAF}" dt="2026-03-11T21:16:21.167" v="425" actId="1036"/>
        <pc:sldMkLst>
          <pc:docMk/>
          <pc:sldMk cId="0" sldId="272"/>
        </pc:sldMkLst>
        <pc:spChg chg="mod ord">
          <ac:chgData name="Carey Garback" userId="dc25ffa4-de89-4779-8381-34524c87e417" providerId="ADAL" clId="{6E1D5EB8-13F6-40DF-B512-351F8F358EAF}" dt="2026-03-11T21:16:09.261" v="398" actId="404"/>
          <ac:spMkLst>
            <pc:docMk/>
            <pc:sldMk cId="0" sldId="272"/>
            <ac:spMk id="3" creationId="{00000000-0000-0000-0000-000000000000}"/>
          </ac:spMkLst>
        </pc:spChg>
        <pc:spChg chg="mod ord">
          <ac:chgData name="Carey Garback" userId="dc25ffa4-de89-4779-8381-34524c87e417" providerId="ADAL" clId="{6E1D5EB8-13F6-40DF-B512-351F8F358EAF}" dt="2026-03-11T20:57:21.127" v="111" actId="700"/>
          <ac:spMkLst>
            <pc:docMk/>
            <pc:sldMk cId="0" sldId="272"/>
            <ac:spMk id="4" creationId="{00000000-0000-0000-0000-000000000000}"/>
          </ac:spMkLst>
        </pc:spChg>
        <pc:graphicFrameChg chg="mod">
          <ac:chgData name="Carey Garback" userId="dc25ffa4-de89-4779-8381-34524c87e417" providerId="ADAL" clId="{6E1D5EB8-13F6-40DF-B512-351F8F358EAF}" dt="2026-03-11T21:16:21.167" v="425" actId="1036"/>
          <ac:graphicFrameMkLst>
            <pc:docMk/>
            <pc:sldMk cId="0" sldId="272"/>
            <ac:graphicFrameMk id="2" creationId="{00000000-0000-0000-0000-000000000000}"/>
          </ac:graphicFrameMkLst>
        </pc:graphicFrameChg>
      </pc:sldChg>
      <pc:sldChg chg="modSp mod modClrScheme chgLayout">
        <pc:chgData name="Carey Garback" userId="dc25ffa4-de89-4779-8381-34524c87e417" providerId="ADAL" clId="{6E1D5EB8-13F6-40DF-B512-351F8F358EAF}" dt="2026-03-11T20:57:21.127" v="111" actId="700"/>
        <pc:sldMkLst>
          <pc:docMk/>
          <pc:sldMk cId="0" sldId="273"/>
        </pc:sldMkLst>
        <pc:spChg chg="mod ord">
          <ac:chgData name="Carey Garback" userId="dc25ffa4-de89-4779-8381-34524c87e417" providerId="ADAL" clId="{6E1D5EB8-13F6-40DF-B512-351F8F358EAF}" dt="2026-03-11T20:57:21.127" v="111" actId="700"/>
          <ac:spMkLst>
            <pc:docMk/>
            <pc:sldMk cId="0" sldId="273"/>
            <ac:spMk id="2" creationId="{00000000-0000-0000-0000-000000000000}"/>
          </ac:spMkLst>
        </pc:spChg>
        <pc:spChg chg="mod ord">
          <ac:chgData name="Carey Garback" userId="dc25ffa4-de89-4779-8381-34524c87e417" providerId="ADAL" clId="{6E1D5EB8-13F6-40DF-B512-351F8F358EAF}" dt="2026-03-11T20:57:21.127" v="111" actId="700"/>
          <ac:spMkLst>
            <pc:docMk/>
            <pc:sldMk cId="0" sldId="273"/>
            <ac:spMk id="15"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274"/>
        </pc:sldMkLst>
        <pc:spChg chg="mod ord">
          <ac:chgData name="Carey Garback" userId="dc25ffa4-de89-4779-8381-34524c87e417" providerId="ADAL" clId="{6E1D5EB8-13F6-40DF-B512-351F8F358EAF}" dt="2026-03-11T20:57:21.127" v="111" actId="700"/>
          <ac:spMkLst>
            <pc:docMk/>
            <pc:sldMk cId="0" sldId="274"/>
            <ac:spMk id="2" creationId="{00000000-0000-0000-0000-000000000000}"/>
          </ac:spMkLst>
        </pc:spChg>
        <pc:spChg chg="mod ord">
          <ac:chgData name="Carey Garback" userId="dc25ffa4-de89-4779-8381-34524c87e417" providerId="ADAL" clId="{6E1D5EB8-13F6-40DF-B512-351F8F358EAF}" dt="2026-03-11T20:57:21.127" v="111" actId="700"/>
          <ac:spMkLst>
            <pc:docMk/>
            <pc:sldMk cId="0" sldId="274"/>
            <ac:spMk id="11"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275"/>
        </pc:sldMkLst>
        <pc:spChg chg="mod ord">
          <ac:chgData name="Carey Garback" userId="dc25ffa4-de89-4779-8381-34524c87e417" providerId="ADAL" clId="{6E1D5EB8-13F6-40DF-B512-351F8F358EAF}" dt="2026-03-11T20:57:21.127" v="111" actId="700"/>
          <ac:spMkLst>
            <pc:docMk/>
            <pc:sldMk cId="0" sldId="275"/>
            <ac:spMk id="3" creationId="{00000000-0000-0000-0000-000000000000}"/>
          </ac:spMkLst>
        </pc:spChg>
        <pc:spChg chg="mod ord">
          <ac:chgData name="Carey Garback" userId="dc25ffa4-de89-4779-8381-34524c87e417" providerId="ADAL" clId="{6E1D5EB8-13F6-40DF-B512-351F8F358EAF}" dt="2026-03-11T20:57:21.127" v="111" actId="700"/>
          <ac:spMkLst>
            <pc:docMk/>
            <pc:sldMk cId="0" sldId="275"/>
            <ac:spMk id="4" creationId="{00000000-0000-0000-0000-000000000000}"/>
          </ac:spMkLst>
        </pc:spChg>
      </pc:sldChg>
      <pc:sldChg chg="delSp modSp mod modClrScheme chgLayout">
        <pc:chgData name="Carey Garback" userId="dc25ffa4-de89-4779-8381-34524c87e417" providerId="ADAL" clId="{6E1D5EB8-13F6-40DF-B512-351F8F358EAF}" dt="2026-03-11T20:57:21.127" v="111" actId="700"/>
        <pc:sldMkLst>
          <pc:docMk/>
          <pc:sldMk cId="0" sldId="277"/>
        </pc:sldMkLst>
        <pc:spChg chg="mod ord">
          <ac:chgData name="Carey Garback" userId="dc25ffa4-de89-4779-8381-34524c87e417" providerId="ADAL" clId="{6E1D5EB8-13F6-40DF-B512-351F8F358EAF}" dt="2026-03-11T20:57:21.127" v="111" actId="700"/>
          <ac:spMkLst>
            <pc:docMk/>
            <pc:sldMk cId="0" sldId="277"/>
            <ac:spMk id="235" creationId="{00000000-0000-0000-0000-000000000000}"/>
          </ac:spMkLst>
        </pc:spChg>
        <pc:spChg chg="mod ord">
          <ac:chgData name="Carey Garback" userId="dc25ffa4-de89-4779-8381-34524c87e417" providerId="ADAL" clId="{6E1D5EB8-13F6-40DF-B512-351F8F358EAF}" dt="2026-03-11T20:57:21.127" v="111" actId="700"/>
          <ac:spMkLst>
            <pc:docMk/>
            <pc:sldMk cId="0" sldId="277"/>
            <ac:spMk id="236" creationId="{00000000-0000-0000-0000-000000000000}"/>
          </ac:spMkLst>
        </pc:spChg>
        <pc:spChg chg="del">
          <ac:chgData name="Carey Garback" userId="dc25ffa4-de89-4779-8381-34524c87e417" providerId="ADAL" clId="{6E1D5EB8-13F6-40DF-B512-351F8F358EAF}" dt="2026-03-11T20:51:06.747" v="53" actId="478"/>
          <ac:spMkLst>
            <pc:docMk/>
            <pc:sldMk cId="0" sldId="277"/>
            <ac:spMk id="237" creationId="{00000000-0000-0000-0000-000000000000}"/>
          </ac:spMkLst>
        </pc:spChg>
      </pc:sldChg>
      <pc:sldChg chg="addSp delSp modSp del mod modClrScheme chgLayout">
        <pc:chgData name="Carey Garback" userId="dc25ffa4-de89-4779-8381-34524c87e417" providerId="ADAL" clId="{6E1D5EB8-13F6-40DF-B512-351F8F358EAF}" dt="2026-03-11T21:02:37.558" v="179" actId="47"/>
        <pc:sldMkLst>
          <pc:docMk/>
          <pc:sldMk cId="0" sldId="283"/>
        </pc:sldMkLst>
        <pc:spChg chg="mod">
          <ac:chgData name="Carey Garback" userId="dc25ffa4-de89-4779-8381-34524c87e417" providerId="ADAL" clId="{6E1D5EB8-13F6-40DF-B512-351F8F358EAF}" dt="2026-03-11T20:48:16.823" v="26" actId="122"/>
          <ac:spMkLst>
            <pc:docMk/>
            <pc:sldMk cId="0" sldId="283"/>
            <ac:spMk id="2" creationId="{00000000-0000-0000-0000-000000000000}"/>
          </ac:spMkLst>
        </pc:spChg>
        <pc:spChg chg="del">
          <ac:chgData name="Carey Garback" userId="dc25ffa4-de89-4779-8381-34524c87e417" providerId="ADAL" clId="{6E1D5EB8-13F6-40DF-B512-351F8F358EAF}" dt="2026-03-11T20:47:34.307" v="11" actId="478"/>
          <ac:spMkLst>
            <pc:docMk/>
            <pc:sldMk cId="0" sldId="283"/>
            <ac:spMk id="3" creationId="{00000000-0000-0000-0000-000000000000}"/>
          </ac:spMkLst>
        </pc:spChg>
        <pc:spChg chg="add del mod ord">
          <ac:chgData name="Carey Garback" userId="dc25ffa4-de89-4779-8381-34524c87e417" providerId="ADAL" clId="{6E1D5EB8-13F6-40DF-B512-351F8F358EAF}" dt="2026-03-11T20:47:04.265" v="2" actId="478"/>
          <ac:spMkLst>
            <pc:docMk/>
            <pc:sldMk cId="0" sldId="283"/>
            <ac:spMk id="4" creationId="{97632196-89BD-C7F0-DBD2-2D6818DF3201}"/>
          </ac:spMkLst>
        </pc:spChg>
        <pc:spChg chg="add del mod ord">
          <ac:chgData name="Carey Garback" userId="dc25ffa4-de89-4779-8381-34524c87e417" providerId="ADAL" clId="{6E1D5EB8-13F6-40DF-B512-351F8F358EAF}" dt="2026-03-11T20:47:09.019" v="3" actId="478"/>
          <ac:spMkLst>
            <pc:docMk/>
            <pc:sldMk cId="0" sldId="283"/>
            <ac:spMk id="5" creationId="{F109EC6E-FF5E-0D09-3536-67771EBDC5DA}"/>
          </ac:spMkLst>
        </pc:spChg>
      </pc:sldChg>
      <pc:sldChg chg="addSp modSp mod modClrScheme chgLayout">
        <pc:chgData name="Carey Garback" userId="dc25ffa4-de89-4779-8381-34524c87e417" providerId="ADAL" clId="{6E1D5EB8-13F6-40DF-B512-351F8F358EAF}" dt="2026-03-11T21:02:41.265" v="181" actId="20577"/>
        <pc:sldMkLst>
          <pc:docMk/>
          <pc:sldMk cId="0" sldId="284"/>
        </pc:sldMkLst>
        <pc:spChg chg="mod ord">
          <ac:chgData name="Carey Garback" userId="dc25ffa4-de89-4779-8381-34524c87e417" providerId="ADAL" clId="{6E1D5EB8-13F6-40DF-B512-351F8F358EAF}" dt="2026-03-11T21:00:46.152" v="149" actId="1076"/>
          <ac:spMkLst>
            <pc:docMk/>
            <pc:sldMk cId="0" sldId="284"/>
            <ac:spMk id="2" creationId="{00000000-0000-0000-0000-000000000000}"/>
          </ac:spMkLst>
        </pc:spChg>
        <pc:spChg chg="mod">
          <ac:chgData name="Carey Garback" userId="dc25ffa4-de89-4779-8381-34524c87e417" providerId="ADAL" clId="{6E1D5EB8-13F6-40DF-B512-351F8F358EAF}" dt="2026-03-11T21:00:42.106" v="148" actId="1036"/>
          <ac:spMkLst>
            <pc:docMk/>
            <pc:sldMk cId="0" sldId="284"/>
            <ac:spMk id="3" creationId="{00000000-0000-0000-0000-000000000000}"/>
          </ac:spMkLst>
        </pc:spChg>
        <pc:spChg chg="add mod">
          <ac:chgData name="Carey Garback" userId="dc25ffa4-de89-4779-8381-34524c87e417" providerId="ADAL" clId="{6E1D5EB8-13F6-40DF-B512-351F8F358EAF}" dt="2026-03-11T21:02:41.265" v="181" actId="20577"/>
          <ac:spMkLst>
            <pc:docMk/>
            <pc:sldMk cId="0" sldId="284"/>
            <ac:spMk id="5" creationId="{0A99B574-4EB3-874B-D372-0652085B8A06}"/>
          </ac:spMkLst>
        </pc:spChg>
      </pc:sldChg>
      <pc:sldChg chg="modSp mod modClrScheme chgLayout">
        <pc:chgData name="Carey Garback" userId="dc25ffa4-de89-4779-8381-34524c87e417" providerId="ADAL" clId="{6E1D5EB8-13F6-40DF-B512-351F8F358EAF}" dt="2026-03-11T20:57:21.127" v="111" actId="700"/>
        <pc:sldMkLst>
          <pc:docMk/>
          <pc:sldMk cId="0" sldId="285"/>
        </pc:sldMkLst>
        <pc:spChg chg="mod ord">
          <ac:chgData name="Carey Garback" userId="dc25ffa4-de89-4779-8381-34524c87e417" providerId="ADAL" clId="{6E1D5EB8-13F6-40DF-B512-351F8F358EAF}" dt="2026-03-11T20:57:21.127" v="111" actId="700"/>
          <ac:spMkLst>
            <pc:docMk/>
            <pc:sldMk cId="0" sldId="285"/>
            <ac:spMk id="2"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286"/>
        </pc:sldMkLst>
        <pc:spChg chg="mod ord">
          <ac:chgData name="Carey Garback" userId="dc25ffa4-de89-4779-8381-34524c87e417" providerId="ADAL" clId="{6E1D5EB8-13F6-40DF-B512-351F8F358EAF}" dt="2026-03-11T20:57:21.127" v="111" actId="700"/>
          <ac:spMkLst>
            <pc:docMk/>
            <pc:sldMk cId="0" sldId="286"/>
            <ac:spMk id="2"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287"/>
        </pc:sldMkLst>
        <pc:spChg chg="mod ord">
          <ac:chgData name="Carey Garback" userId="dc25ffa4-de89-4779-8381-34524c87e417" providerId="ADAL" clId="{6E1D5EB8-13F6-40DF-B512-351F8F358EAF}" dt="2026-03-11T20:57:21.127" v="111" actId="700"/>
          <ac:spMkLst>
            <pc:docMk/>
            <pc:sldMk cId="0" sldId="287"/>
            <ac:spMk id="2"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288"/>
        </pc:sldMkLst>
        <pc:spChg chg="mod ord">
          <ac:chgData name="Carey Garback" userId="dc25ffa4-de89-4779-8381-34524c87e417" providerId="ADAL" clId="{6E1D5EB8-13F6-40DF-B512-351F8F358EAF}" dt="2026-03-11T20:57:21.127" v="111" actId="700"/>
          <ac:spMkLst>
            <pc:docMk/>
            <pc:sldMk cId="0" sldId="288"/>
            <ac:spMk id="2"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289"/>
        </pc:sldMkLst>
        <pc:spChg chg="mod ord">
          <ac:chgData name="Carey Garback" userId="dc25ffa4-de89-4779-8381-34524c87e417" providerId="ADAL" clId="{6E1D5EB8-13F6-40DF-B512-351F8F358EAF}" dt="2026-03-11T20:57:21.127" v="111" actId="700"/>
          <ac:spMkLst>
            <pc:docMk/>
            <pc:sldMk cId="0" sldId="289"/>
            <ac:spMk id="2"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290"/>
        </pc:sldMkLst>
        <pc:spChg chg="mod ord">
          <ac:chgData name="Carey Garback" userId="dc25ffa4-de89-4779-8381-34524c87e417" providerId="ADAL" clId="{6E1D5EB8-13F6-40DF-B512-351F8F358EAF}" dt="2026-03-11T20:57:21.127" v="111" actId="700"/>
          <ac:spMkLst>
            <pc:docMk/>
            <pc:sldMk cId="0" sldId="290"/>
            <ac:spMk id="2"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291"/>
        </pc:sldMkLst>
        <pc:spChg chg="mod ord">
          <ac:chgData name="Carey Garback" userId="dc25ffa4-de89-4779-8381-34524c87e417" providerId="ADAL" clId="{6E1D5EB8-13F6-40DF-B512-351F8F358EAF}" dt="2026-03-11T20:57:21.127" v="111" actId="700"/>
          <ac:spMkLst>
            <pc:docMk/>
            <pc:sldMk cId="0" sldId="291"/>
            <ac:spMk id="2"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292"/>
        </pc:sldMkLst>
        <pc:spChg chg="mod ord">
          <ac:chgData name="Carey Garback" userId="dc25ffa4-de89-4779-8381-34524c87e417" providerId="ADAL" clId="{6E1D5EB8-13F6-40DF-B512-351F8F358EAF}" dt="2026-03-11T20:57:21.127" v="111" actId="700"/>
          <ac:spMkLst>
            <pc:docMk/>
            <pc:sldMk cId="0" sldId="292"/>
            <ac:spMk id="2"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293"/>
        </pc:sldMkLst>
        <pc:spChg chg="mod ord">
          <ac:chgData name="Carey Garback" userId="dc25ffa4-de89-4779-8381-34524c87e417" providerId="ADAL" clId="{6E1D5EB8-13F6-40DF-B512-351F8F358EAF}" dt="2026-03-11T20:57:21.127" v="111" actId="700"/>
          <ac:spMkLst>
            <pc:docMk/>
            <pc:sldMk cId="0" sldId="293"/>
            <ac:spMk id="2"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294"/>
        </pc:sldMkLst>
        <pc:spChg chg="mod ord">
          <ac:chgData name="Carey Garback" userId="dc25ffa4-de89-4779-8381-34524c87e417" providerId="ADAL" clId="{6E1D5EB8-13F6-40DF-B512-351F8F358EAF}" dt="2026-03-11T20:57:21.127" v="111" actId="700"/>
          <ac:spMkLst>
            <pc:docMk/>
            <pc:sldMk cId="0" sldId="294"/>
            <ac:spMk id="2"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295"/>
        </pc:sldMkLst>
        <pc:spChg chg="mod ord">
          <ac:chgData name="Carey Garback" userId="dc25ffa4-de89-4779-8381-34524c87e417" providerId="ADAL" clId="{6E1D5EB8-13F6-40DF-B512-351F8F358EAF}" dt="2026-03-11T20:57:21.127" v="111" actId="700"/>
          <ac:spMkLst>
            <pc:docMk/>
            <pc:sldMk cId="0" sldId="295"/>
            <ac:spMk id="2"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296"/>
        </pc:sldMkLst>
        <pc:spChg chg="mod ord">
          <ac:chgData name="Carey Garback" userId="dc25ffa4-de89-4779-8381-34524c87e417" providerId="ADAL" clId="{6E1D5EB8-13F6-40DF-B512-351F8F358EAF}" dt="2026-03-11T20:57:21.127" v="111" actId="700"/>
          <ac:spMkLst>
            <pc:docMk/>
            <pc:sldMk cId="0" sldId="296"/>
            <ac:spMk id="2"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297"/>
        </pc:sldMkLst>
        <pc:spChg chg="mod ord">
          <ac:chgData name="Carey Garback" userId="dc25ffa4-de89-4779-8381-34524c87e417" providerId="ADAL" clId="{6E1D5EB8-13F6-40DF-B512-351F8F358EAF}" dt="2026-03-11T20:57:21.127" v="111" actId="700"/>
          <ac:spMkLst>
            <pc:docMk/>
            <pc:sldMk cId="0" sldId="297"/>
            <ac:spMk id="2"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298"/>
        </pc:sldMkLst>
        <pc:spChg chg="mod ord">
          <ac:chgData name="Carey Garback" userId="dc25ffa4-de89-4779-8381-34524c87e417" providerId="ADAL" clId="{6E1D5EB8-13F6-40DF-B512-351F8F358EAF}" dt="2026-03-11T20:57:21.127" v="111" actId="700"/>
          <ac:spMkLst>
            <pc:docMk/>
            <pc:sldMk cId="0" sldId="298"/>
            <ac:spMk id="2"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299"/>
        </pc:sldMkLst>
        <pc:spChg chg="mod ord">
          <ac:chgData name="Carey Garback" userId="dc25ffa4-de89-4779-8381-34524c87e417" providerId="ADAL" clId="{6E1D5EB8-13F6-40DF-B512-351F8F358EAF}" dt="2026-03-11T20:57:21.127" v="111" actId="700"/>
          <ac:spMkLst>
            <pc:docMk/>
            <pc:sldMk cId="0" sldId="299"/>
            <ac:spMk id="2"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300"/>
        </pc:sldMkLst>
        <pc:spChg chg="mod ord">
          <ac:chgData name="Carey Garback" userId="dc25ffa4-de89-4779-8381-34524c87e417" providerId="ADAL" clId="{6E1D5EB8-13F6-40DF-B512-351F8F358EAF}" dt="2026-03-11T20:57:21.127" v="111" actId="700"/>
          <ac:spMkLst>
            <pc:docMk/>
            <pc:sldMk cId="0" sldId="300"/>
            <ac:spMk id="2" creationId="{00000000-0000-0000-0000-000000000000}"/>
          </ac:spMkLst>
        </pc:spChg>
      </pc:sldChg>
      <pc:sldChg chg="modSp mod modClrScheme chgLayout">
        <pc:chgData name="Carey Garback" userId="dc25ffa4-de89-4779-8381-34524c87e417" providerId="ADAL" clId="{6E1D5EB8-13F6-40DF-B512-351F8F358EAF}" dt="2026-03-11T21:05:34.897" v="212" actId="14100"/>
        <pc:sldMkLst>
          <pc:docMk/>
          <pc:sldMk cId="0" sldId="301"/>
        </pc:sldMkLst>
        <pc:spChg chg="mod ord">
          <ac:chgData name="Carey Garback" userId="dc25ffa4-de89-4779-8381-34524c87e417" providerId="ADAL" clId="{6E1D5EB8-13F6-40DF-B512-351F8F358EAF}" dt="2026-03-11T21:05:29.945" v="211" actId="1038"/>
          <ac:spMkLst>
            <pc:docMk/>
            <pc:sldMk cId="0" sldId="301"/>
            <ac:spMk id="302" creationId="{00000000-0000-0000-0000-000000000000}"/>
          </ac:spMkLst>
        </pc:spChg>
        <pc:spChg chg="mod ord">
          <ac:chgData name="Carey Garback" userId="dc25ffa4-de89-4779-8381-34524c87e417" providerId="ADAL" clId="{6E1D5EB8-13F6-40DF-B512-351F8F358EAF}" dt="2026-03-11T21:05:34.897" v="212" actId="14100"/>
          <ac:spMkLst>
            <pc:docMk/>
            <pc:sldMk cId="0" sldId="301"/>
            <ac:spMk id="303" creationId="{00000000-0000-0000-0000-000000000000}"/>
          </ac:spMkLst>
        </pc:spChg>
      </pc:sldChg>
      <pc:sldChg chg="modSp mod modClrScheme chgLayout">
        <pc:chgData name="Carey Garback" userId="dc25ffa4-de89-4779-8381-34524c87e417" providerId="ADAL" clId="{6E1D5EB8-13F6-40DF-B512-351F8F358EAF}" dt="2026-03-11T20:59:36.646" v="112" actId="1076"/>
        <pc:sldMkLst>
          <pc:docMk/>
          <pc:sldMk cId="0" sldId="302"/>
        </pc:sldMkLst>
        <pc:spChg chg="mod ord">
          <ac:chgData name="Carey Garback" userId="dc25ffa4-de89-4779-8381-34524c87e417" providerId="ADAL" clId="{6E1D5EB8-13F6-40DF-B512-351F8F358EAF}" dt="2026-03-11T20:59:36.646" v="112" actId="1076"/>
          <ac:spMkLst>
            <pc:docMk/>
            <pc:sldMk cId="0" sldId="302"/>
            <ac:spMk id="308" creationId="{00000000-0000-0000-0000-000000000000}"/>
          </ac:spMkLst>
        </pc:spChg>
        <pc:spChg chg="mod ord">
          <ac:chgData name="Carey Garback" userId="dc25ffa4-de89-4779-8381-34524c87e417" providerId="ADAL" clId="{6E1D5EB8-13F6-40DF-B512-351F8F358EAF}" dt="2026-03-11T20:57:21.127" v="111" actId="700"/>
          <ac:spMkLst>
            <pc:docMk/>
            <pc:sldMk cId="0" sldId="302"/>
            <ac:spMk id="310"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303"/>
        </pc:sldMkLst>
        <pc:spChg chg="mod ord">
          <ac:chgData name="Carey Garback" userId="dc25ffa4-de89-4779-8381-34524c87e417" providerId="ADAL" clId="{6E1D5EB8-13F6-40DF-B512-351F8F358EAF}" dt="2026-03-11T20:57:21.127" v="111" actId="700"/>
          <ac:spMkLst>
            <pc:docMk/>
            <pc:sldMk cId="0" sldId="303"/>
            <ac:spMk id="6" creationId="{00000000-0000-0000-0000-000000000000}"/>
          </ac:spMkLst>
        </pc:spChg>
      </pc:sldChg>
      <pc:sldChg chg="modSp mod modClrScheme chgLayout">
        <pc:chgData name="Carey Garback" userId="dc25ffa4-de89-4779-8381-34524c87e417" providerId="ADAL" clId="{6E1D5EB8-13F6-40DF-B512-351F8F358EAF}" dt="2026-03-11T21:11:13.525" v="323" actId="1076"/>
        <pc:sldMkLst>
          <pc:docMk/>
          <pc:sldMk cId="0" sldId="304"/>
        </pc:sldMkLst>
        <pc:spChg chg="mod ord">
          <ac:chgData name="Carey Garback" userId="dc25ffa4-de89-4779-8381-34524c87e417" providerId="ADAL" clId="{6E1D5EB8-13F6-40DF-B512-351F8F358EAF}" dt="2026-03-11T21:11:13.525" v="323" actId="1076"/>
          <ac:spMkLst>
            <pc:docMk/>
            <pc:sldMk cId="0" sldId="304"/>
            <ac:spMk id="8" creationId="{00000000-0000-0000-0000-000000000000}"/>
          </ac:spMkLst>
        </pc:spChg>
        <pc:spChg chg="mod ord">
          <ac:chgData name="Carey Garback" userId="dc25ffa4-de89-4779-8381-34524c87e417" providerId="ADAL" clId="{6E1D5EB8-13F6-40DF-B512-351F8F358EAF}" dt="2026-03-11T20:57:21.127" v="111" actId="700"/>
          <ac:spMkLst>
            <pc:docMk/>
            <pc:sldMk cId="0" sldId="304"/>
            <ac:spMk id="10" creationId="{00000000-0000-0000-0000-000000000000}"/>
          </ac:spMkLst>
        </pc:spChg>
      </pc:sldChg>
      <pc:sldChg chg="modSp mod modClrScheme chgLayout">
        <pc:chgData name="Carey Garback" userId="dc25ffa4-de89-4779-8381-34524c87e417" providerId="ADAL" clId="{6E1D5EB8-13F6-40DF-B512-351F8F358EAF}" dt="2026-03-11T21:11:21.393" v="325" actId="1076"/>
        <pc:sldMkLst>
          <pc:docMk/>
          <pc:sldMk cId="0" sldId="305"/>
        </pc:sldMkLst>
        <pc:spChg chg="mod ord">
          <ac:chgData name="Carey Garback" userId="dc25ffa4-de89-4779-8381-34524c87e417" providerId="ADAL" clId="{6E1D5EB8-13F6-40DF-B512-351F8F358EAF}" dt="2026-03-11T21:11:21.393" v="325" actId="1076"/>
          <ac:spMkLst>
            <pc:docMk/>
            <pc:sldMk cId="0" sldId="305"/>
            <ac:spMk id="8" creationId="{00000000-0000-0000-0000-000000000000}"/>
          </ac:spMkLst>
        </pc:spChg>
        <pc:spChg chg="mod ord">
          <ac:chgData name="Carey Garback" userId="dc25ffa4-de89-4779-8381-34524c87e417" providerId="ADAL" clId="{6E1D5EB8-13F6-40DF-B512-351F8F358EAF}" dt="2026-03-11T20:57:21.127" v="111" actId="700"/>
          <ac:spMkLst>
            <pc:docMk/>
            <pc:sldMk cId="0" sldId="305"/>
            <ac:spMk id="10" creationId="{00000000-0000-0000-0000-000000000000}"/>
          </ac:spMkLst>
        </pc:spChg>
      </pc:sldChg>
      <pc:sldChg chg="modSp mod modClrScheme chgLayout">
        <pc:chgData name="Carey Garback" userId="dc25ffa4-de89-4779-8381-34524c87e417" providerId="ADAL" clId="{6E1D5EB8-13F6-40DF-B512-351F8F358EAF}" dt="2026-03-11T21:11:29.020" v="327" actId="1076"/>
        <pc:sldMkLst>
          <pc:docMk/>
          <pc:sldMk cId="0" sldId="306"/>
        </pc:sldMkLst>
        <pc:spChg chg="mod ord">
          <ac:chgData name="Carey Garback" userId="dc25ffa4-de89-4779-8381-34524c87e417" providerId="ADAL" clId="{6E1D5EB8-13F6-40DF-B512-351F8F358EAF}" dt="2026-03-11T21:11:29.020" v="327" actId="1076"/>
          <ac:spMkLst>
            <pc:docMk/>
            <pc:sldMk cId="0" sldId="306"/>
            <ac:spMk id="8" creationId="{00000000-0000-0000-0000-000000000000}"/>
          </ac:spMkLst>
        </pc:spChg>
        <pc:spChg chg="mod ord">
          <ac:chgData name="Carey Garback" userId="dc25ffa4-de89-4779-8381-34524c87e417" providerId="ADAL" clId="{6E1D5EB8-13F6-40DF-B512-351F8F358EAF}" dt="2026-03-11T20:57:21.127" v="111" actId="700"/>
          <ac:spMkLst>
            <pc:docMk/>
            <pc:sldMk cId="0" sldId="306"/>
            <ac:spMk id="10" creationId="{00000000-0000-0000-0000-000000000000}"/>
          </ac:spMkLst>
        </pc:spChg>
      </pc:sldChg>
      <pc:sldChg chg="delSp modSp mod modClrScheme chgLayout">
        <pc:chgData name="Carey Garback" userId="dc25ffa4-de89-4779-8381-34524c87e417" providerId="ADAL" clId="{6E1D5EB8-13F6-40DF-B512-351F8F358EAF}" dt="2026-03-11T20:59:43.671" v="113" actId="1076"/>
        <pc:sldMkLst>
          <pc:docMk/>
          <pc:sldMk cId="0" sldId="307"/>
        </pc:sldMkLst>
        <pc:spChg chg="mod ord">
          <ac:chgData name="Carey Garback" userId="dc25ffa4-de89-4779-8381-34524c87e417" providerId="ADAL" clId="{6E1D5EB8-13F6-40DF-B512-351F8F358EAF}" dt="2026-03-11T20:59:43.671" v="113" actId="1076"/>
          <ac:spMkLst>
            <pc:docMk/>
            <pc:sldMk cId="0" sldId="307"/>
            <ac:spMk id="479" creationId="{00000000-0000-0000-0000-000000000000}"/>
          </ac:spMkLst>
        </pc:spChg>
        <pc:spChg chg="mod ord">
          <ac:chgData name="Carey Garback" userId="dc25ffa4-de89-4779-8381-34524c87e417" providerId="ADAL" clId="{6E1D5EB8-13F6-40DF-B512-351F8F358EAF}" dt="2026-03-11T20:57:21.127" v="111" actId="700"/>
          <ac:spMkLst>
            <pc:docMk/>
            <pc:sldMk cId="0" sldId="307"/>
            <ac:spMk id="480" creationId="{00000000-0000-0000-0000-000000000000}"/>
          </ac:spMkLst>
        </pc:spChg>
        <pc:spChg chg="del">
          <ac:chgData name="Carey Garback" userId="dc25ffa4-de89-4779-8381-34524c87e417" providerId="ADAL" clId="{6E1D5EB8-13F6-40DF-B512-351F8F358EAF}" dt="2026-03-11T20:51:00.979" v="52" actId="478"/>
          <ac:spMkLst>
            <pc:docMk/>
            <pc:sldMk cId="0" sldId="307"/>
            <ac:spMk id="481"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308"/>
        </pc:sldMkLst>
        <pc:spChg chg="mod ord">
          <ac:chgData name="Carey Garback" userId="dc25ffa4-de89-4779-8381-34524c87e417" providerId="ADAL" clId="{6E1D5EB8-13F6-40DF-B512-351F8F358EAF}" dt="2026-03-11T20:57:21.127" v="111" actId="700"/>
          <ac:spMkLst>
            <pc:docMk/>
            <pc:sldMk cId="0" sldId="308"/>
            <ac:spMk id="487" creationId="{00000000-0000-0000-0000-000000000000}"/>
          </ac:spMkLst>
        </pc:spChg>
        <pc:spChg chg="mod ord">
          <ac:chgData name="Carey Garback" userId="dc25ffa4-de89-4779-8381-34524c87e417" providerId="ADAL" clId="{6E1D5EB8-13F6-40DF-B512-351F8F358EAF}" dt="2026-03-11T20:57:21.127" v="111" actId="700"/>
          <ac:spMkLst>
            <pc:docMk/>
            <pc:sldMk cId="0" sldId="308"/>
            <ac:spMk id="488" creationId="{00000000-0000-0000-0000-000000000000}"/>
          </ac:spMkLst>
        </pc:spChg>
      </pc:sldChg>
      <pc:sldChg chg="delSp mod modClrScheme chgLayout">
        <pc:chgData name="Carey Garback" userId="dc25ffa4-de89-4779-8381-34524c87e417" providerId="ADAL" clId="{6E1D5EB8-13F6-40DF-B512-351F8F358EAF}" dt="2026-03-11T20:57:21.127" v="111" actId="700"/>
        <pc:sldMkLst>
          <pc:docMk/>
          <pc:sldMk cId="0" sldId="309"/>
        </pc:sldMkLst>
        <pc:spChg chg="del">
          <ac:chgData name="Carey Garback" userId="dc25ffa4-de89-4779-8381-34524c87e417" providerId="ADAL" clId="{6E1D5EB8-13F6-40DF-B512-351F8F358EAF}" dt="2026-03-11T20:49:21.684" v="28" actId="700"/>
          <ac:spMkLst>
            <pc:docMk/>
            <pc:sldMk cId="0" sldId="309"/>
            <ac:spMk id="495" creationId="{00000000-0000-0000-0000-000000000000}"/>
          </ac:spMkLst>
        </pc:spChg>
        <pc:spChg chg="del">
          <ac:chgData name="Carey Garback" userId="dc25ffa4-de89-4779-8381-34524c87e417" providerId="ADAL" clId="{6E1D5EB8-13F6-40DF-B512-351F8F358EAF}" dt="2026-03-11T20:49:21.684" v="28" actId="700"/>
          <ac:spMkLst>
            <pc:docMk/>
            <pc:sldMk cId="0" sldId="309"/>
            <ac:spMk id="496" creationId="{00000000-0000-0000-0000-000000000000}"/>
          </ac:spMkLst>
        </pc:spChg>
      </pc:sldChg>
      <pc:sldChg chg="modSp mod modClrScheme chgLayout">
        <pc:chgData name="Carey Garback" userId="dc25ffa4-de89-4779-8381-34524c87e417" providerId="ADAL" clId="{6E1D5EB8-13F6-40DF-B512-351F8F358EAF}" dt="2026-03-11T21:06:03.065" v="216" actId="14100"/>
        <pc:sldMkLst>
          <pc:docMk/>
          <pc:sldMk cId="0" sldId="310"/>
        </pc:sldMkLst>
        <pc:spChg chg="mod ord">
          <ac:chgData name="Carey Garback" userId="dc25ffa4-de89-4779-8381-34524c87e417" providerId="ADAL" clId="{6E1D5EB8-13F6-40DF-B512-351F8F358EAF}" dt="2026-03-11T21:06:03.065" v="216" actId="14100"/>
          <ac:spMkLst>
            <pc:docMk/>
            <pc:sldMk cId="0" sldId="310"/>
            <ac:spMk id="5" creationId="{00000000-0000-0000-0000-000000000000}"/>
          </ac:spMkLst>
        </pc:spChg>
        <pc:spChg chg="mod ord">
          <ac:chgData name="Carey Garback" userId="dc25ffa4-de89-4779-8381-34524c87e417" providerId="ADAL" clId="{6E1D5EB8-13F6-40DF-B512-351F8F358EAF}" dt="2026-03-11T20:57:21.127" v="111" actId="700"/>
          <ac:spMkLst>
            <pc:docMk/>
            <pc:sldMk cId="0" sldId="310"/>
            <ac:spMk id="7" creationId="{00000000-0000-0000-0000-000000000000}"/>
          </ac:spMkLst>
        </pc:spChg>
      </pc:sldChg>
      <pc:sldChg chg="modSp mod modClrScheme chgLayout">
        <pc:chgData name="Carey Garback" userId="dc25ffa4-de89-4779-8381-34524c87e417" providerId="ADAL" clId="{6E1D5EB8-13F6-40DF-B512-351F8F358EAF}" dt="2026-03-11T21:05:54.010" v="215" actId="1076"/>
        <pc:sldMkLst>
          <pc:docMk/>
          <pc:sldMk cId="0" sldId="311"/>
        </pc:sldMkLst>
        <pc:spChg chg="mod ord">
          <ac:chgData name="Carey Garback" userId="dc25ffa4-de89-4779-8381-34524c87e417" providerId="ADAL" clId="{6E1D5EB8-13F6-40DF-B512-351F8F358EAF}" dt="2026-03-11T21:05:54.010" v="215" actId="1076"/>
          <ac:spMkLst>
            <pc:docMk/>
            <pc:sldMk cId="0" sldId="311"/>
            <ac:spMk id="2"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312"/>
        </pc:sldMkLst>
        <pc:spChg chg="mod ord">
          <ac:chgData name="Carey Garback" userId="dc25ffa4-de89-4779-8381-34524c87e417" providerId="ADAL" clId="{6E1D5EB8-13F6-40DF-B512-351F8F358EAF}" dt="2026-03-11T20:57:21.127" v="111" actId="700"/>
          <ac:spMkLst>
            <pc:docMk/>
            <pc:sldMk cId="0" sldId="312"/>
            <ac:spMk id="13" creationId="{00000000-0000-0000-0000-000000000000}"/>
          </ac:spMkLst>
        </pc:spChg>
      </pc:sldChg>
      <pc:sldChg chg="modSp mod modClrScheme chgLayout">
        <pc:chgData name="Carey Garback" userId="dc25ffa4-de89-4779-8381-34524c87e417" providerId="ADAL" clId="{6E1D5EB8-13F6-40DF-B512-351F8F358EAF}" dt="2026-03-11T21:12:26.356" v="366" actId="1076"/>
        <pc:sldMkLst>
          <pc:docMk/>
          <pc:sldMk cId="0" sldId="313"/>
        </pc:sldMkLst>
        <pc:spChg chg="mod ord">
          <ac:chgData name="Carey Garback" userId="dc25ffa4-de89-4779-8381-34524c87e417" providerId="ADAL" clId="{6E1D5EB8-13F6-40DF-B512-351F8F358EAF}" dt="2026-03-11T21:12:26.356" v="366" actId="1076"/>
          <ac:spMkLst>
            <pc:docMk/>
            <pc:sldMk cId="0" sldId="313"/>
            <ac:spMk id="9" creationId="{00000000-0000-0000-0000-000000000000}"/>
          </ac:spMkLst>
        </pc:spChg>
        <pc:spChg chg="mod ord">
          <ac:chgData name="Carey Garback" userId="dc25ffa4-de89-4779-8381-34524c87e417" providerId="ADAL" clId="{6E1D5EB8-13F6-40DF-B512-351F8F358EAF}" dt="2026-03-11T20:57:21.127" v="111" actId="700"/>
          <ac:spMkLst>
            <pc:docMk/>
            <pc:sldMk cId="0" sldId="313"/>
            <ac:spMk id="18" creationId="{00000000-0000-0000-0000-000000000000}"/>
          </ac:spMkLst>
        </pc:spChg>
      </pc:sldChg>
      <pc:sldChg chg="delSp modSp mod modClrScheme chgLayout">
        <pc:chgData name="Carey Garback" userId="dc25ffa4-de89-4779-8381-34524c87e417" providerId="ADAL" clId="{6E1D5EB8-13F6-40DF-B512-351F8F358EAF}" dt="2026-03-11T21:12:37.002" v="369" actId="1076"/>
        <pc:sldMkLst>
          <pc:docMk/>
          <pc:sldMk cId="0" sldId="314"/>
        </pc:sldMkLst>
        <pc:spChg chg="del">
          <ac:chgData name="Carey Garback" userId="dc25ffa4-de89-4779-8381-34524c87e417" providerId="ADAL" clId="{6E1D5EB8-13F6-40DF-B512-351F8F358EAF}" dt="2026-03-11T21:12:30.155" v="367" actId="478"/>
          <ac:spMkLst>
            <pc:docMk/>
            <pc:sldMk cId="0" sldId="314"/>
            <ac:spMk id="2" creationId="{00000000-0000-0000-0000-000000000000}"/>
          </ac:spMkLst>
        </pc:spChg>
        <pc:spChg chg="mod">
          <ac:chgData name="Carey Garback" userId="dc25ffa4-de89-4779-8381-34524c87e417" providerId="ADAL" clId="{6E1D5EB8-13F6-40DF-B512-351F8F358EAF}" dt="2026-03-11T21:12:33.351" v="368" actId="207"/>
          <ac:spMkLst>
            <pc:docMk/>
            <pc:sldMk cId="0" sldId="314"/>
            <ac:spMk id="4" creationId="{00000000-0000-0000-0000-000000000000}"/>
          </ac:spMkLst>
        </pc:spChg>
        <pc:spChg chg="mod">
          <ac:chgData name="Carey Garback" userId="dc25ffa4-de89-4779-8381-34524c87e417" providerId="ADAL" clId="{6E1D5EB8-13F6-40DF-B512-351F8F358EAF}" dt="2026-03-11T21:12:33.351" v="368" actId="207"/>
          <ac:spMkLst>
            <pc:docMk/>
            <pc:sldMk cId="0" sldId="314"/>
            <ac:spMk id="5" creationId="{00000000-0000-0000-0000-000000000000}"/>
          </ac:spMkLst>
        </pc:spChg>
        <pc:spChg chg="mod">
          <ac:chgData name="Carey Garback" userId="dc25ffa4-de89-4779-8381-34524c87e417" providerId="ADAL" clId="{6E1D5EB8-13F6-40DF-B512-351F8F358EAF}" dt="2026-03-11T21:12:33.351" v="368" actId="207"/>
          <ac:spMkLst>
            <pc:docMk/>
            <pc:sldMk cId="0" sldId="314"/>
            <ac:spMk id="6" creationId="{00000000-0000-0000-0000-000000000000}"/>
          </ac:spMkLst>
        </pc:spChg>
        <pc:spChg chg="mod">
          <ac:chgData name="Carey Garback" userId="dc25ffa4-de89-4779-8381-34524c87e417" providerId="ADAL" clId="{6E1D5EB8-13F6-40DF-B512-351F8F358EAF}" dt="2026-03-11T21:12:33.351" v="368" actId="207"/>
          <ac:spMkLst>
            <pc:docMk/>
            <pc:sldMk cId="0" sldId="314"/>
            <ac:spMk id="7" creationId="{00000000-0000-0000-0000-000000000000}"/>
          </ac:spMkLst>
        </pc:spChg>
        <pc:spChg chg="mod ord">
          <ac:chgData name="Carey Garback" userId="dc25ffa4-de89-4779-8381-34524c87e417" providerId="ADAL" clId="{6E1D5EB8-13F6-40DF-B512-351F8F358EAF}" dt="2026-03-11T21:12:37.002" v="369" actId="1076"/>
          <ac:spMkLst>
            <pc:docMk/>
            <pc:sldMk cId="0" sldId="314"/>
            <ac:spMk id="8" creationId="{00000000-0000-0000-0000-000000000000}"/>
          </ac:spMkLst>
        </pc:spChg>
        <pc:spChg chg="mod">
          <ac:chgData name="Carey Garback" userId="dc25ffa4-de89-4779-8381-34524c87e417" providerId="ADAL" clId="{6E1D5EB8-13F6-40DF-B512-351F8F358EAF}" dt="2026-03-11T21:12:33.351" v="368" actId="207"/>
          <ac:spMkLst>
            <pc:docMk/>
            <pc:sldMk cId="0" sldId="314"/>
            <ac:spMk id="9" creationId="{00000000-0000-0000-0000-000000000000}"/>
          </ac:spMkLst>
        </pc:spChg>
        <pc:spChg chg="mod ord">
          <ac:chgData name="Carey Garback" userId="dc25ffa4-de89-4779-8381-34524c87e417" providerId="ADAL" clId="{6E1D5EB8-13F6-40DF-B512-351F8F358EAF}" dt="2026-03-11T21:12:33.351" v="368" actId="207"/>
          <ac:spMkLst>
            <pc:docMk/>
            <pc:sldMk cId="0" sldId="314"/>
            <ac:spMk id="10" creationId="{00000000-0000-0000-0000-000000000000}"/>
          </ac:spMkLst>
        </pc:spChg>
        <pc:spChg chg="mod">
          <ac:chgData name="Carey Garback" userId="dc25ffa4-de89-4779-8381-34524c87e417" providerId="ADAL" clId="{6E1D5EB8-13F6-40DF-B512-351F8F358EAF}" dt="2026-03-11T21:12:33.351" v="368" actId="207"/>
          <ac:spMkLst>
            <pc:docMk/>
            <pc:sldMk cId="0" sldId="314"/>
            <ac:spMk id="11"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315"/>
        </pc:sldMkLst>
        <pc:spChg chg="mod ord">
          <ac:chgData name="Carey Garback" userId="dc25ffa4-de89-4779-8381-34524c87e417" providerId="ADAL" clId="{6E1D5EB8-13F6-40DF-B512-351F8F358EAF}" dt="2026-03-11T20:57:21.127" v="111" actId="700"/>
          <ac:spMkLst>
            <pc:docMk/>
            <pc:sldMk cId="0" sldId="315"/>
            <ac:spMk id="7" creationId="{00000000-0000-0000-0000-000000000000}"/>
          </ac:spMkLst>
        </pc:spChg>
        <pc:spChg chg="mod ord">
          <ac:chgData name="Carey Garback" userId="dc25ffa4-de89-4779-8381-34524c87e417" providerId="ADAL" clId="{6E1D5EB8-13F6-40DF-B512-351F8F358EAF}" dt="2026-03-11T20:57:21.127" v="111" actId="700"/>
          <ac:spMkLst>
            <pc:docMk/>
            <pc:sldMk cId="0" sldId="315"/>
            <ac:spMk id="13" creationId="{00000000-0000-0000-0000-000000000000}"/>
          </ac:spMkLst>
        </pc:spChg>
      </pc:sldChg>
      <pc:sldChg chg="modSp mod modClrScheme chgLayout">
        <pc:chgData name="Carey Garback" userId="dc25ffa4-de89-4779-8381-34524c87e417" providerId="ADAL" clId="{6E1D5EB8-13F6-40DF-B512-351F8F358EAF}" dt="2026-03-11T21:12:46.091" v="371" actId="1076"/>
        <pc:sldMkLst>
          <pc:docMk/>
          <pc:sldMk cId="0" sldId="316"/>
        </pc:sldMkLst>
        <pc:spChg chg="mod ord">
          <ac:chgData name="Carey Garback" userId="dc25ffa4-de89-4779-8381-34524c87e417" providerId="ADAL" clId="{6E1D5EB8-13F6-40DF-B512-351F8F358EAF}" dt="2026-03-11T21:12:46.091" v="371" actId="1076"/>
          <ac:spMkLst>
            <pc:docMk/>
            <pc:sldMk cId="0" sldId="316"/>
            <ac:spMk id="7" creationId="{00000000-0000-0000-0000-000000000000}"/>
          </ac:spMkLst>
        </pc:spChg>
        <pc:spChg chg="mod ord">
          <ac:chgData name="Carey Garback" userId="dc25ffa4-de89-4779-8381-34524c87e417" providerId="ADAL" clId="{6E1D5EB8-13F6-40DF-B512-351F8F358EAF}" dt="2026-03-11T20:57:21.127" v="111" actId="700"/>
          <ac:spMkLst>
            <pc:docMk/>
            <pc:sldMk cId="0" sldId="316"/>
            <ac:spMk id="10" creationId="{00000000-0000-0000-0000-000000000000}"/>
          </ac:spMkLst>
        </pc:spChg>
      </pc:sldChg>
      <pc:sldChg chg="modSp mod modClrScheme chgLayout">
        <pc:chgData name="Carey Garback" userId="dc25ffa4-de89-4779-8381-34524c87e417" providerId="ADAL" clId="{6E1D5EB8-13F6-40DF-B512-351F8F358EAF}" dt="2026-03-11T21:12:55.325" v="373" actId="1076"/>
        <pc:sldMkLst>
          <pc:docMk/>
          <pc:sldMk cId="0" sldId="317"/>
        </pc:sldMkLst>
        <pc:spChg chg="mod ord">
          <ac:chgData name="Carey Garback" userId="dc25ffa4-de89-4779-8381-34524c87e417" providerId="ADAL" clId="{6E1D5EB8-13F6-40DF-B512-351F8F358EAF}" dt="2026-03-11T21:12:55.325" v="373" actId="1076"/>
          <ac:spMkLst>
            <pc:docMk/>
            <pc:sldMk cId="0" sldId="317"/>
            <ac:spMk id="8" creationId="{00000000-0000-0000-0000-000000000000}"/>
          </ac:spMkLst>
        </pc:spChg>
        <pc:spChg chg="mod ord">
          <ac:chgData name="Carey Garback" userId="dc25ffa4-de89-4779-8381-34524c87e417" providerId="ADAL" clId="{6E1D5EB8-13F6-40DF-B512-351F8F358EAF}" dt="2026-03-11T20:57:21.127" v="111" actId="700"/>
          <ac:spMkLst>
            <pc:docMk/>
            <pc:sldMk cId="0" sldId="317"/>
            <ac:spMk id="10"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318"/>
        </pc:sldMkLst>
        <pc:spChg chg="mod ord">
          <ac:chgData name="Carey Garback" userId="dc25ffa4-de89-4779-8381-34524c87e417" providerId="ADAL" clId="{6E1D5EB8-13F6-40DF-B512-351F8F358EAF}" dt="2026-03-11T20:57:21.127" v="111" actId="700"/>
          <ac:spMkLst>
            <pc:docMk/>
            <pc:sldMk cId="0" sldId="318"/>
            <ac:spMk id="9" creationId="{00000000-0000-0000-0000-000000000000}"/>
          </ac:spMkLst>
        </pc:spChg>
        <pc:spChg chg="mod ord">
          <ac:chgData name="Carey Garback" userId="dc25ffa4-de89-4779-8381-34524c87e417" providerId="ADAL" clId="{6E1D5EB8-13F6-40DF-B512-351F8F358EAF}" dt="2026-03-11T20:57:21.127" v="111" actId="700"/>
          <ac:spMkLst>
            <pc:docMk/>
            <pc:sldMk cId="0" sldId="318"/>
            <ac:spMk id="11" creationId="{00000000-0000-0000-0000-000000000000}"/>
          </ac:spMkLst>
        </pc:spChg>
      </pc:sldChg>
      <pc:sldChg chg="modSp mod modClrScheme chgLayout">
        <pc:chgData name="Carey Garback" userId="dc25ffa4-de89-4779-8381-34524c87e417" providerId="ADAL" clId="{6E1D5EB8-13F6-40DF-B512-351F8F358EAF}" dt="2026-03-11T21:13:06.442" v="375" actId="1076"/>
        <pc:sldMkLst>
          <pc:docMk/>
          <pc:sldMk cId="0" sldId="319"/>
        </pc:sldMkLst>
        <pc:spChg chg="mod ord">
          <ac:chgData name="Carey Garback" userId="dc25ffa4-de89-4779-8381-34524c87e417" providerId="ADAL" clId="{6E1D5EB8-13F6-40DF-B512-351F8F358EAF}" dt="2026-03-11T21:13:06.442" v="375" actId="1076"/>
          <ac:spMkLst>
            <pc:docMk/>
            <pc:sldMk cId="0" sldId="319"/>
            <ac:spMk id="7" creationId="{00000000-0000-0000-0000-000000000000}"/>
          </ac:spMkLst>
        </pc:spChg>
        <pc:spChg chg="mod ord">
          <ac:chgData name="Carey Garback" userId="dc25ffa4-de89-4779-8381-34524c87e417" providerId="ADAL" clId="{6E1D5EB8-13F6-40DF-B512-351F8F358EAF}" dt="2026-03-11T20:57:21.127" v="111" actId="700"/>
          <ac:spMkLst>
            <pc:docMk/>
            <pc:sldMk cId="0" sldId="319"/>
            <ac:spMk id="10" creationId="{00000000-0000-0000-0000-000000000000}"/>
          </ac:spMkLst>
        </pc:spChg>
      </pc:sldChg>
      <pc:sldChg chg="delSp modSp mod modClrScheme chgLayout">
        <pc:chgData name="Carey Garback" userId="dc25ffa4-de89-4779-8381-34524c87e417" providerId="ADAL" clId="{6E1D5EB8-13F6-40DF-B512-351F8F358EAF}" dt="2026-03-11T21:06:21.197" v="243" actId="1035"/>
        <pc:sldMkLst>
          <pc:docMk/>
          <pc:sldMk cId="0" sldId="320"/>
        </pc:sldMkLst>
        <pc:spChg chg="del">
          <ac:chgData name="Carey Garback" userId="dc25ffa4-de89-4779-8381-34524c87e417" providerId="ADAL" clId="{6E1D5EB8-13F6-40DF-B512-351F8F358EAF}" dt="2026-03-11T20:51:58.859" v="59" actId="478"/>
          <ac:spMkLst>
            <pc:docMk/>
            <pc:sldMk cId="0" sldId="320"/>
            <ac:spMk id="2" creationId="{00000000-0000-0000-0000-000000000000}"/>
          </ac:spMkLst>
        </pc:spChg>
        <pc:spChg chg="mod">
          <ac:chgData name="Carey Garback" userId="dc25ffa4-de89-4779-8381-34524c87e417" providerId="ADAL" clId="{6E1D5EB8-13F6-40DF-B512-351F8F358EAF}" dt="2026-03-11T20:52:07.165" v="60" actId="207"/>
          <ac:spMkLst>
            <pc:docMk/>
            <pc:sldMk cId="0" sldId="320"/>
            <ac:spMk id="4" creationId="{00000000-0000-0000-0000-000000000000}"/>
          </ac:spMkLst>
        </pc:spChg>
        <pc:spChg chg="mod">
          <ac:chgData name="Carey Garback" userId="dc25ffa4-de89-4779-8381-34524c87e417" providerId="ADAL" clId="{6E1D5EB8-13F6-40DF-B512-351F8F358EAF}" dt="2026-03-11T20:52:07.165" v="60" actId="207"/>
          <ac:spMkLst>
            <pc:docMk/>
            <pc:sldMk cId="0" sldId="320"/>
            <ac:spMk id="5" creationId="{00000000-0000-0000-0000-000000000000}"/>
          </ac:spMkLst>
        </pc:spChg>
        <pc:spChg chg="mod">
          <ac:chgData name="Carey Garback" userId="dc25ffa4-de89-4779-8381-34524c87e417" providerId="ADAL" clId="{6E1D5EB8-13F6-40DF-B512-351F8F358EAF}" dt="2026-03-11T20:52:07.165" v="60" actId="207"/>
          <ac:spMkLst>
            <pc:docMk/>
            <pc:sldMk cId="0" sldId="320"/>
            <ac:spMk id="6" creationId="{00000000-0000-0000-0000-000000000000}"/>
          </ac:spMkLst>
        </pc:spChg>
        <pc:spChg chg="mod">
          <ac:chgData name="Carey Garback" userId="dc25ffa4-de89-4779-8381-34524c87e417" providerId="ADAL" clId="{6E1D5EB8-13F6-40DF-B512-351F8F358EAF}" dt="2026-03-11T20:52:07.165" v="60" actId="207"/>
          <ac:spMkLst>
            <pc:docMk/>
            <pc:sldMk cId="0" sldId="320"/>
            <ac:spMk id="7" creationId="{00000000-0000-0000-0000-000000000000}"/>
          </ac:spMkLst>
        </pc:spChg>
        <pc:spChg chg="mod">
          <ac:chgData name="Carey Garback" userId="dc25ffa4-de89-4779-8381-34524c87e417" providerId="ADAL" clId="{6E1D5EB8-13F6-40DF-B512-351F8F358EAF}" dt="2026-03-11T21:06:21.197" v="243" actId="1035"/>
          <ac:spMkLst>
            <pc:docMk/>
            <pc:sldMk cId="0" sldId="320"/>
            <ac:spMk id="9" creationId="{00000000-0000-0000-0000-000000000000}"/>
          </ac:spMkLst>
        </pc:spChg>
        <pc:spChg chg="mod ord">
          <ac:chgData name="Carey Garback" userId="dc25ffa4-de89-4779-8381-34524c87e417" providerId="ADAL" clId="{6E1D5EB8-13F6-40DF-B512-351F8F358EAF}" dt="2026-03-11T21:06:21.197" v="243" actId="1035"/>
          <ac:spMkLst>
            <pc:docMk/>
            <pc:sldMk cId="0" sldId="320"/>
            <ac:spMk id="10" creationId="{00000000-0000-0000-0000-000000000000}"/>
          </ac:spMkLst>
        </pc:spChg>
        <pc:spChg chg="del mod ord">
          <ac:chgData name="Carey Garback" userId="dc25ffa4-de89-4779-8381-34524c87e417" providerId="ADAL" clId="{6E1D5EB8-13F6-40DF-B512-351F8F358EAF}" dt="2026-03-11T20:52:16.188" v="62" actId="478"/>
          <ac:spMkLst>
            <pc:docMk/>
            <pc:sldMk cId="0" sldId="320"/>
            <ac:spMk id="11" creationId="{00000000-0000-0000-0000-000000000000}"/>
          </ac:spMkLst>
        </pc:spChg>
        <pc:spChg chg="del mod">
          <ac:chgData name="Carey Garback" userId="dc25ffa4-de89-4779-8381-34524c87e417" providerId="ADAL" clId="{6E1D5EB8-13F6-40DF-B512-351F8F358EAF}" dt="2026-03-11T20:52:14.243" v="61" actId="478"/>
          <ac:spMkLst>
            <pc:docMk/>
            <pc:sldMk cId="0" sldId="320"/>
            <ac:spMk id="12" creationId="{00000000-0000-0000-0000-000000000000}"/>
          </ac:spMkLst>
        </pc:spChg>
        <pc:grpChg chg="del">
          <ac:chgData name="Carey Garback" userId="dc25ffa4-de89-4779-8381-34524c87e417" providerId="ADAL" clId="{6E1D5EB8-13F6-40DF-B512-351F8F358EAF}" dt="2026-03-11T20:52:19.283" v="63" actId="478"/>
          <ac:grpSpMkLst>
            <pc:docMk/>
            <pc:sldMk cId="0" sldId="320"/>
            <ac:grpSpMk id="3" creationId="{00000000-0000-0000-0000-000000000000}"/>
          </ac:grpSpMkLst>
        </pc:grpChg>
      </pc:sldChg>
      <pc:sldChg chg="delSp modSp mod modClrScheme chgLayout">
        <pc:chgData name="Carey Garback" userId="dc25ffa4-de89-4779-8381-34524c87e417" providerId="ADAL" clId="{6E1D5EB8-13F6-40DF-B512-351F8F358EAF}" dt="2026-03-11T20:57:21.127" v="111" actId="700"/>
        <pc:sldMkLst>
          <pc:docMk/>
          <pc:sldMk cId="0" sldId="321"/>
        </pc:sldMkLst>
        <pc:spChg chg="del">
          <ac:chgData name="Carey Garback" userId="dc25ffa4-de89-4779-8381-34524c87e417" providerId="ADAL" clId="{6E1D5EB8-13F6-40DF-B512-351F8F358EAF}" dt="2026-03-11T20:52:36.269" v="65" actId="478"/>
          <ac:spMkLst>
            <pc:docMk/>
            <pc:sldMk cId="0" sldId="321"/>
            <ac:spMk id="2" creationId="{00000000-0000-0000-0000-000000000000}"/>
          </ac:spMkLst>
        </pc:spChg>
        <pc:spChg chg="del">
          <ac:chgData name="Carey Garback" userId="dc25ffa4-de89-4779-8381-34524c87e417" providerId="ADAL" clId="{6E1D5EB8-13F6-40DF-B512-351F8F358EAF}" dt="2026-03-11T20:52:53.179" v="68" actId="478"/>
          <ac:spMkLst>
            <pc:docMk/>
            <pc:sldMk cId="0" sldId="321"/>
            <ac:spMk id="4" creationId="{00000000-0000-0000-0000-000000000000}"/>
          </ac:spMkLst>
        </pc:spChg>
        <pc:spChg chg="del">
          <ac:chgData name="Carey Garback" userId="dc25ffa4-de89-4779-8381-34524c87e417" providerId="ADAL" clId="{6E1D5EB8-13F6-40DF-B512-351F8F358EAF}" dt="2026-03-11T20:54:01.539" v="83" actId="478"/>
          <ac:spMkLst>
            <pc:docMk/>
            <pc:sldMk cId="0" sldId="321"/>
            <ac:spMk id="5" creationId="{00000000-0000-0000-0000-000000000000}"/>
          </ac:spMkLst>
        </pc:spChg>
        <pc:spChg chg="del">
          <ac:chgData name="Carey Garback" userId="dc25ffa4-de89-4779-8381-34524c87e417" providerId="ADAL" clId="{6E1D5EB8-13F6-40DF-B512-351F8F358EAF}" dt="2026-03-11T20:53:05.284" v="69" actId="478"/>
          <ac:spMkLst>
            <pc:docMk/>
            <pc:sldMk cId="0" sldId="321"/>
            <ac:spMk id="6" creationId="{00000000-0000-0000-0000-000000000000}"/>
          </ac:spMkLst>
        </pc:spChg>
        <pc:spChg chg="mod ord">
          <ac:chgData name="Carey Garback" userId="dc25ffa4-de89-4779-8381-34524c87e417" providerId="ADAL" clId="{6E1D5EB8-13F6-40DF-B512-351F8F358EAF}" dt="2026-03-11T20:57:21.127" v="111" actId="700"/>
          <ac:spMkLst>
            <pc:docMk/>
            <pc:sldMk cId="0" sldId="321"/>
            <ac:spMk id="9" creationId="{00000000-0000-0000-0000-000000000000}"/>
          </ac:spMkLst>
        </pc:spChg>
        <pc:spChg chg="del">
          <ac:chgData name="Carey Garback" userId="dc25ffa4-de89-4779-8381-34524c87e417" providerId="ADAL" clId="{6E1D5EB8-13F6-40DF-B512-351F8F358EAF}" dt="2026-03-11T20:52:39.323" v="66" actId="478"/>
          <ac:spMkLst>
            <pc:docMk/>
            <pc:sldMk cId="0" sldId="321"/>
            <ac:spMk id="11" creationId="{00000000-0000-0000-0000-000000000000}"/>
          </ac:spMkLst>
        </pc:spChg>
        <pc:spChg chg="del mod">
          <ac:chgData name="Carey Garback" userId="dc25ffa4-de89-4779-8381-34524c87e417" providerId="ADAL" clId="{6E1D5EB8-13F6-40DF-B512-351F8F358EAF}" dt="2026-03-11T20:53:58.875" v="82" actId="478"/>
          <ac:spMkLst>
            <pc:docMk/>
            <pc:sldMk cId="0" sldId="321"/>
            <ac:spMk id="12" creationId="{00000000-0000-0000-0000-000000000000}"/>
          </ac:spMkLst>
        </pc:spChg>
        <pc:grpChg chg="mod">
          <ac:chgData name="Carey Garback" userId="dc25ffa4-de89-4779-8381-34524c87e417" providerId="ADAL" clId="{6E1D5EB8-13F6-40DF-B512-351F8F358EAF}" dt="2026-03-11T20:52:48.410" v="67" actId="1076"/>
          <ac:grpSpMkLst>
            <pc:docMk/>
            <pc:sldMk cId="0" sldId="321"/>
            <ac:grpSpMk id="3" creationId="{00000000-0000-0000-0000-000000000000}"/>
          </ac:grpSpMkLst>
        </pc:grpChg>
      </pc:sldChg>
      <pc:sldChg chg="delSp modSp mod modClrScheme chgLayout">
        <pc:chgData name="Carey Garback" userId="dc25ffa4-de89-4779-8381-34524c87e417" providerId="ADAL" clId="{6E1D5EB8-13F6-40DF-B512-351F8F358EAF}" dt="2026-03-11T20:57:21.127" v="111" actId="700"/>
        <pc:sldMkLst>
          <pc:docMk/>
          <pc:sldMk cId="0" sldId="322"/>
        </pc:sldMkLst>
        <pc:spChg chg="del">
          <ac:chgData name="Carey Garback" userId="dc25ffa4-de89-4779-8381-34524c87e417" providerId="ADAL" clId="{6E1D5EB8-13F6-40DF-B512-351F8F358EAF}" dt="2026-03-11T20:53:21.947" v="71" actId="478"/>
          <ac:spMkLst>
            <pc:docMk/>
            <pc:sldMk cId="0" sldId="322"/>
            <ac:spMk id="2" creationId="{00000000-0000-0000-0000-000000000000}"/>
          </ac:spMkLst>
        </pc:spChg>
        <pc:spChg chg="mod ord">
          <ac:chgData name="Carey Garback" userId="dc25ffa4-de89-4779-8381-34524c87e417" providerId="ADAL" clId="{6E1D5EB8-13F6-40DF-B512-351F8F358EAF}" dt="2026-03-11T20:57:21.127" v="111" actId="700"/>
          <ac:spMkLst>
            <pc:docMk/>
            <pc:sldMk cId="0" sldId="322"/>
            <ac:spMk id="7" creationId="{00000000-0000-0000-0000-000000000000}"/>
          </ac:spMkLst>
        </pc:spChg>
        <pc:spChg chg="mod ord">
          <ac:chgData name="Carey Garback" userId="dc25ffa4-de89-4779-8381-34524c87e417" providerId="ADAL" clId="{6E1D5EB8-13F6-40DF-B512-351F8F358EAF}" dt="2026-03-11T20:57:21.127" v="111" actId="700"/>
          <ac:spMkLst>
            <pc:docMk/>
            <pc:sldMk cId="0" sldId="322"/>
            <ac:spMk id="8" creationId="{00000000-0000-0000-0000-000000000000}"/>
          </ac:spMkLst>
        </pc:spChg>
        <pc:spChg chg="del">
          <ac:chgData name="Carey Garback" userId="dc25ffa4-de89-4779-8381-34524c87e417" providerId="ADAL" clId="{6E1D5EB8-13F6-40DF-B512-351F8F358EAF}" dt="2026-03-11T20:53:25.307" v="72" actId="478"/>
          <ac:spMkLst>
            <pc:docMk/>
            <pc:sldMk cId="0" sldId="322"/>
            <ac:spMk id="19" creationId="{00000000-0000-0000-0000-000000000000}"/>
          </ac:spMkLst>
        </pc:spChg>
        <pc:grpChg chg="del">
          <ac:chgData name="Carey Garback" userId="dc25ffa4-de89-4779-8381-34524c87e417" providerId="ADAL" clId="{6E1D5EB8-13F6-40DF-B512-351F8F358EAF}" dt="2026-03-11T20:53:18.674" v="70" actId="478"/>
          <ac:grpSpMkLst>
            <pc:docMk/>
            <pc:sldMk cId="0" sldId="322"/>
            <ac:grpSpMk id="3" creationId="{00000000-0000-0000-0000-000000000000}"/>
          </ac:grpSpMkLst>
        </pc:grpChg>
      </pc:sldChg>
      <pc:sldChg chg="addSp delSp modSp mod modClrScheme chgLayout">
        <pc:chgData name="Carey Garback" userId="dc25ffa4-de89-4779-8381-34524c87e417" providerId="ADAL" clId="{6E1D5EB8-13F6-40DF-B512-351F8F358EAF}" dt="2026-03-11T20:57:21.127" v="111" actId="700"/>
        <pc:sldMkLst>
          <pc:docMk/>
          <pc:sldMk cId="0" sldId="323"/>
        </pc:sldMkLst>
        <pc:spChg chg="del">
          <ac:chgData name="Carey Garback" userId="dc25ffa4-de89-4779-8381-34524c87e417" providerId="ADAL" clId="{6E1D5EB8-13F6-40DF-B512-351F8F358EAF}" dt="2026-03-11T20:54:30.936" v="89" actId="478"/>
          <ac:spMkLst>
            <pc:docMk/>
            <pc:sldMk cId="0" sldId="323"/>
            <ac:spMk id="2" creationId="{00000000-0000-0000-0000-000000000000}"/>
          </ac:spMkLst>
        </pc:spChg>
        <pc:spChg chg="del">
          <ac:chgData name="Carey Garback" userId="dc25ffa4-de89-4779-8381-34524c87e417" providerId="ADAL" clId="{6E1D5EB8-13F6-40DF-B512-351F8F358EAF}" dt="2026-03-11T20:54:25.451" v="88" actId="478"/>
          <ac:spMkLst>
            <pc:docMk/>
            <pc:sldMk cId="0" sldId="323"/>
            <ac:spMk id="4" creationId="{00000000-0000-0000-0000-000000000000}"/>
          </ac:spMkLst>
        </pc:spChg>
        <pc:spChg chg="del">
          <ac:chgData name="Carey Garback" userId="dc25ffa4-de89-4779-8381-34524c87e417" providerId="ADAL" clId="{6E1D5EB8-13F6-40DF-B512-351F8F358EAF}" dt="2026-03-11T20:54:47.401" v="92" actId="478"/>
          <ac:spMkLst>
            <pc:docMk/>
            <pc:sldMk cId="0" sldId="323"/>
            <ac:spMk id="5" creationId="{00000000-0000-0000-0000-000000000000}"/>
          </ac:spMkLst>
        </pc:spChg>
        <pc:spChg chg="del">
          <ac:chgData name="Carey Garback" userId="dc25ffa4-de89-4779-8381-34524c87e417" providerId="ADAL" clId="{6E1D5EB8-13F6-40DF-B512-351F8F358EAF}" dt="2026-03-11T20:54:53.236" v="94" actId="478"/>
          <ac:spMkLst>
            <pc:docMk/>
            <pc:sldMk cId="0" sldId="323"/>
            <ac:spMk id="6" creationId="{00000000-0000-0000-0000-000000000000}"/>
          </ac:spMkLst>
        </pc:spChg>
        <pc:spChg chg="mod ord">
          <ac:chgData name="Carey Garback" userId="dc25ffa4-de89-4779-8381-34524c87e417" providerId="ADAL" clId="{6E1D5EB8-13F6-40DF-B512-351F8F358EAF}" dt="2026-03-11T20:57:21.127" v="111" actId="700"/>
          <ac:spMkLst>
            <pc:docMk/>
            <pc:sldMk cId="0" sldId="323"/>
            <ac:spMk id="9" creationId="{00000000-0000-0000-0000-000000000000}"/>
          </ac:spMkLst>
        </pc:spChg>
        <pc:spChg chg="add del">
          <ac:chgData name="Carey Garback" userId="dc25ffa4-de89-4779-8381-34524c87e417" providerId="ADAL" clId="{6E1D5EB8-13F6-40DF-B512-351F8F358EAF}" dt="2026-03-11T20:54:51.299" v="93" actId="478"/>
          <ac:spMkLst>
            <pc:docMk/>
            <pc:sldMk cId="0" sldId="323"/>
            <ac:spMk id="11" creationId="{00000000-0000-0000-0000-000000000000}"/>
          </ac:spMkLst>
        </pc:spChg>
        <pc:spChg chg="del">
          <ac:chgData name="Carey Garback" userId="dc25ffa4-de89-4779-8381-34524c87e417" providerId="ADAL" clId="{6E1D5EB8-13F6-40DF-B512-351F8F358EAF}" dt="2026-03-11T20:54:30.936" v="89" actId="478"/>
          <ac:spMkLst>
            <pc:docMk/>
            <pc:sldMk cId="0" sldId="323"/>
            <ac:spMk id="12" creationId="{00000000-0000-0000-0000-000000000000}"/>
          </ac:spMkLst>
        </pc:spChg>
        <pc:grpChg chg="add del">
          <ac:chgData name="Carey Garback" userId="dc25ffa4-de89-4779-8381-34524c87e417" providerId="ADAL" clId="{6E1D5EB8-13F6-40DF-B512-351F8F358EAF}" dt="2026-03-11T20:54:44.007" v="91" actId="478"/>
          <ac:grpSpMkLst>
            <pc:docMk/>
            <pc:sldMk cId="0" sldId="323"/>
            <ac:grpSpMk id="3" creationId="{00000000-0000-0000-0000-000000000000}"/>
          </ac:grpSpMkLst>
        </pc:grpChg>
      </pc:sldChg>
      <pc:sldChg chg="delSp modSp mod modClrScheme chgLayout">
        <pc:chgData name="Carey Garback" userId="dc25ffa4-de89-4779-8381-34524c87e417" providerId="ADAL" clId="{6E1D5EB8-13F6-40DF-B512-351F8F358EAF}" dt="2026-03-11T20:57:21.127" v="111" actId="700"/>
        <pc:sldMkLst>
          <pc:docMk/>
          <pc:sldMk cId="0" sldId="324"/>
        </pc:sldMkLst>
        <pc:spChg chg="del">
          <ac:chgData name="Carey Garback" userId="dc25ffa4-de89-4779-8381-34524c87e417" providerId="ADAL" clId="{6E1D5EB8-13F6-40DF-B512-351F8F358EAF}" dt="2026-03-11T20:55:04.982" v="96" actId="478"/>
          <ac:spMkLst>
            <pc:docMk/>
            <pc:sldMk cId="0" sldId="324"/>
            <ac:spMk id="2" creationId="{00000000-0000-0000-0000-000000000000}"/>
          </ac:spMkLst>
        </pc:spChg>
        <pc:spChg chg="mod ord">
          <ac:chgData name="Carey Garback" userId="dc25ffa4-de89-4779-8381-34524c87e417" providerId="ADAL" clId="{6E1D5EB8-13F6-40DF-B512-351F8F358EAF}" dt="2026-03-11T20:57:21.127" v="111" actId="700"/>
          <ac:spMkLst>
            <pc:docMk/>
            <pc:sldMk cId="0" sldId="324"/>
            <ac:spMk id="7" creationId="{00000000-0000-0000-0000-000000000000}"/>
          </ac:spMkLst>
        </pc:spChg>
        <pc:spChg chg="del">
          <ac:chgData name="Carey Garback" userId="dc25ffa4-de89-4779-8381-34524c87e417" providerId="ADAL" clId="{6E1D5EB8-13F6-40DF-B512-351F8F358EAF}" dt="2026-03-11T20:55:06.218" v="97" actId="478"/>
          <ac:spMkLst>
            <pc:docMk/>
            <pc:sldMk cId="0" sldId="324"/>
            <ac:spMk id="16" creationId="{00000000-0000-0000-0000-000000000000}"/>
          </ac:spMkLst>
        </pc:spChg>
        <pc:grpChg chg="del">
          <ac:chgData name="Carey Garback" userId="dc25ffa4-de89-4779-8381-34524c87e417" providerId="ADAL" clId="{6E1D5EB8-13F6-40DF-B512-351F8F358EAF}" dt="2026-03-11T20:55:03.088" v="95" actId="478"/>
          <ac:grpSpMkLst>
            <pc:docMk/>
            <pc:sldMk cId="0" sldId="324"/>
            <ac:grpSpMk id="3" creationId="{00000000-0000-0000-0000-000000000000}"/>
          </ac:grpSpMkLst>
        </pc:grpChg>
      </pc:sldChg>
      <pc:sldChg chg="addSp delSp modSp mod modClrScheme chgLayout">
        <pc:chgData name="Carey Garback" userId="dc25ffa4-de89-4779-8381-34524c87e417" providerId="ADAL" clId="{6E1D5EB8-13F6-40DF-B512-351F8F358EAF}" dt="2026-03-11T20:57:21.127" v="111" actId="700"/>
        <pc:sldMkLst>
          <pc:docMk/>
          <pc:sldMk cId="0" sldId="325"/>
        </pc:sldMkLst>
        <pc:spChg chg="del">
          <ac:chgData name="Carey Garback" userId="dc25ffa4-de89-4779-8381-34524c87e417" providerId="ADAL" clId="{6E1D5EB8-13F6-40DF-B512-351F8F358EAF}" dt="2026-03-11T20:55:18.164" v="101" actId="478"/>
          <ac:spMkLst>
            <pc:docMk/>
            <pc:sldMk cId="0" sldId="325"/>
            <ac:spMk id="2" creationId="{00000000-0000-0000-0000-000000000000}"/>
          </ac:spMkLst>
        </pc:spChg>
        <pc:spChg chg="del">
          <ac:chgData name="Carey Garback" userId="dc25ffa4-de89-4779-8381-34524c87e417" providerId="ADAL" clId="{6E1D5EB8-13F6-40DF-B512-351F8F358EAF}" dt="2026-03-11T20:55:26.635" v="105" actId="478"/>
          <ac:spMkLst>
            <pc:docMk/>
            <pc:sldMk cId="0" sldId="325"/>
            <ac:spMk id="4" creationId="{00000000-0000-0000-0000-000000000000}"/>
          </ac:spMkLst>
        </pc:spChg>
        <pc:spChg chg="del">
          <ac:chgData name="Carey Garback" userId="dc25ffa4-de89-4779-8381-34524c87e417" providerId="ADAL" clId="{6E1D5EB8-13F6-40DF-B512-351F8F358EAF}" dt="2026-03-11T20:55:22.875" v="103" actId="478"/>
          <ac:spMkLst>
            <pc:docMk/>
            <pc:sldMk cId="0" sldId="325"/>
            <ac:spMk id="5" creationId="{00000000-0000-0000-0000-000000000000}"/>
          </ac:spMkLst>
        </pc:spChg>
        <pc:spChg chg="del">
          <ac:chgData name="Carey Garback" userId="dc25ffa4-de89-4779-8381-34524c87e417" providerId="ADAL" clId="{6E1D5EB8-13F6-40DF-B512-351F8F358EAF}" dt="2026-03-11T20:55:16.399" v="100" actId="478"/>
          <ac:spMkLst>
            <pc:docMk/>
            <pc:sldMk cId="0" sldId="325"/>
            <ac:spMk id="6" creationId="{00000000-0000-0000-0000-000000000000}"/>
          </ac:spMkLst>
        </pc:spChg>
        <pc:spChg chg="mod ord">
          <ac:chgData name="Carey Garback" userId="dc25ffa4-de89-4779-8381-34524c87e417" providerId="ADAL" clId="{6E1D5EB8-13F6-40DF-B512-351F8F358EAF}" dt="2026-03-11T20:57:21.127" v="111" actId="700"/>
          <ac:spMkLst>
            <pc:docMk/>
            <pc:sldMk cId="0" sldId="325"/>
            <ac:spMk id="9" creationId="{00000000-0000-0000-0000-000000000000}"/>
          </ac:spMkLst>
        </pc:spChg>
        <pc:spChg chg="del">
          <ac:chgData name="Carey Garback" userId="dc25ffa4-de89-4779-8381-34524c87e417" providerId="ADAL" clId="{6E1D5EB8-13F6-40DF-B512-351F8F358EAF}" dt="2026-03-11T20:55:24.178" v="104" actId="478"/>
          <ac:spMkLst>
            <pc:docMk/>
            <pc:sldMk cId="0" sldId="325"/>
            <ac:spMk id="11" creationId="{00000000-0000-0000-0000-000000000000}"/>
          </ac:spMkLst>
        </pc:spChg>
        <pc:spChg chg="mod">
          <ac:chgData name="Carey Garback" userId="dc25ffa4-de89-4779-8381-34524c87e417" providerId="ADAL" clId="{6E1D5EB8-13F6-40DF-B512-351F8F358EAF}" dt="2026-03-11T20:55:19.986" v="102" actId="6549"/>
          <ac:spMkLst>
            <pc:docMk/>
            <pc:sldMk cId="0" sldId="325"/>
            <ac:spMk id="12" creationId="{00000000-0000-0000-0000-000000000000}"/>
          </ac:spMkLst>
        </pc:spChg>
        <pc:grpChg chg="add del">
          <ac:chgData name="Carey Garback" userId="dc25ffa4-de89-4779-8381-34524c87e417" providerId="ADAL" clId="{6E1D5EB8-13F6-40DF-B512-351F8F358EAF}" dt="2026-03-11T20:55:13.521" v="99" actId="478"/>
          <ac:grpSpMkLst>
            <pc:docMk/>
            <pc:sldMk cId="0" sldId="325"/>
            <ac:grpSpMk id="3" creationId="{00000000-0000-0000-0000-000000000000}"/>
          </ac:grpSpMkLst>
        </pc:grpChg>
      </pc:sldChg>
      <pc:sldChg chg="modSp mod modClrScheme chgLayout">
        <pc:chgData name="Carey Garback" userId="dc25ffa4-de89-4779-8381-34524c87e417" providerId="ADAL" clId="{6E1D5EB8-13F6-40DF-B512-351F8F358EAF}" dt="2026-03-11T20:57:21.127" v="111" actId="700"/>
        <pc:sldMkLst>
          <pc:docMk/>
          <pc:sldMk cId="0" sldId="326"/>
        </pc:sldMkLst>
        <pc:spChg chg="mod ord">
          <ac:chgData name="Carey Garback" userId="dc25ffa4-de89-4779-8381-34524c87e417" providerId="ADAL" clId="{6E1D5EB8-13F6-40DF-B512-351F8F358EAF}" dt="2026-03-11T20:57:21.127" v="111" actId="700"/>
          <ac:spMkLst>
            <pc:docMk/>
            <pc:sldMk cId="0" sldId="326"/>
            <ac:spMk id="3" creationId="{00000000-0000-0000-0000-000000000000}"/>
          </ac:spMkLst>
        </pc:spChg>
        <pc:spChg chg="mod ord">
          <ac:chgData name="Carey Garback" userId="dc25ffa4-de89-4779-8381-34524c87e417" providerId="ADAL" clId="{6E1D5EB8-13F6-40DF-B512-351F8F358EAF}" dt="2026-03-11T20:57:21.127" v="111" actId="700"/>
          <ac:spMkLst>
            <pc:docMk/>
            <pc:sldMk cId="0" sldId="326"/>
            <ac:spMk id="5" creationId="{00000000-0000-0000-0000-000000000000}"/>
          </ac:spMkLst>
        </pc:spChg>
        <pc:spChg chg="mod ord">
          <ac:chgData name="Carey Garback" userId="dc25ffa4-de89-4779-8381-34524c87e417" providerId="ADAL" clId="{6E1D5EB8-13F6-40DF-B512-351F8F358EAF}" dt="2026-03-11T20:57:21.127" v="111" actId="700"/>
          <ac:spMkLst>
            <pc:docMk/>
            <pc:sldMk cId="0" sldId="326"/>
            <ac:spMk id="6" creationId="{00000000-0000-0000-0000-000000000000}"/>
          </ac:spMkLst>
        </pc:spChg>
        <pc:spChg chg="mod ord">
          <ac:chgData name="Carey Garback" userId="dc25ffa4-de89-4779-8381-34524c87e417" providerId="ADAL" clId="{6E1D5EB8-13F6-40DF-B512-351F8F358EAF}" dt="2026-03-11T20:57:21.127" v="111" actId="700"/>
          <ac:spMkLst>
            <pc:docMk/>
            <pc:sldMk cId="0" sldId="326"/>
            <ac:spMk id="8" creationId="{00000000-0000-0000-0000-000000000000}"/>
          </ac:spMkLst>
        </pc:spChg>
      </pc:sldChg>
      <pc:sldChg chg="modSp mod modClrScheme chgLayout">
        <pc:chgData name="Carey Garback" userId="dc25ffa4-de89-4779-8381-34524c87e417" providerId="ADAL" clId="{6E1D5EB8-13F6-40DF-B512-351F8F358EAF}" dt="2026-03-11T21:15:00.556" v="390" actId="207"/>
        <pc:sldMkLst>
          <pc:docMk/>
          <pc:sldMk cId="0" sldId="327"/>
        </pc:sldMkLst>
        <pc:spChg chg="mod ord">
          <ac:chgData name="Carey Garback" userId="dc25ffa4-de89-4779-8381-34524c87e417" providerId="ADAL" clId="{6E1D5EB8-13F6-40DF-B512-351F8F358EAF}" dt="2026-03-11T21:15:00.556" v="390" actId="207"/>
          <ac:spMkLst>
            <pc:docMk/>
            <pc:sldMk cId="0" sldId="327"/>
            <ac:spMk id="2"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328"/>
        </pc:sldMkLst>
        <pc:spChg chg="mod ord">
          <ac:chgData name="Carey Garback" userId="dc25ffa4-de89-4779-8381-34524c87e417" providerId="ADAL" clId="{6E1D5EB8-13F6-40DF-B512-351F8F358EAF}" dt="2026-03-11T20:57:21.127" v="111" actId="700"/>
          <ac:spMkLst>
            <pc:docMk/>
            <pc:sldMk cId="0" sldId="328"/>
            <ac:spMk id="2" creationId="{00000000-0000-0000-0000-000000000000}"/>
          </ac:spMkLst>
        </pc:spChg>
        <pc:spChg chg="mod ord">
          <ac:chgData name="Carey Garback" userId="dc25ffa4-de89-4779-8381-34524c87e417" providerId="ADAL" clId="{6E1D5EB8-13F6-40DF-B512-351F8F358EAF}" dt="2026-03-11T20:57:21.127" v="111" actId="700"/>
          <ac:spMkLst>
            <pc:docMk/>
            <pc:sldMk cId="0" sldId="328"/>
            <ac:spMk id="4" creationId="{00000000-0000-0000-0000-000000000000}"/>
          </ac:spMkLst>
        </pc:spChg>
        <pc:spChg chg="mod ord">
          <ac:chgData name="Carey Garback" userId="dc25ffa4-de89-4779-8381-34524c87e417" providerId="ADAL" clId="{6E1D5EB8-13F6-40DF-B512-351F8F358EAF}" dt="2026-03-11T20:57:21.127" v="111" actId="700"/>
          <ac:spMkLst>
            <pc:docMk/>
            <pc:sldMk cId="0" sldId="328"/>
            <ac:spMk id="6" creationId="{00000000-0000-0000-0000-000000000000}"/>
          </ac:spMkLst>
        </pc:spChg>
        <pc:spChg chg="mod ord">
          <ac:chgData name="Carey Garback" userId="dc25ffa4-de89-4779-8381-34524c87e417" providerId="ADAL" clId="{6E1D5EB8-13F6-40DF-B512-351F8F358EAF}" dt="2026-03-11T20:57:21.127" v="111" actId="700"/>
          <ac:spMkLst>
            <pc:docMk/>
            <pc:sldMk cId="0" sldId="328"/>
            <ac:spMk id="8"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329"/>
        </pc:sldMkLst>
        <pc:spChg chg="mod ord">
          <ac:chgData name="Carey Garback" userId="dc25ffa4-de89-4779-8381-34524c87e417" providerId="ADAL" clId="{6E1D5EB8-13F6-40DF-B512-351F8F358EAF}" dt="2026-03-11T20:57:21.127" v="111" actId="700"/>
          <ac:spMkLst>
            <pc:docMk/>
            <pc:sldMk cId="0" sldId="329"/>
            <ac:spMk id="2" creationId="{00000000-0000-0000-0000-000000000000}"/>
          </ac:spMkLst>
        </pc:spChg>
        <pc:spChg chg="mod ord">
          <ac:chgData name="Carey Garback" userId="dc25ffa4-de89-4779-8381-34524c87e417" providerId="ADAL" clId="{6E1D5EB8-13F6-40DF-B512-351F8F358EAF}" dt="2026-03-11T20:57:21.127" v="111" actId="700"/>
          <ac:spMkLst>
            <pc:docMk/>
            <pc:sldMk cId="0" sldId="329"/>
            <ac:spMk id="4" creationId="{00000000-0000-0000-0000-000000000000}"/>
          </ac:spMkLst>
        </pc:spChg>
        <pc:spChg chg="mod ord">
          <ac:chgData name="Carey Garback" userId="dc25ffa4-de89-4779-8381-34524c87e417" providerId="ADAL" clId="{6E1D5EB8-13F6-40DF-B512-351F8F358EAF}" dt="2026-03-11T20:57:21.127" v="111" actId="700"/>
          <ac:spMkLst>
            <pc:docMk/>
            <pc:sldMk cId="0" sldId="329"/>
            <ac:spMk id="6" creationId="{00000000-0000-0000-0000-000000000000}"/>
          </ac:spMkLst>
        </pc:spChg>
        <pc:spChg chg="mod ord">
          <ac:chgData name="Carey Garback" userId="dc25ffa4-de89-4779-8381-34524c87e417" providerId="ADAL" clId="{6E1D5EB8-13F6-40DF-B512-351F8F358EAF}" dt="2026-03-11T20:57:21.127" v="111" actId="700"/>
          <ac:spMkLst>
            <pc:docMk/>
            <pc:sldMk cId="0" sldId="329"/>
            <ac:spMk id="8"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330"/>
        </pc:sldMkLst>
        <pc:spChg chg="mod ord">
          <ac:chgData name="Carey Garback" userId="dc25ffa4-de89-4779-8381-34524c87e417" providerId="ADAL" clId="{6E1D5EB8-13F6-40DF-B512-351F8F358EAF}" dt="2026-03-11T20:57:21.127" v="111" actId="700"/>
          <ac:spMkLst>
            <pc:docMk/>
            <pc:sldMk cId="0" sldId="330"/>
            <ac:spMk id="2" creationId="{00000000-0000-0000-0000-000000000000}"/>
          </ac:spMkLst>
        </pc:spChg>
        <pc:spChg chg="mod ord">
          <ac:chgData name="Carey Garback" userId="dc25ffa4-de89-4779-8381-34524c87e417" providerId="ADAL" clId="{6E1D5EB8-13F6-40DF-B512-351F8F358EAF}" dt="2026-03-11T20:57:21.127" v="111" actId="700"/>
          <ac:spMkLst>
            <pc:docMk/>
            <pc:sldMk cId="0" sldId="330"/>
            <ac:spMk id="5" creationId="{00000000-0000-0000-0000-000000000000}"/>
          </ac:spMkLst>
        </pc:spChg>
        <pc:spChg chg="mod ord">
          <ac:chgData name="Carey Garback" userId="dc25ffa4-de89-4779-8381-34524c87e417" providerId="ADAL" clId="{6E1D5EB8-13F6-40DF-B512-351F8F358EAF}" dt="2026-03-11T20:57:21.127" v="111" actId="700"/>
          <ac:spMkLst>
            <pc:docMk/>
            <pc:sldMk cId="0" sldId="330"/>
            <ac:spMk id="7" creationId="{00000000-0000-0000-0000-000000000000}"/>
          </ac:spMkLst>
        </pc:spChg>
        <pc:spChg chg="mod ord">
          <ac:chgData name="Carey Garback" userId="dc25ffa4-de89-4779-8381-34524c87e417" providerId="ADAL" clId="{6E1D5EB8-13F6-40DF-B512-351F8F358EAF}" dt="2026-03-11T20:57:21.127" v="111" actId="700"/>
          <ac:spMkLst>
            <pc:docMk/>
            <pc:sldMk cId="0" sldId="330"/>
            <ac:spMk id="9"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331"/>
        </pc:sldMkLst>
        <pc:spChg chg="mod ord">
          <ac:chgData name="Carey Garback" userId="dc25ffa4-de89-4779-8381-34524c87e417" providerId="ADAL" clId="{6E1D5EB8-13F6-40DF-B512-351F8F358EAF}" dt="2026-03-11T20:57:21.127" v="111" actId="700"/>
          <ac:spMkLst>
            <pc:docMk/>
            <pc:sldMk cId="0" sldId="331"/>
            <ac:spMk id="2" creationId="{00000000-0000-0000-0000-000000000000}"/>
          </ac:spMkLst>
        </pc:spChg>
        <pc:spChg chg="mod ord">
          <ac:chgData name="Carey Garback" userId="dc25ffa4-de89-4779-8381-34524c87e417" providerId="ADAL" clId="{6E1D5EB8-13F6-40DF-B512-351F8F358EAF}" dt="2026-03-11T20:57:21.127" v="111" actId="700"/>
          <ac:spMkLst>
            <pc:docMk/>
            <pc:sldMk cId="0" sldId="331"/>
            <ac:spMk id="4" creationId="{00000000-0000-0000-0000-000000000000}"/>
          </ac:spMkLst>
        </pc:spChg>
        <pc:spChg chg="mod ord">
          <ac:chgData name="Carey Garback" userId="dc25ffa4-de89-4779-8381-34524c87e417" providerId="ADAL" clId="{6E1D5EB8-13F6-40DF-B512-351F8F358EAF}" dt="2026-03-11T20:57:21.127" v="111" actId="700"/>
          <ac:spMkLst>
            <pc:docMk/>
            <pc:sldMk cId="0" sldId="331"/>
            <ac:spMk id="6" creationId="{00000000-0000-0000-0000-000000000000}"/>
          </ac:spMkLst>
        </pc:spChg>
        <pc:spChg chg="mod ord">
          <ac:chgData name="Carey Garback" userId="dc25ffa4-de89-4779-8381-34524c87e417" providerId="ADAL" clId="{6E1D5EB8-13F6-40DF-B512-351F8F358EAF}" dt="2026-03-11T20:57:21.127" v="111" actId="700"/>
          <ac:spMkLst>
            <pc:docMk/>
            <pc:sldMk cId="0" sldId="331"/>
            <ac:spMk id="8"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332"/>
        </pc:sldMkLst>
        <pc:spChg chg="mod ord">
          <ac:chgData name="Carey Garback" userId="dc25ffa4-de89-4779-8381-34524c87e417" providerId="ADAL" clId="{6E1D5EB8-13F6-40DF-B512-351F8F358EAF}" dt="2026-03-11T20:57:21.127" v="111" actId="700"/>
          <ac:spMkLst>
            <pc:docMk/>
            <pc:sldMk cId="0" sldId="332"/>
            <ac:spMk id="2" creationId="{00000000-0000-0000-0000-000000000000}"/>
          </ac:spMkLst>
        </pc:spChg>
        <pc:spChg chg="mod ord">
          <ac:chgData name="Carey Garback" userId="dc25ffa4-de89-4779-8381-34524c87e417" providerId="ADAL" clId="{6E1D5EB8-13F6-40DF-B512-351F8F358EAF}" dt="2026-03-11T20:57:21.127" v="111" actId="700"/>
          <ac:spMkLst>
            <pc:docMk/>
            <pc:sldMk cId="0" sldId="332"/>
            <ac:spMk id="5" creationId="{00000000-0000-0000-0000-000000000000}"/>
          </ac:spMkLst>
        </pc:spChg>
        <pc:spChg chg="mod ord">
          <ac:chgData name="Carey Garback" userId="dc25ffa4-de89-4779-8381-34524c87e417" providerId="ADAL" clId="{6E1D5EB8-13F6-40DF-B512-351F8F358EAF}" dt="2026-03-11T20:57:21.127" v="111" actId="700"/>
          <ac:spMkLst>
            <pc:docMk/>
            <pc:sldMk cId="0" sldId="332"/>
            <ac:spMk id="7" creationId="{00000000-0000-0000-0000-000000000000}"/>
          </ac:spMkLst>
        </pc:spChg>
        <pc:spChg chg="mod ord">
          <ac:chgData name="Carey Garback" userId="dc25ffa4-de89-4779-8381-34524c87e417" providerId="ADAL" clId="{6E1D5EB8-13F6-40DF-B512-351F8F358EAF}" dt="2026-03-11T20:57:21.127" v="111" actId="700"/>
          <ac:spMkLst>
            <pc:docMk/>
            <pc:sldMk cId="0" sldId="332"/>
            <ac:spMk id="9"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333"/>
        </pc:sldMkLst>
        <pc:spChg chg="mod ord">
          <ac:chgData name="Carey Garback" userId="dc25ffa4-de89-4779-8381-34524c87e417" providerId="ADAL" clId="{6E1D5EB8-13F6-40DF-B512-351F8F358EAF}" dt="2026-03-11T20:57:21.127" v="111" actId="700"/>
          <ac:spMkLst>
            <pc:docMk/>
            <pc:sldMk cId="0" sldId="333"/>
            <ac:spMk id="2" creationId="{00000000-0000-0000-0000-000000000000}"/>
          </ac:spMkLst>
        </pc:spChg>
        <pc:spChg chg="mod ord">
          <ac:chgData name="Carey Garback" userId="dc25ffa4-de89-4779-8381-34524c87e417" providerId="ADAL" clId="{6E1D5EB8-13F6-40DF-B512-351F8F358EAF}" dt="2026-03-11T20:57:21.127" v="111" actId="700"/>
          <ac:spMkLst>
            <pc:docMk/>
            <pc:sldMk cId="0" sldId="333"/>
            <ac:spMk id="4" creationId="{00000000-0000-0000-0000-000000000000}"/>
          </ac:spMkLst>
        </pc:spChg>
        <pc:spChg chg="mod ord">
          <ac:chgData name="Carey Garback" userId="dc25ffa4-de89-4779-8381-34524c87e417" providerId="ADAL" clId="{6E1D5EB8-13F6-40DF-B512-351F8F358EAF}" dt="2026-03-11T20:57:21.127" v="111" actId="700"/>
          <ac:spMkLst>
            <pc:docMk/>
            <pc:sldMk cId="0" sldId="333"/>
            <ac:spMk id="6" creationId="{00000000-0000-0000-0000-000000000000}"/>
          </ac:spMkLst>
        </pc:spChg>
        <pc:spChg chg="mod ord">
          <ac:chgData name="Carey Garback" userId="dc25ffa4-de89-4779-8381-34524c87e417" providerId="ADAL" clId="{6E1D5EB8-13F6-40DF-B512-351F8F358EAF}" dt="2026-03-11T20:57:21.127" v="111" actId="700"/>
          <ac:spMkLst>
            <pc:docMk/>
            <pc:sldMk cId="0" sldId="333"/>
            <ac:spMk id="8"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334"/>
        </pc:sldMkLst>
        <pc:spChg chg="mod ord">
          <ac:chgData name="Carey Garback" userId="dc25ffa4-de89-4779-8381-34524c87e417" providerId="ADAL" clId="{6E1D5EB8-13F6-40DF-B512-351F8F358EAF}" dt="2026-03-11T20:57:21.127" v="111" actId="700"/>
          <ac:spMkLst>
            <pc:docMk/>
            <pc:sldMk cId="0" sldId="334"/>
            <ac:spMk id="2" creationId="{00000000-0000-0000-0000-000000000000}"/>
          </ac:spMkLst>
        </pc:spChg>
        <pc:spChg chg="mod ord">
          <ac:chgData name="Carey Garback" userId="dc25ffa4-de89-4779-8381-34524c87e417" providerId="ADAL" clId="{6E1D5EB8-13F6-40DF-B512-351F8F358EAF}" dt="2026-03-11T20:57:21.127" v="111" actId="700"/>
          <ac:spMkLst>
            <pc:docMk/>
            <pc:sldMk cId="0" sldId="334"/>
            <ac:spMk id="5" creationId="{00000000-0000-0000-0000-000000000000}"/>
          </ac:spMkLst>
        </pc:spChg>
        <pc:spChg chg="mod ord">
          <ac:chgData name="Carey Garback" userId="dc25ffa4-de89-4779-8381-34524c87e417" providerId="ADAL" clId="{6E1D5EB8-13F6-40DF-B512-351F8F358EAF}" dt="2026-03-11T20:57:21.127" v="111" actId="700"/>
          <ac:spMkLst>
            <pc:docMk/>
            <pc:sldMk cId="0" sldId="334"/>
            <ac:spMk id="7" creationId="{00000000-0000-0000-0000-000000000000}"/>
          </ac:spMkLst>
        </pc:spChg>
        <pc:spChg chg="mod ord">
          <ac:chgData name="Carey Garback" userId="dc25ffa4-de89-4779-8381-34524c87e417" providerId="ADAL" clId="{6E1D5EB8-13F6-40DF-B512-351F8F358EAF}" dt="2026-03-11T20:57:21.127" v="111" actId="700"/>
          <ac:spMkLst>
            <pc:docMk/>
            <pc:sldMk cId="0" sldId="334"/>
            <ac:spMk id="9"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335"/>
        </pc:sldMkLst>
        <pc:spChg chg="mod ord">
          <ac:chgData name="Carey Garback" userId="dc25ffa4-de89-4779-8381-34524c87e417" providerId="ADAL" clId="{6E1D5EB8-13F6-40DF-B512-351F8F358EAF}" dt="2026-03-11T20:57:21.127" v="111" actId="700"/>
          <ac:spMkLst>
            <pc:docMk/>
            <pc:sldMk cId="0" sldId="335"/>
            <ac:spMk id="2" creationId="{00000000-0000-0000-0000-000000000000}"/>
          </ac:spMkLst>
        </pc:spChg>
        <pc:spChg chg="mod ord">
          <ac:chgData name="Carey Garback" userId="dc25ffa4-de89-4779-8381-34524c87e417" providerId="ADAL" clId="{6E1D5EB8-13F6-40DF-B512-351F8F358EAF}" dt="2026-03-11T20:57:21.127" v="111" actId="700"/>
          <ac:spMkLst>
            <pc:docMk/>
            <pc:sldMk cId="0" sldId="335"/>
            <ac:spMk id="4" creationId="{00000000-0000-0000-0000-000000000000}"/>
          </ac:spMkLst>
        </pc:spChg>
        <pc:spChg chg="mod ord">
          <ac:chgData name="Carey Garback" userId="dc25ffa4-de89-4779-8381-34524c87e417" providerId="ADAL" clId="{6E1D5EB8-13F6-40DF-B512-351F8F358EAF}" dt="2026-03-11T20:57:21.127" v="111" actId="700"/>
          <ac:spMkLst>
            <pc:docMk/>
            <pc:sldMk cId="0" sldId="335"/>
            <ac:spMk id="6" creationId="{00000000-0000-0000-0000-000000000000}"/>
          </ac:spMkLst>
        </pc:spChg>
        <pc:spChg chg="mod ord">
          <ac:chgData name="Carey Garback" userId="dc25ffa4-de89-4779-8381-34524c87e417" providerId="ADAL" clId="{6E1D5EB8-13F6-40DF-B512-351F8F358EAF}" dt="2026-03-11T20:57:21.127" v="111" actId="700"/>
          <ac:spMkLst>
            <pc:docMk/>
            <pc:sldMk cId="0" sldId="335"/>
            <ac:spMk id="8" creationId="{00000000-0000-0000-0000-000000000000}"/>
          </ac:spMkLst>
        </pc:spChg>
      </pc:sldChg>
      <pc:sldChg chg="modSp mod modClrScheme chgLayout">
        <pc:chgData name="Carey Garback" userId="dc25ffa4-de89-4779-8381-34524c87e417" providerId="ADAL" clId="{6E1D5EB8-13F6-40DF-B512-351F8F358EAF}" dt="2026-03-11T21:15:19.054" v="392" actId="14100"/>
        <pc:sldMkLst>
          <pc:docMk/>
          <pc:sldMk cId="0" sldId="336"/>
        </pc:sldMkLst>
        <pc:spChg chg="mod ord">
          <ac:chgData name="Carey Garback" userId="dc25ffa4-de89-4779-8381-34524c87e417" providerId="ADAL" clId="{6E1D5EB8-13F6-40DF-B512-351F8F358EAF}" dt="2026-03-11T21:15:19.054" v="392" actId="14100"/>
          <ac:spMkLst>
            <pc:docMk/>
            <pc:sldMk cId="0" sldId="336"/>
            <ac:spMk id="2"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337"/>
        </pc:sldMkLst>
        <pc:spChg chg="mod ord">
          <ac:chgData name="Carey Garback" userId="dc25ffa4-de89-4779-8381-34524c87e417" providerId="ADAL" clId="{6E1D5EB8-13F6-40DF-B512-351F8F358EAF}" dt="2026-03-11T20:57:21.127" v="111" actId="700"/>
          <ac:spMkLst>
            <pc:docMk/>
            <pc:sldMk cId="0" sldId="337"/>
            <ac:spMk id="3" creationId="{00000000-0000-0000-0000-000000000000}"/>
          </ac:spMkLst>
        </pc:spChg>
        <pc:spChg chg="mod ord">
          <ac:chgData name="Carey Garback" userId="dc25ffa4-de89-4779-8381-34524c87e417" providerId="ADAL" clId="{6E1D5EB8-13F6-40DF-B512-351F8F358EAF}" dt="2026-03-11T20:57:21.127" v="111" actId="700"/>
          <ac:spMkLst>
            <pc:docMk/>
            <pc:sldMk cId="0" sldId="337"/>
            <ac:spMk id="5" creationId="{00000000-0000-0000-0000-000000000000}"/>
          </ac:spMkLst>
        </pc:spChg>
        <pc:spChg chg="mod ord">
          <ac:chgData name="Carey Garback" userId="dc25ffa4-de89-4779-8381-34524c87e417" providerId="ADAL" clId="{6E1D5EB8-13F6-40DF-B512-351F8F358EAF}" dt="2026-03-11T20:57:21.127" v="111" actId="700"/>
          <ac:spMkLst>
            <pc:docMk/>
            <pc:sldMk cId="0" sldId="337"/>
            <ac:spMk id="7" creationId="{00000000-0000-0000-0000-000000000000}"/>
          </ac:spMkLst>
        </pc:spChg>
        <pc:spChg chg="mod ord">
          <ac:chgData name="Carey Garback" userId="dc25ffa4-de89-4779-8381-34524c87e417" providerId="ADAL" clId="{6E1D5EB8-13F6-40DF-B512-351F8F358EAF}" dt="2026-03-11T20:57:21.127" v="111" actId="700"/>
          <ac:spMkLst>
            <pc:docMk/>
            <pc:sldMk cId="0" sldId="337"/>
            <ac:spMk id="9"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338"/>
        </pc:sldMkLst>
        <pc:spChg chg="mod ord">
          <ac:chgData name="Carey Garback" userId="dc25ffa4-de89-4779-8381-34524c87e417" providerId="ADAL" clId="{6E1D5EB8-13F6-40DF-B512-351F8F358EAF}" dt="2026-03-11T20:57:21.127" v="111" actId="700"/>
          <ac:spMkLst>
            <pc:docMk/>
            <pc:sldMk cId="0" sldId="338"/>
            <ac:spMk id="2" creationId="{00000000-0000-0000-0000-000000000000}"/>
          </ac:spMkLst>
        </pc:spChg>
        <pc:spChg chg="mod ord">
          <ac:chgData name="Carey Garback" userId="dc25ffa4-de89-4779-8381-34524c87e417" providerId="ADAL" clId="{6E1D5EB8-13F6-40DF-B512-351F8F358EAF}" dt="2026-03-11T20:57:21.127" v="111" actId="700"/>
          <ac:spMkLst>
            <pc:docMk/>
            <pc:sldMk cId="0" sldId="338"/>
            <ac:spMk id="3" creationId="{00000000-0000-0000-0000-000000000000}"/>
          </ac:spMkLst>
        </pc:spChg>
        <pc:spChg chg="mod ord">
          <ac:chgData name="Carey Garback" userId="dc25ffa4-de89-4779-8381-34524c87e417" providerId="ADAL" clId="{6E1D5EB8-13F6-40DF-B512-351F8F358EAF}" dt="2026-03-11T20:57:21.127" v="111" actId="700"/>
          <ac:spMkLst>
            <pc:docMk/>
            <pc:sldMk cId="0" sldId="338"/>
            <ac:spMk id="5" creationId="{00000000-0000-0000-0000-000000000000}"/>
          </ac:spMkLst>
        </pc:spChg>
        <pc:spChg chg="mod ord">
          <ac:chgData name="Carey Garback" userId="dc25ffa4-de89-4779-8381-34524c87e417" providerId="ADAL" clId="{6E1D5EB8-13F6-40DF-B512-351F8F358EAF}" dt="2026-03-11T20:57:21.127" v="111" actId="700"/>
          <ac:spMkLst>
            <pc:docMk/>
            <pc:sldMk cId="0" sldId="338"/>
            <ac:spMk id="7" creationId="{00000000-0000-0000-0000-000000000000}"/>
          </ac:spMkLst>
        </pc:spChg>
        <pc:spChg chg="mod ord">
          <ac:chgData name="Carey Garback" userId="dc25ffa4-de89-4779-8381-34524c87e417" providerId="ADAL" clId="{6E1D5EB8-13F6-40DF-B512-351F8F358EAF}" dt="2026-03-11T20:57:21.127" v="111" actId="700"/>
          <ac:spMkLst>
            <pc:docMk/>
            <pc:sldMk cId="0" sldId="338"/>
            <ac:spMk id="9" creationId="{00000000-0000-0000-0000-000000000000}"/>
          </ac:spMkLst>
        </pc:spChg>
      </pc:sldChg>
      <pc:sldChg chg="delSp modSp mod modClrScheme chgLayout">
        <pc:chgData name="Carey Garback" userId="dc25ffa4-de89-4779-8381-34524c87e417" providerId="ADAL" clId="{6E1D5EB8-13F6-40DF-B512-351F8F358EAF}" dt="2026-03-11T21:06:41.464" v="286" actId="1037"/>
        <pc:sldMkLst>
          <pc:docMk/>
          <pc:sldMk cId="0" sldId="339"/>
        </pc:sldMkLst>
        <pc:spChg chg="del">
          <ac:chgData name="Carey Garback" userId="dc25ffa4-de89-4779-8381-34524c87e417" providerId="ADAL" clId="{6E1D5EB8-13F6-40DF-B512-351F8F358EAF}" dt="2026-03-11T20:55:34.711" v="106" actId="478"/>
          <ac:spMkLst>
            <pc:docMk/>
            <pc:sldMk cId="0" sldId="339"/>
            <ac:spMk id="2" creationId="{00000000-0000-0000-0000-000000000000}"/>
          </ac:spMkLst>
        </pc:spChg>
        <pc:spChg chg="mod">
          <ac:chgData name="Carey Garback" userId="dc25ffa4-de89-4779-8381-34524c87e417" providerId="ADAL" clId="{6E1D5EB8-13F6-40DF-B512-351F8F358EAF}" dt="2026-03-11T20:55:41.893" v="107" actId="207"/>
          <ac:spMkLst>
            <pc:docMk/>
            <pc:sldMk cId="0" sldId="339"/>
            <ac:spMk id="4" creationId="{00000000-0000-0000-0000-000000000000}"/>
          </ac:spMkLst>
        </pc:spChg>
        <pc:spChg chg="mod">
          <ac:chgData name="Carey Garback" userId="dc25ffa4-de89-4779-8381-34524c87e417" providerId="ADAL" clId="{6E1D5EB8-13F6-40DF-B512-351F8F358EAF}" dt="2026-03-11T20:55:41.893" v="107" actId="207"/>
          <ac:spMkLst>
            <pc:docMk/>
            <pc:sldMk cId="0" sldId="339"/>
            <ac:spMk id="5" creationId="{00000000-0000-0000-0000-000000000000}"/>
          </ac:spMkLst>
        </pc:spChg>
        <pc:spChg chg="mod">
          <ac:chgData name="Carey Garback" userId="dc25ffa4-de89-4779-8381-34524c87e417" providerId="ADAL" clId="{6E1D5EB8-13F6-40DF-B512-351F8F358EAF}" dt="2026-03-11T20:55:41.893" v="107" actId="207"/>
          <ac:spMkLst>
            <pc:docMk/>
            <pc:sldMk cId="0" sldId="339"/>
            <ac:spMk id="6" creationId="{00000000-0000-0000-0000-000000000000}"/>
          </ac:spMkLst>
        </pc:spChg>
        <pc:spChg chg="mod">
          <ac:chgData name="Carey Garback" userId="dc25ffa4-de89-4779-8381-34524c87e417" providerId="ADAL" clId="{6E1D5EB8-13F6-40DF-B512-351F8F358EAF}" dt="2026-03-11T20:55:41.893" v="107" actId="207"/>
          <ac:spMkLst>
            <pc:docMk/>
            <pc:sldMk cId="0" sldId="339"/>
            <ac:spMk id="7" creationId="{00000000-0000-0000-0000-000000000000}"/>
          </ac:spMkLst>
        </pc:spChg>
        <pc:spChg chg="mod">
          <ac:chgData name="Carey Garback" userId="dc25ffa4-de89-4779-8381-34524c87e417" providerId="ADAL" clId="{6E1D5EB8-13F6-40DF-B512-351F8F358EAF}" dt="2026-03-11T21:06:41.464" v="286" actId="1037"/>
          <ac:spMkLst>
            <pc:docMk/>
            <pc:sldMk cId="0" sldId="339"/>
            <ac:spMk id="9" creationId="{00000000-0000-0000-0000-000000000000}"/>
          </ac:spMkLst>
        </pc:spChg>
        <pc:spChg chg="mod ord">
          <ac:chgData name="Carey Garback" userId="dc25ffa4-de89-4779-8381-34524c87e417" providerId="ADAL" clId="{6E1D5EB8-13F6-40DF-B512-351F8F358EAF}" dt="2026-03-11T21:06:41.464" v="286" actId="1037"/>
          <ac:spMkLst>
            <pc:docMk/>
            <pc:sldMk cId="0" sldId="339"/>
            <ac:spMk id="10" creationId="{00000000-0000-0000-0000-000000000000}"/>
          </ac:spMkLst>
        </pc:spChg>
        <pc:spChg chg="del mod">
          <ac:chgData name="Carey Garback" userId="dc25ffa4-de89-4779-8381-34524c87e417" providerId="ADAL" clId="{6E1D5EB8-13F6-40DF-B512-351F8F358EAF}" dt="2026-03-11T20:55:53.610" v="109" actId="478"/>
          <ac:spMkLst>
            <pc:docMk/>
            <pc:sldMk cId="0" sldId="339"/>
            <ac:spMk id="11" creationId="{00000000-0000-0000-0000-000000000000}"/>
          </ac:spMkLst>
        </pc:spChg>
        <pc:spChg chg="mod">
          <ac:chgData name="Carey Garback" userId="dc25ffa4-de89-4779-8381-34524c87e417" providerId="ADAL" clId="{6E1D5EB8-13F6-40DF-B512-351F8F358EAF}" dt="2026-03-11T20:55:41.893" v="107" actId="207"/>
          <ac:spMkLst>
            <pc:docMk/>
            <pc:sldMk cId="0" sldId="339"/>
            <ac:spMk id="12" creationId="{00000000-0000-0000-0000-000000000000}"/>
          </ac:spMkLst>
        </pc:spChg>
        <pc:grpChg chg="del">
          <ac:chgData name="Carey Garback" userId="dc25ffa4-de89-4779-8381-34524c87e417" providerId="ADAL" clId="{6E1D5EB8-13F6-40DF-B512-351F8F358EAF}" dt="2026-03-11T20:55:56.315" v="110" actId="478"/>
          <ac:grpSpMkLst>
            <pc:docMk/>
            <pc:sldMk cId="0" sldId="339"/>
            <ac:grpSpMk id="3" creationId="{00000000-0000-0000-0000-000000000000}"/>
          </ac:grpSpMkLst>
        </pc:grpChg>
      </pc:sldChg>
      <pc:sldChg chg="modSp mod modClrScheme chgLayout">
        <pc:chgData name="Carey Garback" userId="dc25ffa4-de89-4779-8381-34524c87e417" providerId="ADAL" clId="{6E1D5EB8-13F6-40DF-B512-351F8F358EAF}" dt="2026-03-11T21:07:36.243" v="294" actId="14100"/>
        <pc:sldMkLst>
          <pc:docMk/>
          <pc:sldMk cId="0" sldId="340"/>
        </pc:sldMkLst>
        <pc:spChg chg="mod ord">
          <ac:chgData name="Carey Garback" userId="dc25ffa4-de89-4779-8381-34524c87e417" providerId="ADAL" clId="{6E1D5EB8-13F6-40DF-B512-351F8F358EAF}" dt="2026-03-11T21:07:36.243" v="294" actId="14100"/>
          <ac:spMkLst>
            <pc:docMk/>
            <pc:sldMk cId="0" sldId="340"/>
            <ac:spMk id="9" creationId="{00000000-0000-0000-0000-000000000000}"/>
          </ac:spMkLst>
        </pc:spChg>
        <pc:spChg chg="mod ord">
          <ac:chgData name="Carey Garback" userId="dc25ffa4-de89-4779-8381-34524c87e417" providerId="ADAL" clId="{6E1D5EB8-13F6-40DF-B512-351F8F358EAF}" dt="2026-03-11T20:57:21.127" v="111" actId="700"/>
          <ac:spMkLst>
            <pc:docMk/>
            <pc:sldMk cId="0" sldId="340"/>
            <ac:spMk id="11" creationId="{00000000-0000-0000-0000-000000000000}"/>
          </ac:spMkLst>
        </pc:spChg>
      </pc:sldChg>
      <pc:sldChg chg="modSp mod modClrScheme chgLayout">
        <pc:chgData name="Carey Garback" userId="dc25ffa4-de89-4779-8381-34524c87e417" providerId="ADAL" clId="{6E1D5EB8-13F6-40DF-B512-351F8F358EAF}" dt="2026-03-11T21:07:28.121" v="293" actId="1076"/>
        <pc:sldMkLst>
          <pc:docMk/>
          <pc:sldMk cId="0" sldId="341"/>
        </pc:sldMkLst>
        <pc:spChg chg="mod ord">
          <ac:chgData name="Carey Garback" userId="dc25ffa4-de89-4779-8381-34524c87e417" providerId="ADAL" clId="{6E1D5EB8-13F6-40DF-B512-351F8F358EAF}" dt="2026-03-11T21:07:05.598" v="290" actId="1076"/>
          <ac:spMkLst>
            <pc:docMk/>
            <pc:sldMk cId="0" sldId="341"/>
            <ac:spMk id="7" creationId="{00000000-0000-0000-0000-000000000000}"/>
          </ac:spMkLst>
        </pc:spChg>
        <pc:spChg chg="mod ord">
          <ac:chgData name="Carey Garback" userId="dc25ffa4-de89-4779-8381-34524c87e417" providerId="ADAL" clId="{6E1D5EB8-13F6-40DF-B512-351F8F358EAF}" dt="2026-03-11T21:07:28.121" v="293" actId="1076"/>
          <ac:spMkLst>
            <pc:docMk/>
            <pc:sldMk cId="0" sldId="341"/>
            <ac:spMk id="8" creationId="{00000000-0000-0000-0000-000000000000}"/>
          </ac:spMkLst>
        </pc:spChg>
        <pc:spChg chg="mod ord">
          <ac:chgData name="Carey Garback" userId="dc25ffa4-de89-4779-8381-34524c87e417" providerId="ADAL" clId="{6E1D5EB8-13F6-40DF-B512-351F8F358EAF}" dt="2026-03-11T20:57:21.127" v="111" actId="700"/>
          <ac:spMkLst>
            <pc:docMk/>
            <pc:sldMk cId="0" sldId="341"/>
            <ac:spMk id="19"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342"/>
        </pc:sldMkLst>
        <pc:spChg chg="mod ord">
          <ac:chgData name="Carey Garback" userId="dc25ffa4-de89-4779-8381-34524c87e417" providerId="ADAL" clId="{6E1D5EB8-13F6-40DF-B512-351F8F358EAF}" dt="2026-03-11T20:57:21.127" v="111" actId="700"/>
          <ac:spMkLst>
            <pc:docMk/>
            <pc:sldMk cId="0" sldId="342"/>
            <ac:spMk id="12"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343"/>
        </pc:sldMkLst>
        <pc:spChg chg="mod ord">
          <ac:chgData name="Carey Garback" userId="dc25ffa4-de89-4779-8381-34524c87e417" providerId="ADAL" clId="{6E1D5EB8-13F6-40DF-B512-351F8F358EAF}" dt="2026-03-11T20:57:21.127" v="111" actId="700"/>
          <ac:spMkLst>
            <pc:docMk/>
            <pc:sldMk cId="0" sldId="343"/>
            <ac:spMk id="9" creationId="{00000000-0000-0000-0000-000000000000}"/>
          </ac:spMkLst>
        </pc:spChg>
        <pc:spChg chg="mod ord">
          <ac:chgData name="Carey Garback" userId="dc25ffa4-de89-4779-8381-34524c87e417" providerId="ADAL" clId="{6E1D5EB8-13F6-40DF-B512-351F8F358EAF}" dt="2026-03-11T20:57:21.127" v="111" actId="700"/>
          <ac:spMkLst>
            <pc:docMk/>
            <pc:sldMk cId="0" sldId="343"/>
            <ac:spMk id="18"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344"/>
        </pc:sldMkLst>
        <pc:spChg chg="mod ord">
          <ac:chgData name="Carey Garback" userId="dc25ffa4-de89-4779-8381-34524c87e417" providerId="ADAL" clId="{6E1D5EB8-13F6-40DF-B512-351F8F358EAF}" dt="2026-03-11T20:57:21.127" v="111" actId="700"/>
          <ac:spMkLst>
            <pc:docMk/>
            <pc:sldMk cId="0" sldId="344"/>
            <ac:spMk id="7" creationId="{00000000-0000-0000-0000-000000000000}"/>
          </ac:spMkLst>
        </pc:spChg>
        <pc:spChg chg="mod ord">
          <ac:chgData name="Carey Garback" userId="dc25ffa4-de89-4779-8381-34524c87e417" providerId="ADAL" clId="{6E1D5EB8-13F6-40DF-B512-351F8F358EAF}" dt="2026-03-11T20:57:21.127" v="111" actId="700"/>
          <ac:spMkLst>
            <pc:docMk/>
            <pc:sldMk cId="0" sldId="344"/>
            <ac:spMk id="18" creationId="{00000000-0000-0000-0000-000000000000}"/>
          </ac:spMkLst>
        </pc:spChg>
      </pc:sldChg>
      <pc:sldChg chg="modSp mod modClrScheme chgLayout">
        <pc:chgData name="Carey Garback" userId="dc25ffa4-de89-4779-8381-34524c87e417" providerId="ADAL" clId="{6E1D5EB8-13F6-40DF-B512-351F8F358EAF}" dt="2026-03-11T21:07:49.745" v="296" actId="1076"/>
        <pc:sldMkLst>
          <pc:docMk/>
          <pc:sldMk cId="0" sldId="345"/>
        </pc:sldMkLst>
        <pc:spChg chg="mod ord">
          <ac:chgData name="Carey Garback" userId="dc25ffa4-de89-4779-8381-34524c87e417" providerId="ADAL" clId="{6E1D5EB8-13F6-40DF-B512-351F8F358EAF}" dt="2026-03-11T21:07:49.745" v="296" actId="1076"/>
          <ac:spMkLst>
            <pc:docMk/>
            <pc:sldMk cId="0" sldId="345"/>
            <ac:spMk id="7" creationId="{00000000-0000-0000-0000-000000000000}"/>
          </ac:spMkLst>
        </pc:spChg>
        <pc:spChg chg="mod ord">
          <ac:chgData name="Carey Garback" userId="dc25ffa4-de89-4779-8381-34524c87e417" providerId="ADAL" clId="{6E1D5EB8-13F6-40DF-B512-351F8F358EAF}" dt="2026-03-11T20:57:21.127" v="111" actId="700"/>
          <ac:spMkLst>
            <pc:docMk/>
            <pc:sldMk cId="0" sldId="345"/>
            <ac:spMk id="12"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346"/>
        </pc:sldMkLst>
        <pc:spChg chg="mod ord">
          <ac:chgData name="Carey Garback" userId="dc25ffa4-de89-4779-8381-34524c87e417" providerId="ADAL" clId="{6E1D5EB8-13F6-40DF-B512-351F8F358EAF}" dt="2026-03-11T20:57:21.127" v="111" actId="700"/>
          <ac:spMkLst>
            <pc:docMk/>
            <pc:sldMk cId="0" sldId="346"/>
            <ac:spMk id="7" creationId="{00000000-0000-0000-0000-000000000000}"/>
          </ac:spMkLst>
        </pc:spChg>
        <pc:spChg chg="mod ord">
          <ac:chgData name="Carey Garback" userId="dc25ffa4-de89-4779-8381-34524c87e417" providerId="ADAL" clId="{6E1D5EB8-13F6-40DF-B512-351F8F358EAF}" dt="2026-03-11T20:57:21.127" v="111" actId="700"/>
          <ac:spMkLst>
            <pc:docMk/>
            <pc:sldMk cId="0" sldId="346"/>
            <ac:spMk id="10"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347"/>
        </pc:sldMkLst>
        <pc:spChg chg="mod ord">
          <ac:chgData name="Carey Garback" userId="dc25ffa4-de89-4779-8381-34524c87e417" providerId="ADAL" clId="{6E1D5EB8-13F6-40DF-B512-351F8F358EAF}" dt="2026-03-11T20:57:21.127" v="111" actId="700"/>
          <ac:spMkLst>
            <pc:docMk/>
            <pc:sldMk cId="0" sldId="347"/>
            <ac:spMk id="30"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348"/>
        </pc:sldMkLst>
        <pc:spChg chg="mod ord">
          <ac:chgData name="Carey Garback" userId="dc25ffa4-de89-4779-8381-34524c87e417" providerId="ADAL" clId="{6E1D5EB8-13F6-40DF-B512-351F8F358EAF}" dt="2026-03-11T20:57:21.127" v="111" actId="700"/>
          <ac:spMkLst>
            <pc:docMk/>
            <pc:sldMk cId="0" sldId="348"/>
            <ac:spMk id="30"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349"/>
        </pc:sldMkLst>
        <pc:spChg chg="mod ord">
          <ac:chgData name="Carey Garback" userId="dc25ffa4-de89-4779-8381-34524c87e417" providerId="ADAL" clId="{6E1D5EB8-13F6-40DF-B512-351F8F358EAF}" dt="2026-03-11T20:57:21.127" v="111" actId="700"/>
          <ac:spMkLst>
            <pc:docMk/>
            <pc:sldMk cId="0" sldId="349"/>
            <ac:spMk id="7"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350"/>
        </pc:sldMkLst>
        <pc:spChg chg="mod ord">
          <ac:chgData name="Carey Garback" userId="dc25ffa4-de89-4779-8381-34524c87e417" providerId="ADAL" clId="{6E1D5EB8-13F6-40DF-B512-351F8F358EAF}" dt="2026-03-11T20:57:21.127" v="111" actId="700"/>
          <ac:spMkLst>
            <pc:docMk/>
            <pc:sldMk cId="0" sldId="350"/>
            <ac:spMk id="10" creationId="{00000000-0000-0000-0000-000000000000}"/>
          </ac:spMkLst>
        </pc:spChg>
      </pc:sldChg>
      <pc:sldChg chg="delSp modSp mod modClrScheme chgLayout">
        <pc:chgData name="Carey Garback" userId="dc25ffa4-de89-4779-8381-34524c87e417" providerId="ADAL" clId="{6E1D5EB8-13F6-40DF-B512-351F8F358EAF}" dt="2026-03-11T21:08:26.903" v="301" actId="14100"/>
        <pc:sldMkLst>
          <pc:docMk/>
          <pc:sldMk cId="0" sldId="351"/>
        </pc:sldMkLst>
        <pc:spChg chg="del">
          <ac:chgData name="Carey Garback" userId="dc25ffa4-de89-4779-8381-34524c87e417" providerId="ADAL" clId="{6E1D5EB8-13F6-40DF-B512-351F8F358EAF}" dt="2026-03-11T21:08:07.410" v="297" actId="478"/>
          <ac:spMkLst>
            <pc:docMk/>
            <pc:sldMk cId="0" sldId="351"/>
            <ac:spMk id="2" creationId="{00000000-0000-0000-0000-000000000000}"/>
          </ac:spMkLst>
        </pc:spChg>
        <pc:spChg chg="mod">
          <ac:chgData name="Carey Garback" userId="dc25ffa4-de89-4779-8381-34524c87e417" providerId="ADAL" clId="{6E1D5EB8-13F6-40DF-B512-351F8F358EAF}" dt="2026-03-11T21:08:14.951" v="298" actId="207"/>
          <ac:spMkLst>
            <pc:docMk/>
            <pc:sldMk cId="0" sldId="351"/>
            <ac:spMk id="4" creationId="{00000000-0000-0000-0000-000000000000}"/>
          </ac:spMkLst>
        </pc:spChg>
        <pc:spChg chg="mod">
          <ac:chgData name="Carey Garback" userId="dc25ffa4-de89-4779-8381-34524c87e417" providerId="ADAL" clId="{6E1D5EB8-13F6-40DF-B512-351F8F358EAF}" dt="2026-03-11T21:08:14.951" v="298" actId="207"/>
          <ac:spMkLst>
            <pc:docMk/>
            <pc:sldMk cId="0" sldId="351"/>
            <ac:spMk id="5" creationId="{00000000-0000-0000-0000-000000000000}"/>
          </ac:spMkLst>
        </pc:spChg>
        <pc:spChg chg="mod">
          <ac:chgData name="Carey Garback" userId="dc25ffa4-de89-4779-8381-34524c87e417" providerId="ADAL" clId="{6E1D5EB8-13F6-40DF-B512-351F8F358EAF}" dt="2026-03-11T21:08:14.951" v="298" actId="207"/>
          <ac:spMkLst>
            <pc:docMk/>
            <pc:sldMk cId="0" sldId="351"/>
            <ac:spMk id="6" creationId="{00000000-0000-0000-0000-000000000000}"/>
          </ac:spMkLst>
        </pc:spChg>
        <pc:spChg chg="mod">
          <ac:chgData name="Carey Garback" userId="dc25ffa4-de89-4779-8381-34524c87e417" providerId="ADAL" clId="{6E1D5EB8-13F6-40DF-B512-351F8F358EAF}" dt="2026-03-11T21:08:14.951" v="298" actId="207"/>
          <ac:spMkLst>
            <pc:docMk/>
            <pc:sldMk cId="0" sldId="351"/>
            <ac:spMk id="7" creationId="{00000000-0000-0000-0000-000000000000}"/>
          </ac:spMkLst>
        </pc:spChg>
        <pc:spChg chg="mod">
          <ac:chgData name="Carey Garback" userId="dc25ffa4-de89-4779-8381-34524c87e417" providerId="ADAL" clId="{6E1D5EB8-13F6-40DF-B512-351F8F358EAF}" dt="2026-03-11T21:08:21.268" v="300" actId="14100"/>
          <ac:spMkLst>
            <pc:docMk/>
            <pc:sldMk cId="0" sldId="351"/>
            <ac:spMk id="9" creationId="{00000000-0000-0000-0000-000000000000}"/>
          </ac:spMkLst>
        </pc:spChg>
        <pc:spChg chg="mod ord">
          <ac:chgData name="Carey Garback" userId="dc25ffa4-de89-4779-8381-34524c87e417" providerId="ADAL" clId="{6E1D5EB8-13F6-40DF-B512-351F8F358EAF}" dt="2026-03-11T21:08:26.903" v="301" actId="14100"/>
          <ac:spMkLst>
            <pc:docMk/>
            <pc:sldMk cId="0" sldId="351"/>
            <ac:spMk id="10" creationId="{00000000-0000-0000-0000-000000000000}"/>
          </ac:spMkLst>
        </pc:spChg>
        <pc:spChg chg="mod ord">
          <ac:chgData name="Carey Garback" userId="dc25ffa4-de89-4779-8381-34524c87e417" providerId="ADAL" clId="{6E1D5EB8-13F6-40DF-B512-351F8F358EAF}" dt="2026-03-11T21:08:21.268" v="300" actId="14100"/>
          <ac:spMkLst>
            <pc:docMk/>
            <pc:sldMk cId="0" sldId="351"/>
            <ac:spMk id="11" creationId="{00000000-0000-0000-0000-000000000000}"/>
          </ac:spMkLst>
        </pc:spChg>
        <pc:spChg chg="mod">
          <ac:chgData name="Carey Garback" userId="dc25ffa4-de89-4779-8381-34524c87e417" providerId="ADAL" clId="{6E1D5EB8-13F6-40DF-B512-351F8F358EAF}" dt="2026-03-11T21:08:21.268" v="300" actId="14100"/>
          <ac:spMkLst>
            <pc:docMk/>
            <pc:sldMk cId="0" sldId="351"/>
            <ac:spMk id="12" creationId="{00000000-0000-0000-0000-000000000000}"/>
          </ac:spMkLst>
        </pc:spChg>
        <pc:grpChg chg="mod">
          <ac:chgData name="Carey Garback" userId="dc25ffa4-de89-4779-8381-34524c87e417" providerId="ADAL" clId="{6E1D5EB8-13F6-40DF-B512-351F8F358EAF}" dt="2026-03-11T21:08:21.268" v="300" actId="14100"/>
          <ac:grpSpMkLst>
            <pc:docMk/>
            <pc:sldMk cId="0" sldId="351"/>
            <ac:grpSpMk id="3" creationId="{00000000-0000-0000-0000-000000000000}"/>
          </ac:grpSpMkLst>
        </pc:grpChg>
      </pc:sldChg>
      <pc:sldChg chg="modSp mod modClrScheme chgLayout">
        <pc:chgData name="Carey Garback" userId="dc25ffa4-de89-4779-8381-34524c87e417" providerId="ADAL" clId="{6E1D5EB8-13F6-40DF-B512-351F8F358EAF}" dt="2026-03-11T20:57:21.127" v="111" actId="700"/>
        <pc:sldMkLst>
          <pc:docMk/>
          <pc:sldMk cId="0" sldId="352"/>
        </pc:sldMkLst>
        <pc:spChg chg="mod ord">
          <ac:chgData name="Carey Garback" userId="dc25ffa4-de89-4779-8381-34524c87e417" providerId="ADAL" clId="{6E1D5EB8-13F6-40DF-B512-351F8F358EAF}" dt="2026-03-11T20:57:21.127" v="111" actId="700"/>
          <ac:spMkLst>
            <pc:docMk/>
            <pc:sldMk cId="0" sldId="352"/>
            <ac:spMk id="9" creationId="{00000000-0000-0000-0000-000000000000}"/>
          </ac:spMkLst>
        </pc:spChg>
        <pc:spChg chg="mod ord">
          <ac:chgData name="Carey Garback" userId="dc25ffa4-de89-4779-8381-34524c87e417" providerId="ADAL" clId="{6E1D5EB8-13F6-40DF-B512-351F8F358EAF}" dt="2026-03-11T20:57:21.127" v="111" actId="700"/>
          <ac:spMkLst>
            <pc:docMk/>
            <pc:sldMk cId="0" sldId="352"/>
            <ac:spMk id="11" creationId="{00000000-0000-0000-0000-000000000000}"/>
          </ac:spMkLst>
        </pc:spChg>
      </pc:sldChg>
      <pc:sldChg chg="modSp mod modClrScheme chgLayout">
        <pc:chgData name="Carey Garback" userId="dc25ffa4-de89-4779-8381-34524c87e417" providerId="ADAL" clId="{6E1D5EB8-13F6-40DF-B512-351F8F358EAF}" dt="2026-03-11T21:08:37.952" v="303" actId="1076"/>
        <pc:sldMkLst>
          <pc:docMk/>
          <pc:sldMk cId="0" sldId="353"/>
        </pc:sldMkLst>
        <pc:spChg chg="mod ord">
          <ac:chgData name="Carey Garback" userId="dc25ffa4-de89-4779-8381-34524c87e417" providerId="ADAL" clId="{6E1D5EB8-13F6-40DF-B512-351F8F358EAF}" dt="2026-03-11T20:57:21.127" v="111" actId="700"/>
          <ac:spMkLst>
            <pc:docMk/>
            <pc:sldMk cId="0" sldId="353"/>
            <ac:spMk id="7" creationId="{00000000-0000-0000-0000-000000000000}"/>
          </ac:spMkLst>
        </pc:spChg>
        <pc:spChg chg="mod ord">
          <ac:chgData name="Carey Garback" userId="dc25ffa4-de89-4779-8381-34524c87e417" providerId="ADAL" clId="{6E1D5EB8-13F6-40DF-B512-351F8F358EAF}" dt="2026-03-11T21:08:37.952" v="303" actId="1076"/>
          <ac:spMkLst>
            <pc:docMk/>
            <pc:sldMk cId="0" sldId="353"/>
            <ac:spMk id="8" creationId="{00000000-0000-0000-0000-000000000000}"/>
          </ac:spMkLst>
        </pc:spChg>
        <pc:spChg chg="mod ord">
          <ac:chgData name="Carey Garback" userId="dc25ffa4-de89-4779-8381-34524c87e417" providerId="ADAL" clId="{6E1D5EB8-13F6-40DF-B512-351F8F358EAF}" dt="2026-03-11T20:57:21.127" v="111" actId="700"/>
          <ac:spMkLst>
            <pc:docMk/>
            <pc:sldMk cId="0" sldId="353"/>
            <ac:spMk id="19"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354"/>
        </pc:sldMkLst>
        <pc:spChg chg="mod ord">
          <ac:chgData name="Carey Garback" userId="dc25ffa4-de89-4779-8381-34524c87e417" providerId="ADAL" clId="{6E1D5EB8-13F6-40DF-B512-351F8F358EAF}" dt="2026-03-11T20:57:21.127" v="111" actId="700"/>
          <ac:spMkLst>
            <pc:docMk/>
            <pc:sldMk cId="0" sldId="354"/>
            <ac:spMk id="12"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355"/>
        </pc:sldMkLst>
        <pc:spChg chg="mod ord">
          <ac:chgData name="Carey Garback" userId="dc25ffa4-de89-4779-8381-34524c87e417" providerId="ADAL" clId="{6E1D5EB8-13F6-40DF-B512-351F8F358EAF}" dt="2026-03-11T20:57:21.127" v="111" actId="700"/>
          <ac:spMkLst>
            <pc:docMk/>
            <pc:sldMk cId="0" sldId="355"/>
            <ac:spMk id="10" creationId="{00000000-0000-0000-0000-000000000000}"/>
          </ac:spMkLst>
        </pc:spChg>
        <pc:spChg chg="mod ord">
          <ac:chgData name="Carey Garback" userId="dc25ffa4-de89-4779-8381-34524c87e417" providerId="ADAL" clId="{6E1D5EB8-13F6-40DF-B512-351F8F358EAF}" dt="2026-03-11T20:57:21.127" v="111" actId="700"/>
          <ac:spMkLst>
            <pc:docMk/>
            <pc:sldMk cId="0" sldId="355"/>
            <ac:spMk id="16"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356"/>
        </pc:sldMkLst>
        <pc:spChg chg="mod ord">
          <ac:chgData name="Carey Garback" userId="dc25ffa4-de89-4779-8381-34524c87e417" providerId="ADAL" clId="{6E1D5EB8-13F6-40DF-B512-351F8F358EAF}" dt="2026-03-11T20:57:21.127" v="111" actId="700"/>
          <ac:spMkLst>
            <pc:docMk/>
            <pc:sldMk cId="0" sldId="356"/>
            <ac:spMk id="7"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357"/>
        </pc:sldMkLst>
        <pc:spChg chg="mod ord">
          <ac:chgData name="Carey Garback" userId="dc25ffa4-de89-4779-8381-34524c87e417" providerId="ADAL" clId="{6E1D5EB8-13F6-40DF-B512-351F8F358EAF}" dt="2026-03-11T20:57:21.127" v="111" actId="700"/>
          <ac:spMkLst>
            <pc:docMk/>
            <pc:sldMk cId="0" sldId="357"/>
            <ac:spMk id="8"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358"/>
        </pc:sldMkLst>
        <pc:spChg chg="mod ord">
          <ac:chgData name="Carey Garback" userId="dc25ffa4-de89-4779-8381-34524c87e417" providerId="ADAL" clId="{6E1D5EB8-13F6-40DF-B512-351F8F358EAF}" dt="2026-03-11T20:57:21.127" v="111" actId="700"/>
          <ac:spMkLst>
            <pc:docMk/>
            <pc:sldMk cId="0" sldId="358"/>
            <ac:spMk id="9" creationId="{00000000-0000-0000-0000-000000000000}"/>
          </ac:spMkLst>
        </pc:spChg>
      </pc:sldChg>
      <pc:sldChg chg="modSp mod modClrScheme chgLayout">
        <pc:chgData name="Carey Garback" userId="dc25ffa4-de89-4779-8381-34524c87e417" providerId="ADAL" clId="{6E1D5EB8-13F6-40DF-B512-351F8F358EAF}" dt="2026-03-11T21:08:54.612" v="304" actId="14100"/>
        <pc:sldMkLst>
          <pc:docMk/>
          <pc:sldMk cId="0" sldId="359"/>
        </pc:sldMkLst>
        <pc:spChg chg="mod">
          <ac:chgData name="Carey Garback" userId="dc25ffa4-de89-4779-8381-34524c87e417" providerId="ADAL" clId="{6E1D5EB8-13F6-40DF-B512-351F8F358EAF}" dt="2026-03-11T21:08:54.612" v="304" actId="14100"/>
          <ac:spMkLst>
            <pc:docMk/>
            <pc:sldMk cId="0" sldId="359"/>
            <ac:spMk id="9" creationId="{00000000-0000-0000-0000-000000000000}"/>
          </ac:spMkLst>
        </pc:spChg>
      </pc:sldChg>
      <pc:sldChg chg="delSp modSp mod modClrScheme chgLayout">
        <pc:chgData name="Carey Garback" userId="dc25ffa4-de89-4779-8381-34524c87e417" providerId="ADAL" clId="{6E1D5EB8-13F6-40DF-B512-351F8F358EAF}" dt="2026-03-11T21:09:12.492" v="308" actId="1076"/>
        <pc:sldMkLst>
          <pc:docMk/>
          <pc:sldMk cId="0" sldId="360"/>
        </pc:sldMkLst>
        <pc:spChg chg="del">
          <ac:chgData name="Carey Garback" userId="dc25ffa4-de89-4779-8381-34524c87e417" providerId="ADAL" clId="{6E1D5EB8-13F6-40DF-B512-351F8F358EAF}" dt="2026-03-11T21:08:59.763" v="305" actId="478"/>
          <ac:spMkLst>
            <pc:docMk/>
            <pc:sldMk cId="0" sldId="360"/>
            <ac:spMk id="2" creationId="{00000000-0000-0000-0000-000000000000}"/>
          </ac:spMkLst>
        </pc:spChg>
        <pc:spChg chg="mod">
          <ac:chgData name="Carey Garback" userId="dc25ffa4-de89-4779-8381-34524c87e417" providerId="ADAL" clId="{6E1D5EB8-13F6-40DF-B512-351F8F358EAF}" dt="2026-03-11T21:09:04.286" v="306" actId="207"/>
          <ac:spMkLst>
            <pc:docMk/>
            <pc:sldMk cId="0" sldId="360"/>
            <ac:spMk id="4" creationId="{00000000-0000-0000-0000-000000000000}"/>
          </ac:spMkLst>
        </pc:spChg>
        <pc:spChg chg="mod">
          <ac:chgData name="Carey Garback" userId="dc25ffa4-de89-4779-8381-34524c87e417" providerId="ADAL" clId="{6E1D5EB8-13F6-40DF-B512-351F8F358EAF}" dt="2026-03-11T21:09:04.286" v="306" actId="207"/>
          <ac:spMkLst>
            <pc:docMk/>
            <pc:sldMk cId="0" sldId="360"/>
            <ac:spMk id="5" creationId="{00000000-0000-0000-0000-000000000000}"/>
          </ac:spMkLst>
        </pc:spChg>
        <pc:spChg chg="mod">
          <ac:chgData name="Carey Garback" userId="dc25ffa4-de89-4779-8381-34524c87e417" providerId="ADAL" clId="{6E1D5EB8-13F6-40DF-B512-351F8F358EAF}" dt="2026-03-11T21:09:04.286" v="306" actId="207"/>
          <ac:spMkLst>
            <pc:docMk/>
            <pc:sldMk cId="0" sldId="360"/>
            <ac:spMk id="6" creationId="{00000000-0000-0000-0000-000000000000}"/>
          </ac:spMkLst>
        </pc:spChg>
        <pc:spChg chg="mod">
          <ac:chgData name="Carey Garback" userId="dc25ffa4-de89-4779-8381-34524c87e417" providerId="ADAL" clId="{6E1D5EB8-13F6-40DF-B512-351F8F358EAF}" dt="2026-03-11T21:09:04.286" v="306" actId="207"/>
          <ac:spMkLst>
            <pc:docMk/>
            <pc:sldMk cId="0" sldId="360"/>
            <ac:spMk id="7" creationId="{00000000-0000-0000-0000-000000000000}"/>
          </ac:spMkLst>
        </pc:spChg>
        <pc:spChg chg="mod">
          <ac:chgData name="Carey Garback" userId="dc25ffa4-de89-4779-8381-34524c87e417" providerId="ADAL" clId="{6E1D5EB8-13F6-40DF-B512-351F8F358EAF}" dt="2026-03-11T21:09:04.286" v="306" actId="207"/>
          <ac:spMkLst>
            <pc:docMk/>
            <pc:sldMk cId="0" sldId="360"/>
            <ac:spMk id="8" creationId="{00000000-0000-0000-0000-000000000000}"/>
          </ac:spMkLst>
        </pc:spChg>
        <pc:spChg chg="mod ord">
          <ac:chgData name="Carey Garback" userId="dc25ffa4-de89-4779-8381-34524c87e417" providerId="ADAL" clId="{6E1D5EB8-13F6-40DF-B512-351F8F358EAF}" dt="2026-03-11T21:09:12.492" v="308" actId="1076"/>
          <ac:spMkLst>
            <pc:docMk/>
            <pc:sldMk cId="0" sldId="360"/>
            <ac:spMk id="9" creationId="{00000000-0000-0000-0000-000000000000}"/>
          </ac:spMkLst>
        </pc:spChg>
        <pc:spChg chg="mod ord">
          <ac:chgData name="Carey Garback" userId="dc25ffa4-de89-4779-8381-34524c87e417" providerId="ADAL" clId="{6E1D5EB8-13F6-40DF-B512-351F8F358EAF}" dt="2026-03-11T21:09:04.286" v="306" actId="207"/>
          <ac:spMkLst>
            <pc:docMk/>
            <pc:sldMk cId="0" sldId="360"/>
            <ac:spMk id="10" creationId="{00000000-0000-0000-0000-000000000000}"/>
          </ac:spMkLst>
        </pc:spChg>
        <pc:spChg chg="mod">
          <ac:chgData name="Carey Garback" userId="dc25ffa4-de89-4779-8381-34524c87e417" providerId="ADAL" clId="{6E1D5EB8-13F6-40DF-B512-351F8F358EAF}" dt="2026-03-11T21:09:04.286" v="306" actId="207"/>
          <ac:spMkLst>
            <pc:docMk/>
            <pc:sldMk cId="0" sldId="360"/>
            <ac:spMk id="11"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361"/>
        </pc:sldMkLst>
        <pc:spChg chg="mod ord">
          <ac:chgData name="Carey Garback" userId="dc25ffa4-de89-4779-8381-34524c87e417" providerId="ADAL" clId="{6E1D5EB8-13F6-40DF-B512-351F8F358EAF}" dt="2026-03-11T20:57:21.127" v="111" actId="700"/>
          <ac:spMkLst>
            <pc:docMk/>
            <pc:sldMk cId="0" sldId="361"/>
            <ac:spMk id="10" creationId="{00000000-0000-0000-0000-000000000000}"/>
          </ac:spMkLst>
        </pc:spChg>
        <pc:spChg chg="mod ord">
          <ac:chgData name="Carey Garback" userId="dc25ffa4-de89-4779-8381-34524c87e417" providerId="ADAL" clId="{6E1D5EB8-13F6-40DF-B512-351F8F358EAF}" dt="2026-03-11T20:57:21.127" v="111" actId="700"/>
          <ac:spMkLst>
            <pc:docMk/>
            <pc:sldMk cId="0" sldId="361"/>
            <ac:spMk id="12"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362"/>
        </pc:sldMkLst>
        <pc:spChg chg="mod ord">
          <ac:chgData name="Carey Garback" userId="dc25ffa4-de89-4779-8381-34524c87e417" providerId="ADAL" clId="{6E1D5EB8-13F6-40DF-B512-351F8F358EAF}" dt="2026-03-11T20:57:21.127" v="111" actId="700"/>
          <ac:spMkLst>
            <pc:docMk/>
            <pc:sldMk cId="0" sldId="362"/>
            <ac:spMk id="9" creationId="{00000000-0000-0000-0000-000000000000}"/>
          </ac:spMkLst>
        </pc:spChg>
        <pc:spChg chg="mod ord">
          <ac:chgData name="Carey Garback" userId="dc25ffa4-de89-4779-8381-34524c87e417" providerId="ADAL" clId="{6E1D5EB8-13F6-40DF-B512-351F8F358EAF}" dt="2026-03-11T20:57:21.127" v="111" actId="700"/>
          <ac:spMkLst>
            <pc:docMk/>
            <pc:sldMk cId="0" sldId="362"/>
            <ac:spMk id="10"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363"/>
        </pc:sldMkLst>
        <pc:spChg chg="mod ord">
          <ac:chgData name="Carey Garback" userId="dc25ffa4-de89-4779-8381-34524c87e417" providerId="ADAL" clId="{6E1D5EB8-13F6-40DF-B512-351F8F358EAF}" dt="2026-03-11T20:57:21.127" v="111" actId="700"/>
          <ac:spMkLst>
            <pc:docMk/>
            <pc:sldMk cId="0" sldId="363"/>
            <ac:spMk id="9" creationId="{00000000-0000-0000-0000-000000000000}"/>
          </ac:spMkLst>
        </pc:spChg>
        <pc:spChg chg="mod ord">
          <ac:chgData name="Carey Garback" userId="dc25ffa4-de89-4779-8381-34524c87e417" providerId="ADAL" clId="{6E1D5EB8-13F6-40DF-B512-351F8F358EAF}" dt="2026-03-11T20:57:21.127" v="111" actId="700"/>
          <ac:spMkLst>
            <pc:docMk/>
            <pc:sldMk cId="0" sldId="363"/>
            <ac:spMk id="11" creationId="{00000000-0000-0000-0000-000000000000}"/>
          </ac:spMkLst>
        </pc:spChg>
      </pc:sldChg>
      <pc:sldChg chg="delSp modSp mod modClrScheme chgLayout">
        <pc:chgData name="Carey Garback" userId="dc25ffa4-de89-4779-8381-34524c87e417" providerId="ADAL" clId="{6E1D5EB8-13F6-40DF-B512-351F8F358EAF}" dt="2026-03-11T21:09:39.136" v="312" actId="1076"/>
        <pc:sldMkLst>
          <pc:docMk/>
          <pc:sldMk cId="0" sldId="368"/>
        </pc:sldMkLst>
        <pc:spChg chg="del">
          <ac:chgData name="Carey Garback" userId="dc25ffa4-de89-4779-8381-34524c87e417" providerId="ADAL" clId="{6E1D5EB8-13F6-40DF-B512-351F8F358EAF}" dt="2026-03-11T21:09:27.923" v="309" actId="478"/>
          <ac:spMkLst>
            <pc:docMk/>
            <pc:sldMk cId="0" sldId="368"/>
            <ac:spMk id="2" creationId="{00000000-0000-0000-0000-000000000000}"/>
          </ac:spMkLst>
        </pc:spChg>
        <pc:spChg chg="mod">
          <ac:chgData name="Carey Garback" userId="dc25ffa4-de89-4779-8381-34524c87e417" providerId="ADAL" clId="{6E1D5EB8-13F6-40DF-B512-351F8F358EAF}" dt="2026-03-11T21:09:31.915" v="310" actId="207"/>
          <ac:spMkLst>
            <pc:docMk/>
            <pc:sldMk cId="0" sldId="368"/>
            <ac:spMk id="4" creationId="{00000000-0000-0000-0000-000000000000}"/>
          </ac:spMkLst>
        </pc:spChg>
        <pc:spChg chg="mod">
          <ac:chgData name="Carey Garback" userId="dc25ffa4-de89-4779-8381-34524c87e417" providerId="ADAL" clId="{6E1D5EB8-13F6-40DF-B512-351F8F358EAF}" dt="2026-03-11T21:09:31.915" v="310" actId="207"/>
          <ac:spMkLst>
            <pc:docMk/>
            <pc:sldMk cId="0" sldId="368"/>
            <ac:spMk id="5" creationId="{00000000-0000-0000-0000-000000000000}"/>
          </ac:spMkLst>
        </pc:spChg>
        <pc:spChg chg="mod">
          <ac:chgData name="Carey Garback" userId="dc25ffa4-de89-4779-8381-34524c87e417" providerId="ADAL" clId="{6E1D5EB8-13F6-40DF-B512-351F8F358EAF}" dt="2026-03-11T21:09:31.915" v="310" actId="207"/>
          <ac:spMkLst>
            <pc:docMk/>
            <pc:sldMk cId="0" sldId="368"/>
            <ac:spMk id="6" creationId="{00000000-0000-0000-0000-000000000000}"/>
          </ac:spMkLst>
        </pc:spChg>
        <pc:spChg chg="mod">
          <ac:chgData name="Carey Garback" userId="dc25ffa4-de89-4779-8381-34524c87e417" providerId="ADAL" clId="{6E1D5EB8-13F6-40DF-B512-351F8F358EAF}" dt="2026-03-11T21:09:31.915" v="310" actId="207"/>
          <ac:spMkLst>
            <pc:docMk/>
            <pc:sldMk cId="0" sldId="368"/>
            <ac:spMk id="7" creationId="{00000000-0000-0000-0000-000000000000}"/>
          </ac:spMkLst>
        </pc:spChg>
        <pc:spChg chg="mod">
          <ac:chgData name="Carey Garback" userId="dc25ffa4-de89-4779-8381-34524c87e417" providerId="ADAL" clId="{6E1D5EB8-13F6-40DF-B512-351F8F358EAF}" dt="2026-03-11T21:09:31.915" v="310" actId="207"/>
          <ac:spMkLst>
            <pc:docMk/>
            <pc:sldMk cId="0" sldId="368"/>
            <ac:spMk id="8" creationId="{00000000-0000-0000-0000-000000000000}"/>
          </ac:spMkLst>
        </pc:spChg>
        <pc:spChg chg="mod ord">
          <ac:chgData name="Carey Garback" userId="dc25ffa4-de89-4779-8381-34524c87e417" providerId="ADAL" clId="{6E1D5EB8-13F6-40DF-B512-351F8F358EAF}" dt="2026-03-11T21:09:39.136" v="312" actId="1076"/>
          <ac:spMkLst>
            <pc:docMk/>
            <pc:sldMk cId="0" sldId="368"/>
            <ac:spMk id="9" creationId="{00000000-0000-0000-0000-000000000000}"/>
          </ac:spMkLst>
        </pc:spChg>
        <pc:spChg chg="mod">
          <ac:chgData name="Carey Garback" userId="dc25ffa4-de89-4779-8381-34524c87e417" providerId="ADAL" clId="{6E1D5EB8-13F6-40DF-B512-351F8F358EAF}" dt="2026-03-11T21:09:31.915" v="310" actId="207"/>
          <ac:spMkLst>
            <pc:docMk/>
            <pc:sldMk cId="0" sldId="368"/>
            <ac:spMk id="10" creationId="{00000000-0000-0000-0000-000000000000}"/>
          </ac:spMkLst>
        </pc:spChg>
        <pc:spChg chg="mod ord">
          <ac:chgData name="Carey Garback" userId="dc25ffa4-de89-4779-8381-34524c87e417" providerId="ADAL" clId="{6E1D5EB8-13F6-40DF-B512-351F8F358EAF}" dt="2026-03-11T21:09:31.915" v="310" actId="207"/>
          <ac:spMkLst>
            <pc:docMk/>
            <pc:sldMk cId="0" sldId="368"/>
            <ac:spMk id="11"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369"/>
        </pc:sldMkLst>
        <pc:spChg chg="mod ord">
          <ac:chgData name="Carey Garback" userId="dc25ffa4-de89-4779-8381-34524c87e417" providerId="ADAL" clId="{6E1D5EB8-13F6-40DF-B512-351F8F358EAF}" dt="2026-03-11T20:57:21.127" v="111" actId="700"/>
          <ac:spMkLst>
            <pc:docMk/>
            <pc:sldMk cId="0" sldId="369"/>
            <ac:spMk id="2" creationId="{00000000-0000-0000-0000-000000000000}"/>
          </ac:spMkLst>
        </pc:spChg>
        <pc:spChg chg="mod ord">
          <ac:chgData name="Carey Garback" userId="dc25ffa4-de89-4779-8381-34524c87e417" providerId="ADAL" clId="{6E1D5EB8-13F6-40DF-B512-351F8F358EAF}" dt="2026-03-11T20:57:21.127" v="111" actId="700"/>
          <ac:spMkLst>
            <pc:docMk/>
            <pc:sldMk cId="0" sldId="369"/>
            <ac:spMk id="7" creationId="{00000000-0000-0000-0000-000000000000}"/>
          </ac:spMkLst>
        </pc:spChg>
      </pc:sldChg>
      <pc:sldChg chg="modSp mod modClrScheme chgLayout">
        <pc:chgData name="Carey Garback" userId="dc25ffa4-de89-4779-8381-34524c87e417" providerId="ADAL" clId="{6E1D5EB8-13F6-40DF-B512-351F8F358EAF}" dt="2026-03-11T21:10:00.463" v="314" actId="1076"/>
        <pc:sldMkLst>
          <pc:docMk/>
          <pc:sldMk cId="0" sldId="370"/>
        </pc:sldMkLst>
        <pc:spChg chg="mod ord">
          <ac:chgData name="Carey Garback" userId="dc25ffa4-de89-4779-8381-34524c87e417" providerId="ADAL" clId="{6E1D5EB8-13F6-40DF-B512-351F8F358EAF}" dt="2026-03-11T21:10:00.463" v="314" actId="1076"/>
          <ac:spMkLst>
            <pc:docMk/>
            <pc:sldMk cId="0" sldId="370"/>
            <ac:spMk id="2" creationId="{00000000-0000-0000-0000-000000000000}"/>
          </ac:spMkLst>
        </pc:spChg>
        <pc:spChg chg="mod ord">
          <ac:chgData name="Carey Garback" userId="dc25ffa4-de89-4779-8381-34524c87e417" providerId="ADAL" clId="{6E1D5EB8-13F6-40DF-B512-351F8F358EAF}" dt="2026-03-11T20:57:21.127" v="111" actId="700"/>
          <ac:spMkLst>
            <pc:docMk/>
            <pc:sldMk cId="0" sldId="370"/>
            <ac:spMk id="4" creationId="{00000000-0000-0000-0000-000000000000}"/>
          </ac:spMkLst>
        </pc:spChg>
      </pc:sldChg>
      <pc:sldChg chg="modSp mod modClrScheme chgLayout">
        <pc:chgData name="Carey Garback" userId="dc25ffa4-de89-4779-8381-34524c87e417" providerId="ADAL" clId="{6E1D5EB8-13F6-40DF-B512-351F8F358EAF}" dt="2026-03-11T21:10:08.482" v="315" actId="404"/>
        <pc:sldMkLst>
          <pc:docMk/>
          <pc:sldMk cId="0" sldId="371"/>
        </pc:sldMkLst>
        <pc:spChg chg="mod ord">
          <ac:chgData name="Carey Garback" userId="dc25ffa4-de89-4779-8381-34524c87e417" providerId="ADAL" clId="{6E1D5EB8-13F6-40DF-B512-351F8F358EAF}" dt="2026-03-11T20:57:21.127" v="111" actId="700"/>
          <ac:spMkLst>
            <pc:docMk/>
            <pc:sldMk cId="0" sldId="371"/>
            <ac:spMk id="2" creationId="{00000000-0000-0000-0000-000000000000}"/>
          </ac:spMkLst>
        </pc:spChg>
        <pc:spChg chg="mod">
          <ac:chgData name="Carey Garback" userId="dc25ffa4-de89-4779-8381-34524c87e417" providerId="ADAL" clId="{6E1D5EB8-13F6-40DF-B512-351F8F358EAF}" dt="2026-03-11T21:10:08.482" v="315" actId="404"/>
          <ac:spMkLst>
            <pc:docMk/>
            <pc:sldMk cId="0" sldId="371"/>
            <ac:spMk id="3" creationId="{00000000-0000-0000-0000-000000000000}"/>
          </ac:spMkLst>
        </pc:spChg>
        <pc:spChg chg="mod ord">
          <ac:chgData name="Carey Garback" userId="dc25ffa4-de89-4779-8381-34524c87e417" providerId="ADAL" clId="{6E1D5EB8-13F6-40DF-B512-351F8F358EAF}" dt="2026-03-11T20:57:21.127" v="111" actId="700"/>
          <ac:spMkLst>
            <pc:docMk/>
            <pc:sldMk cId="0" sldId="371"/>
            <ac:spMk id="5"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372"/>
        </pc:sldMkLst>
        <pc:spChg chg="mod ord">
          <ac:chgData name="Carey Garback" userId="dc25ffa4-de89-4779-8381-34524c87e417" providerId="ADAL" clId="{6E1D5EB8-13F6-40DF-B512-351F8F358EAF}" dt="2026-03-11T20:57:21.127" v="111" actId="700"/>
          <ac:spMkLst>
            <pc:docMk/>
            <pc:sldMk cId="0" sldId="372"/>
            <ac:spMk id="2" creationId="{00000000-0000-0000-0000-000000000000}"/>
          </ac:spMkLst>
        </pc:spChg>
        <pc:spChg chg="mod ord">
          <ac:chgData name="Carey Garback" userId="dc25ffa4-de89-4779-8381-34524c87e417" providerId="ADAL" clId="{6E1D5EB8-13F6-40DF-B512-351F8F358EAF}" dt="2026-03-11T20:57:21.127" v="111" actId="700"/>
          <ac:spMkLst>
            <pc:docMk/>
            <pc:sldMk cId="0" sldId="372"/>
            <ac:spMk id="5"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373"/>
        </pc:sldMkLst>
        <pc:spChg chg="mod ord">
          <ac:chgData name="Carey Garback" userId="dc25ffa4-de89-4779-8381-34524c87e417" providerId="ADAL" clId="{6E1D5EB8-13F6-40DF-B512-351F8F358EAF}" dt="2026-03-11T20:57:21.127" v="111" actId="700"/>
          <ac:spMkLst>
            <pc:docMk/>
            <pc:sldMk cId="0" sldId="373"/>
            <ac:spMk id="2" creationId="{00000000-0000-0000-0000-000000000000}"/>
          </ac:spMkLst>
        </pc:spChg>
        <pc:spChg chg="mod ord">
          <ac:chgData name="Carey Garback" userId="dc25ffa4-de89-4779-8381-34524c87e417" providerId="ADAL" clId="{6E1D5EB8-13F6-40DF-B512-351F8F358EAF}" dt="2026-03-11T20:57:21.127" v="111" actId="700"/>
          <ac:spMkLst>
            <pc:docMk/>
            <pc:sldMk cId="0" sldId="373"/>
            <ac:spMk id="7"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374"/>
        </pc:sldMkLst>
        <pc:spChg chg="mod ord">
          <ac:chgData name="Carey Garback" userId="dc25ffa4-de89-4779-8381-34524c87e417" providerId="ADAL" clId="{6E1D5EB8-13F6-40DF-B512-351F8F358EAF}" dt="2026-03-11T20:57:21.127" v="111" actId="700"/>
          <ac:spMkLst>
            <pc:docMk/>
            <pc:sldMk cId="0" sldId="374"/>
            <ac:spMk id="2" creationId="{00000000-0000-0000-0000-000000000000}"/>
          </ac:spMkLst>
        </pc:spChg>
        <pc:spChg chg="mod ord">
          <ac:chgData name="Carey Garback" userId="dc25ffa4-de89-4779-8381-34524c87e417" providerId="ADAL" clId="{6E1D5EB8-13F6-40DF-B512-351F8F358EAF}" dt="2026-03-11T20:57:21.127" v="111" actId="700"/>
          <ac:spMkLst>
            <pc:docMk/>
            <pc:sldMk cId="0" sldId="374"/>
            <ac:spMk id="5"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382"/>
        </pc:sldMkLst>
        <pc:spChg chg="mod ord">
          <ac:chgData name="Carey Garback" userId="dc25ffa4-de89-4779-8381-34524c87e417" providerId="ADAL" clId="{6E1D5EB8-13F6-40DF-B512-351F8F358EAF}" dt="2026-03-11T20:57:21.127" v="111" actId="700"/>
          <ac:spMkLst>
            <pc:docMk/>
            <pc:sldMk cId="0" sldId="382"/>
            <ac:spMk id="5" creationId="{00000000-0000-0000-0000-000000000000}"/>
          </ac:spMkLst>
        </pc:spChg>
        <pc:spChg chg="mod ord">
          <ac:chgData name="Carey Garback" userId="dc25ffa4-de89-4779-8381-34524c87e417" providerId="ADAL" clId="{6E1D5EB8-13F6-40DF-B512-351F8F358EAF}" dt="2026-03-11T20:57:21.127" v="111" actId="700"/>
          <ac:spMkLst>
            <pc:docMk/>
            <pc:sldMk cId="0" sldId="382"/>
            <ac:spMk id="7"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383"/>
        </pc:sldMkLst>
        <pc:spChg chg="mod ord">
          <ac:chgData name="Carey Garback" userId="dc25ffa4-de89-4779-8381-34524c87e417" providerId="ADAL" clId="{6E1D5EB8-13F6-40DF-B512-351F8F358EAF}" dt="2026-03-11T20:57:21.127" v="111" actId="700"/>
          <ac:spMkLst>
            <pc:docMk/>
            <pc:sldMk cId="0" sldId="383"/>
            <ac:spMk id="5" creationId="{00000000-0000-0000-0000-000000000000}"/>
          </ac:spMkLst>
        </pc:spChg>
        <pc:spChg chg="mod ord">
          <ac:chgData name="Carey Garback" userId="dc25ffa4-de89-4779-8381-34524c87e417" providerId="ADAL" clId="{6E1D5EB8-13F6-40DF-B512-351F8F358EAF}" dt="2026-03-11T20:57:21.127" v="111" actId="700"/>
          <ac:spMkLst>
            <pc:docMk/>
            <pc:sldMk cId="0" sldId="383"/>
            <ac:spMk id="7"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384"/>
        </pc:sldMkLst>
        <pc:spChg chg="mod ord">
          <ac:chgData name="Carey Garback" userId="dc25ffa4-de89-4779-8381-34524c87e417" providerId="ADAL" clId="{6E1D5EB8-13F6-40DF-B512-351F8F358EAF}" dt="2026-03-11T20:57:21.127" v="111" actId="700"/>
          <ac:spMkLst>
            <pc:docMk/>
            <pc:sldMk cId="0" sldId="384"/>
            <ac:spMk id="4" creationId="{00000000-0000-0000-0000-000000000000}"/>
          </ac:spMkLst>
        </pc:spChg>
        <pc:spChg chg="mod ord">
          <ac:chgData name="Carey Garback" userId="dc25ffa4-de89-4779-8381-34524c87e417" providerId="ADAL" clId="{6E1D5EB8-13F6-40DF-B512-351F8F358EAF}" dt="2026-03-11T20:57:21.127" v="111" actId="700"/>
          <ac:spMkLst>
            <pc:docMk/>
            <pc:sldMk cId="0" sldId="384"/>
            <ac:spMk id="7" creationId="{00000000-0000-0000-0000-000000000000}"/>
          </ac:spMkLst>
        </pc:spChg>
      </pc:sldChg>
      <pc:sldChg chg="modSp mod modClrScheme chgLayout">
        <pc:chgData name="Carey Garback" userId="dc25ffa4-de89-4779-8381-34524c87e417" providerId="ADAL" clId="{6E1D5EB8-13F6-40DF-B512-351F8F358EAF}" dt="2026-03-11T21:10:34.473" v="316" actId="14100"/>
        <pc:sldMkLst>
          <pc:docMk/>
          <pc:sldMk cId="0" sldId="385"/>
        </pc:sldMkLst>
        <pc:spChg chg="mod ord">
          <ac:chgData name="Carey Garback" userId="dc25ffa4-de89-4779-8381-34524c87e417" providerId="ADAL" clId="{6E1D5EB8-13F6-40DF-B512-351F8F358EAF}" dt="2026-03-11T20:57:21.127" v="111" actId="700"/>
          <ac:spMkLst>
            <pc:docMk/>
            <pc:sldMk cId="0" sldId="385"/>
            <ac:spMk id="7" creationId="{00000000-0000-0000-0000-000000000000}"/>
          </ac:spMkLst>
        </pc:spChg>
        <pc:grpChg chg="mod">
          <ac:chgData name="Carey Garback" userId="dc25ffa4-de89-4779-8381-34524c87e417" providerId="ADAL" clId="{6E1D5EB8-13F6-40DF-B512-351F8F358EAF}" dt="2026-03-11T21:10:34.473" v="316" actId="14100"/>
          <ac:grpSpMkLst>
            <pc:docMk/>
            <pc:sldMk cId="0" sldId="385"/>
            <ac:grpSpMk id="4" creationId="{00000000-0000-0000-0000-000000000000}"/>
          </ac:grpSpMkLst>
        </pc:grpChg>
      </pc:sldChg>
      <pc:sldChg chg="modSp mod modClrScheme chgLayout">
        <pc:chgData name="Carey Garback" userId="dc25ffa4-de89-4779-8381-34524c87e417" providerId="ADAL" clId="{6E1D5EB8-13F6-40DF-B512-351F8F358EAF}" dt="2026-03-11T21:10:41.577" v="317" actId="1076"/>
        <pc:sldMkLst>
          <pc:docMk/>
          <pc:sldMk cId="0" sldId="386"/>
        </pc:sldMkLst>
        <pc:spChg chg="mod ord">
          <ac:chgData name="Carey Garback" userId="dc25ffa4-de89-4779-8381-34524c87e417" providerId="ADAL" clId="{6E1D5EB8-13F6-40DF-B512-351F8F358EAF}" dt="2026-03-11T20:57:21.127" v="111" actId="700"/>
          <ac:spMkLst>
            <pc:docMk/>
            <pc:sldMk cId="0" sldId="386"/>
            <ac:spMk id="2" creationId="{00000000-0000-0000-0000-000000000000}"/>
          </ac:spMkLst>
        </pc:spChg>
        <pc:spChg chg="mod ord">
          <ac:chgData name="Carey Garback" userId="dc25ffa4-de89-4779-8381-34524c87e417" providerId="ADAL" clId="{6E1D5EB8-13F6-40DF-B512-351F8F358EAF}" dt="2026-03-11T20:57:21.127" v="111" actId="700"/>
          <ac:spMkLst>
            <pc:docMk/>
            <pc:sldMk cId="0" sldId="386"/>
            <ac:spMk id="6" creationId="{00000000-0000-0000-0000-000000000000}"/>
          </ac:spMkLst>
        </pc:spChg>
        <pc:grpChg chg="mod">
          <ac:chgData name="Carey Garback" userId="dc25ffa4-de89-4779-8381-34524c87e417" providerId="ADAL" clId="{6E1D5EB8-13F6-40DF-B512-351F8F358EAF}" dt="2026-03-11T21:10:41.577" v="317" actId="1076"/>
          <ac:grpSpMkLst>
            <pc:docMk/>
            <pc:sldMk cId="0" sldId="386"/>
            <ac:grpSpMk id="3" creationId="{00000000-0000-0000-0000-000000000000}"/>
          </ac:grpSpMkLst>
        </pc:grpChg>
      </pc:sldChg>
      <pc:sldChg chg="modSp mod modClrScheme chgLayout">
        <pc:chgData name="Carey Garback" userId="dc25ffa4-de89-4779-8381-34524c87e417" providerId="ADAL" clId="{6E1D5EB8-13F6-40DF-B512-351F8F358EAF}" dt="2026-03-11T20:57:21.127" v="111" actId="700"/>
        <pc:sldMkLst>
          <pc:docMk/>
          <pc:sldMk cId="0" sldId="387"/>
        </pc:sldMkLst>
        <pc:spChg chg="mod ord">
          <ac:chgData name="Carey Garback" userId="dc25ffa4-de89-4779-8381-34524c87e417" providerId="ADAL" clId="{6E1D5EB8-13F6-40DF-B512-351F8F358EAF}" dt="2026-03-11T20:57:21.127" v="111" actId="700"/>
          <ac:spMkLst>
            <pc:docMk/>
            <pc:sldMk cId="0" sldId="387"/>
            <ac:spMk id="7"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388"/>
        </pc:sldMkLst>
        <pc:spChg chg="mod ord">
          <ac:chgData name="Carey Garback" userId="dc25ffa4-de89-4779-8381-34524c87e417" providerId="ADAL" clId="{6E1D5EB8-13F6-40DF-B512-351F8F358EAF}" dt="2026-03-11T20:57:21.127" v="111" actId="700"/>
          <ac:spMkLst>
            <pc:docMk/>
            <pc:sldMk cId="0" sldId="388"/>
            <ac:spMk id="7" creationId="{00000000-0000-0000-0000-000000000000}"/>
          </ac:spMkLst>
        </pc:spChg>
      </pc:sldChg>
      <pc:sldChg chg="modSp mod modClrScheme chgLayout">
        <pc:chgData name="Carey Garback" userId="dc25ffa4-de89-4779-8381-34524c87e417" providerId="ADAL" clId="{6E1D5EB8-13F6-40DF-B512-351F8F358EAF}" dt="2026-03-11T21:10:54.298" v="319" actId="1076"/>
        <pc:sldMkLst>
          <pc:docMk/>
          <pc:sldMk cId="0" sldId="389"/>
        </pc:sldMkLst>
        <pc:spChg chg="mod ord">
          <ac:chgData name="Carey Garback" userId="dc25ffa4-de89-4779-8381-34524c87e417" providerId="ADAL" clId="{6E1D5EB8-13F6-40DF-B512-351F8F358EAF}" dt="2026-03-11T21:10:54.298" v="319" actId="1076"/>
          <ac:spMkLst>
            <pc:docMk/>
            <pc:sldMk cId="0" sldId="389"/>
            <ac:spMk id="2" creationId="{00000000-0000-0000-0000-000000000000}"/>
          </ac:spMkLst>
        </pc:spChg>
        <pc:spChg chg="mod ord">
          <ac:chgData name="Carey Garback" userId="dc25ffa4-de89-4779-8381-34524c87e417" providerId="ADAL" clId="{6E1D5EB8-13F6-40DF-B512-351F8F358EAF}" dt="2026-03-11T20:57:21.127" v="111" actId="700"/>
          <ac:spMkLst>
            <pc:docMk/>
            <pc:sldMk cId="0" sldId="389"/>
            <ac:spMk id="6" creationId="{00000000-0000-0000-0000-000000000000}"/>
          </ac:spMkLst>
        </pc:spChg>
      </pc:sldChg>
      <pc:sldChg chg="modSp mod modClrScheme chgLayout">
        <pc:chgData name="Carey Garback" userId="dc25ffa4-de89-4779-8381-34524c87e417" providerId="ADAL" clId="{6E1D5EB8-13F6-40DF-B512-351F8F358EAF}" dt="2026-03-11T21:11:03.377" v="321" actId="1076"/>
        <pc:sldMkLst>
          <pc:docMk/>
          <pc:sldMk cId="0" sldId="390"/>
        </pc:sldMkLst>
        <pc:spChg chg="mod ord">
          <ac:chgData name="Carey Garback" userId="dc25ffa4-de89-4779-8381-34524c87e417" providerId="ADAL" clId="{6E1D5EB8-13F6-40DF-B512-351F8F358EAF}" dt="2026-03-11T21:11:03.377" v="321" actId="1076"/>
          <ac:spMkLst>
            <pc:docMk/>
            <pc:sldMk cId="0" sldId="390"/>
            <ac:spMk id="2" creationId="{00000000-0000-0000-0000-000000000000}"/>
          </ac:spMkLst>
        </pc:spChg>
        <pc:spChg chg="mod ord">
          <ac:chgData name="Carey Garback" userId="dc25ffa4-de89-4779-8381-34524c87e417" providerId="ADAL" clId="{6E1D5EB8-13F6-40DF-B512-351F8F358EAF}" dt="2026-03-11T20:57:21.127" v="111" actId="700"/>
          <ac:spMkLst>
            <pc:docMk/>
            <pc:sldMk cId="0" sldId="390"/>
            <ac:spMk id="4" creationId="{00000000-0000-0000-0000-000000000000}"/>
          </ac:spMkLst>
        </pc:spChg>
      </pc:sldChg>
      <pc:sldChg chg="modSp mod modClrScheme chgLayout">
        <pc:chgData name="Carey Garback" userId="dc25ffa4-de89-4779-8381-34524c87e417" providerId="ADAL" clId="{6E1D5EB8-13F6-40DF-B512-351F8F358EAF}" dt="2026-03-11T21:11:36.943" v="329" actId="1076"/>
        <pc:sldMkLst>
          <pc:docMk/>
          <pc:sldMk cId="0" sldId="391"/>
        </pc:sldMkLst>
        <pc:spChg chg="mod ord">
          <ac:chgData name="Carey Garback" userId="dc25ffa4-de89-4779-8381-34524c87e417" providerId="ADAL" clId="{6E1D5EB8-13F6-40DF-B512-351F8F358EAF}" dt="2026-03-11T21:11:36.943" v="329" actId="1076"/>
          <ac:spMkLst>
            <pc:docMk/>
            <pc:sldMk cId="0" sldId="391"/>
            <ac:spMk id="7" creationId="{00000000-0000-0000-0000-000000000000}"/>
          </ac:spMkLst>
        </pc:spChg>
        <pc:spChg chg="mod ord">
          <ac:chgData name="Carey Garback" userId="dc25ffa4-de89-4779-8381-34524c87e417" providerId="ADAL" clId="{6E1D5EB8-13F6-40DF-B512-351F8F358EAF}" dt="2026-03-11T20:57:21.127" v="111" actId="700"/>
          <ac:spMkLst>
            <pc:docMk/>
            <pc:sldMk cId="0" sldId="391"/>
            <ac:spMk id="10" creationId="{00000000-0000-0000-0000-000000000000}"/>
          </ac:spMkLst>
        </pc:spChg>
      </pc:sldChg>
      <pc:sldChg chg="modSp mod modClrScheme chgLayout">
        <pc:chgData name="Carey Garback" userId="dc25ffa4-de89-4779-8381-34524c87e417" providerId="ADAL" clId="{6E1D5EB8-13F6-40DF-B512-351F8F358EAF}" dt="2026-03-11T21:11:44.411" v="331" actId="1076"/>
        <pc:sldMkLst>
          <pc:docMk/>
          <pc:sldMk cId="0" sldId="392"/>
        </pc:sldMkLst>
        <pc:spChg chg="mod ord">
          <ac:chgData name="Carey Garback" userId="dc25ffa4-de89-4779-8381-34524c87e417" providerId="ADAL" clId="{6E1D5EB8-13F6-40DF-B512-351F8F358EAF}" dt="2026-03-11T21:11:44.411" v="331" actId="1076"/>
          <ac:spMkLst>
            <pc:docMk/>
            <pc:sldMk cId="0" sldId="392"/>
            <ac:spMk id="7" creationId="{00000000-0000-0000-0000-000000000000}"/>
          </ac:spMkLst>
        </pc:spChg>
        <pc:spChg chg="mod ord">
          <ac:chgData name="Carey Garback" userId="dc25ffa4-de89-4779-8381-34524c87e417" providerId="ADAL" clId="{6E1D5EB8-13F6-40DF-B512-351F8F358EAF}" dt="2026-03-11T20:57:21.127" v="111" actId="700"/>
          <ac:spMkLst>
            <pc:docMk/>
            <pc:sldMk cId="0" sldId="392"/>
            <ac:spMk id="10" creationId="{00000000-0000-0000-0000-000000000000}"/>
          </ac:spMkLst>
        </pc:spChg>
      </pc:sldChg>
      <pc:sldChg chg="modSp mod modClrScheme chgLayout">
        <pc:chgData name="Carey Garback" userId="dc25ffa4-de89-4779-8381-34524c87e417" providerId="ADAL" clId="{6E1D5EB8-13F6-40DF-B512-351F8F358EAF}" dt="2026-03-11T21:11:51.379" v="333" actId="1076"/>
        <pc:sldMkLst>
          <pc:docMk/>
          <pc:sldMk cId="0" sldId="393"/>
        </pc:sldMkLst>
        <pc:spChg chg="mod ord">
          <ac:chgData name="Carey Garback" userId="dc25ffa4-de89-4779-8381-34524c87e417" providerId="ADAL" clId="{6E1D5EB8-13F6-40DF-B512-351F8F358EAF}" dt="2026-03-11T21:11:51.379" v="333" actId="1076"/>
          <ac:spMkLst>
            <pc:docMk/>
            <pc:sldMk cId="0" sldId="393"/>
            <ac:spMk id="7" creationId="{00000000-0000-0000-0000-000000000000}"/>
          </ac:spMkLst>
        </pc:spChg>
        <pc:spChg chg="mod ord">
          <ac:chgData name="Carey Garback" userId="dc25ffa4-de89-4779-8381-34524c87e417" providerId="ADAL" clId="{6E1D5EB8-13F6-40DF-B512-351F8F358EAF}" dt="2026-03-11T20:57:21.127" v="111" actId="700"/>
          <ac:spMkLst>
            <pc:docMk/>
            <pc:sldMk cId="0" sldId="393"/>
            <ac:spMk id="10" creationId="{00000000-0000-0000-0000-000000000000}"/>
          </ac:spMkLst>
        </pc:spChg>
      </pc:sldChg>
      <pc:sldChg chg="modSp mod modClrScheme chgLayout">
        <pc:chgData name="Carey Garback" userId="dc25ffa4-de89-4779-8381-34524c87e417" providerId="ADAL" clId="{6E1D5EB8-13F6-40DF-B512-351F8F358EAF}" dt="2026-03-11T21:11:58.779" v="335" actId="1076"/>
        <pc:sldMkLst>
          <pc:docMk/>
          <pc:sldMk cId="0" sldId="394"/>
        </pc:sldMkLst>
        <pc:spChg chg="mod ord">
          <ac:chgData name="Carey Garback" userId="dc25ffa4-de89-4779-8381-34524c87e417" providerId="ADAL" clId="{6E1D5EB8-13F6-40DF-B512-351F8F358EAF}" dt="2026-03-11T21:11:58.779" v="335" actId="1076"/>
          <ac:spMkLst>
            <pc:docMk/>
            <pc:sldMk cId="0" sldId="394"/>
            <ac:spMk id="8" creationId="{00000000-0000-0000-0000-000000000000}"/>
          </ac:spMkLst>
        </pc:spChg>
        <pc:spChg chg="mod ord">
          <ac:chgData name="Carey Garback" userId="dc25ffa4-de89-4779-8381-34524c87e417" providerId="ADAL" clId="{6E1D5EB8-13F6-40DF-B512-351F8F358EAF}" dt="2026-03-11T20:57:21.127" v="111" actId="700"/>
          <ac:spMkLst>
            <pc:docMk/>
            <pc:sldMk cId="0" sldId="394"/>
            <ac:spMk id="11" creationId="{00000000-0000-0000-0000-000000000000}"/>
          </ac:spMkLst>
        </pc:spChg>
      </pc:sldChg>
      <pc:sldChg chg="delSp modSp mod modClrScheme chgLayout">
        <pc:chgData name="Carey Garback" userId="dc25ffa4-de89-4779-8381-34524c87e417" providerId="ADAL" clId="{6E1D5EB8-13F6-40DF-B512-351F8F358EAF}" dt="2026-03-11T21:12:13.763" v="364" actId="1035"/>
        <pc:sldMkLst>
          <pc:docMk/>
          <pc:sldMk cId="0" sldId="395"/>
        </pc:sldMkLst>
        <pc:spChg chg="del">
          <ac:chgData name="Carey Garback" userId="dc25ffa4-de89-4779-8381-34524c87e417" providerId="ADAL" clId="{6E1D5EB8-13F6-40DF-B512-351F8F358EAF}" dt="2026-03-11T21:12:02.808" v="336" actId="478"/>
          <ac:spMkLst>
            <pc:docMk/>
            <pc:sldMk cId="0" sldId="395"/>
            <ac:spMk id="2" creationId="{00000000-0000-0000-0000-000000000000}"/>
          </ac:spMkLst>
        </pc:spChg>
        <pc:spChg chg="mod">
          <ac:chgData name="Carey Garback" userId="dc25ffa4-de89-4779-8381-34524c87e417" providerId="ADAL" clId="{6E1D5EB8-13F6-40DF-B512-351F8F358EAF}" dt="2026-03-11T21:12:06.097" v="337" actId="207"/>
          <ac:spMkLst>
            <pc:docMk/>
            <pc:sldMk cId="0" sldId="395"/>
            <ac:spMk id="4" creationId="{00000000-0000-0000-0000-000000000000}"/>
          </ac:spMkLst>
        </pc:spChg>
        <pc:spChg chg="mod">
          <ac:chgData name="Carey Garback" userId="dc25ffa4-de89-4779-8381-34524c87e417" providerId="ADAL" clId="{6E1D5EB8-13F6-40DF-B512-351F8F358EAF}" dt="2026-03-11T21:12:06.097" v="337" actId="207"/>
          <ac:spMkLst>
            <pc:docMk/>
            <pc:sldMk cId="0" sldId="395"/>
            <ac:spMk id="5" creationId="{00000000-0000-0000-0000-000000000000}"/>
          </ac:spMkLst>
        </pc:spChg>
        <pc:spChg chg="mod">
          <ac:chgData name="Carey Garback" userId="dc25ffa4-de89-4779-8381-34524c87e417" providerId="ADAL" clId="{6E1D5EB8-13F6-40DF-B512-351F8F358EAF}" dt="2026-03-11T21:12:06.097" v="337" actId="207"/>
          <ac:spMkLst>
            <pc:docMk/>
            <pc:sldMk cId="0" sldId="395"/>
            <ac:spMk id="6" creationId="{00000000-0000-0000-0000-000000000000}"/>
          </ac:spMkLst>
        </pc:spChg>
        <pc:spChg chg="mod">
          <ac:chgData name="Carey Garback" userId="dc25ffa4-de89-4779-8381-34524c87e417" providerId="ADAL" clId="{6E1D5EB8-13F6-40DF-B512-351F8F358EAF}" dt="2026-03-11T21:12:06.097" v="337" actId="207"/>
          <ac:spMkLst>
            <pc:docMk/>
            <pc:sldMk cId="0" sldId="395"/>
            <ac:spMk id="7" creationId="{00000000-0000-0000-0000-000000000000}"/>
          </ac:spMkLst>
        </pc:spChg>
        <pc:spChg chg="mod ord">
          <ac:chgData name="Carey Garback" userId="dc25ffa4-de89-4779-8381-34524c87e417" providerId="ADAL" clId="{6E1D5EB8-13F6-40DF-B512-351F8F358EAF}" dt="2026-03-11T21:12:13.763" v="364" actId="1035"/>
          <ac:spMkLst>
            <pc:docMk/>
            <pc:sldMk cId="0" sldId="395"/>
            <ac:spMk id="8" creationId="{00000000-0000-0000-0000-000000000000}"/>
          </ac:spMkLst>
        </pc:spChg>
        <pc:spChg chg="mod">
          <ac:chgData name="Carey Garback" userId="dc25ffa4-de89-4779-8381-34524c87e417" providerId="ADAL" clId="{6E1D5EB8-13F6-40DF-B512-351F8F358EAF}" dt="2026-03-11T21:12:06.097" v="337" actId="207"/>
          <ac:spMkLst>
            <pc:docMk/>
            <pc:sldMk cId="0" sldId="395"/>
            <ac:spMk id="9" creationId="{00000000-0000-0000-0000-000000000000}"/>
          </ac:spMkLst>
        </pc:spChg>
        <pc:spChg chg="mod ord">
          <ac:chgData name="Carey Garback" userId="dc25ffa4-de89-4779-8381-34524c87e417" providerId="ADAL" clId="{6E1D5EB8-13F6-40DF-B512-351F8F358EAF}" dt="2026-03-11T21:12:06.097" v="337" actId="207"/>
          <ac:spMkLst>
            <pc:docMk/>
            <pc:sldMk cId="0" sldId="395"/>
            <ac:spMk id="10" creationId="{00000000-0000-0000-0000-000000000000}"/>
          </ac:spMkLst>
        </pc:spChg>
        <pc:spChg chg="mod">
          <ac:chgData name="Carey Garback" userId="dc25ffa4-de89-4779-8381-34524c87e417" providerId="ADAL" clId="{6E1D5EB8-13F6-40DF-B512-351F8F358EAF}" dt="2026-03-11T21:12:06.097" v="337" actId="207"/>
          <ac:spMkLst>
            <pc:docMk/>
            <pc:sldMk cId="0" sldId="395"/>
            <ac:spMk id="11"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396"/>
        </pc:sldMkLst>
        <pc:spChg chg="mod ord">
          <ac:chgData name="Carey Garback" userId="dc25ffa4-de89-4779-8381-34524c87e417" providerId="ADAL" clId="{6E1D5EB8-13F6-40DF-B512-351F8F358EAF}" dt="2026-03-11T20:57:21.127" v="111" actId="700"/>
          <ac:spMkLst>
            <pc:docMk/>
            <pc:sldMk cId="0" sldId="396"/>
            <ac:spMk id="7" creationId="{00000000-0000-0000-0000-000000000000}"/>
          </ac:spMkLst>
        </pc:spChg>
        <pc:spChg chg="mod ord">
          <ac:chgData name="Carey Garback" userId="dc25ffa4-de89-4779-8381-34524c87e417" providerId="ADAL" clId="{6E1D5EB8-13F6-40DF-B512-351F8F358EAF}" dt="2026-03-11T20:57:21.127" v="111" actId="700"/>
          <ac:spMkLst>
            <pc:docMk/>
            <pc:sldMk cId="0" sldId="396"/>
            <ac:spMk id="15" creationId="{00000000-0000-0000-0000-000000000000}"/>
          </ac:spMkLst>
        </pc:spChg>
      </pc:sldChg>
      <pc:sldChg chg="modSp mod modClrScheme chgLayout">
        <pc:chgData name="Carey Garback" userId="dc25ffa4-de89-4779-8381-34524c87e417" providerId="ADAL" clId="{6E1D5EB8-13F6-40DF-B512-351F8F358EAF}" dt="2026-03-11T21:13:28.199" v="380" actId="1076"/>
        <pc:sldMkLst>
          <pc:docMk/>
          <pc:sldMk cId="0" sldId="397"/>
        </pc:sldMkLst>
        <pc:spChg chg="mod ord">
          <ac:chgData name="Carey Garback" userId="dc25ffa4-de89-4779-8381-34524c87e417" providerId="ADAL" clId="{6E1D5EB8-13F6-40DF-B512-351F8F358EAF}" dt="2026-03-11T21:13:28.199" v="380" actId="1076"/>
          <ac:spMkLst>
            <pc:docMk/>
            <pc:sldMk cId="0" sldId="397"/>
            <ac:spMk id="9" creationId="{00000000-0000-0000-0000-000000000000}"/>
          </ac:spMkLst>
        </pc:spChg>
        <pc:spChg chg="mod ord">
          <ac:chgData name="Carey Garback" userId="dc25ffa4-de89-4779-8381-34524c87e417" providerId="ADAL" clId="{6E1D5EB8-13F6-40DF-B512-351F8F358EAF}" dt="2026-03-11T20:57:21.127" v="111" actId="700"/>
          <ac:spMkLst>
            <pc:docMk/>
            <pc:sldMk cId="0" sldId="397"/>
            <ac:spMk id="11" creationId="{00000000-0000-0000-0000-000000000000}"/>
          </ac:spMkLst>
        </pc:spChg>
      </pc:sldChg>
      <pc:sldChg chg="modSp mod modClrScheme chgLayout">
        <pc:chgData name="Carey Garback" userId="dc25ffa4-de89-4779-8381-34524c87e417" providerId="ADAL" clId="{6E1D5EB8-13F6-40DF-B512-351F8F358EAF}" dt="2026-03-11T21:13:17.096" v="377" actId="1076"/>
        <pc:sldMkLst>
          <pc:docMk/>
          <pc:sldMk cId="0" sldId="398"/>
        </pc:sldMkLst>
        <pc:spChg chg="mod ord">
          <ac:chgData name="Carey Garback" userId="dc25ffa4-de89-4779-8381-34524c87e417" providerId="ADAL" clId="{6E1D5EB8-13F6-40DF-B512-351F8F358EAF}" dt="2026-03-11T21:13:17.096" v="377" actId="1076"/>
          <ac:spMkLst>
            <pc:docMk/>
            <pc:sldMk cId="0" sldId="398"/>
            <ac:spMk id="9" creationId="{00000000-0000-0000-0000-000000000000}"/>
          </ac:spMkLst>
        </pc:spChg>
        <pc:spChg chg="mod ord">
          <ac:chgData name="Carey Garback" userId="dc25ffa4-de89-4779-8381-34524c87e417" providerId="ADAL" clId="{6E1D5EB8-13F6-40DF-B512-351F8F358EAF}" dt="2026-03-11T20:57:21.127" v="111" actId="700"/>
          <ac:spMkLst>
            <pc:docMk/>
            <pc:sldMk cId="0" sldId="398"/>
            <ac:spMk id="11" creationId="{00000000-0000-0000-0000-000000000000}"/>
          </ac:spMkLst>
        </pc:spChg>
      </pc:sldChg>
      <pc:sldChg chg="delSp modSp mod modClrScheme chgLayout">
        <pc:chgData name="Carey Garback" userId="dc25ffa4-de89-4779-8381-34524c87e417" providerId="ADAL" clId="{6E1D5EB8-13F6-40DF-B512-351F8F358EAF}" dt="2026-03-11T21:14:06.161" v="384" actId="1076"/>
        <pc:sldMkLst>
          <pc:docMk/>
          <pc:sldMk cId="0" sldId="399"/>
        </pc:sldMkLst>
        <pc:spChg chg="del">
          <ac:chgData name="Carey Garback" userId="dc25ffa4-de89-4779-8381-34524c87e417" providerId="ADAL" clId="{6E1D5EB8-13F6-40DF-B512-351F8F358EAF}" dt="2026-03-11T21:13:38.722" v="381" actId="478"/>
          <ac:spMkLst>
            <pc:docMk/>
            <pc:sldMk cId="0" sldId="399"/>
            <ac:spMk id="2" creationId="{00000000-0000-0000-0000-000000000000}"/>
          </ac:spMkLst>
        </pc:spChg>
        <pc:spChg chg="mod">
          <ac:chgData name="Carey Garback" userId="dc25ffa4-de89-4779-8381-34524c87e417" providerId="ADAL" clId="{6E1D5EB8-13F6-40DF-B512-351F8F358EAF}" dt="2026-03-11T21:14:02.665" v="383" actId="207"/>
          <ac:spMkLst>
            <pc:docMk/>
            <pc:sldMk cId="0" sldId="399"/>
            <ac:spMk id="4" creationId="{00000000-0000-0000-0000-000000000000}"/>
          </ac:spMkLst>
        </pc:spChg>
        <pc:spChg chg="mod">
          <ac:chgData name="Carey Garback" userId="dc25ffa4-de89-4779-8381-34524c87e417" providerId="ADAL" clId="{6E1D5EB8-13F6-40DF-B512-351F8F358EAF}" dt="2026-03-11T21:14:02.665" v="383" actId="207"/>
          <ac:spMkLst>
            <pc:docMk/>
            <pc:sldMk cId="0" sldId="399"/>
            <ac:spMk id="5" creationId="{00000000-0000-0000-0000-000000000000}"/>
          </ac:spMkLst>
        </pc:spChg>
        <pc:spChg chg="mod">
          <ac:chgData name="Carey Garback" userId="dc25ffa4-de89-4779-8381-34524c87e417" providerId="ADAL" clId="{6E1D5EB8-13F6-40DF-B512-351F8F358EAF}" dt="2026-03-11T21:14:02.665" v="383" actId="207"/>
          <ac:spMkLst>
            <pc:docMk/>
            <pc:sldMk cId="0" sldId="399"/>
            <ac:spMk id="6" creationId="{00000000-0000-0000-0000-000000000000}"/>
          </ac:spMkLst>
        </pc:spChg>
        <pc:spChg chg="mod">
          <ac:chgData name="Carey Garback" userId="dc25ffa4-de89-4779-8381-34524c87e417" providerId="ADAL" clId="{6E1D5EB8-13F6-40DF-B512-351F8F358EAF}" dt="2026-03-11T21:14:02.665" v="383" actId="207"/>
          <ac:spMkLst>
            <pc:docMk/>
            <pc:sldMk cId="0" sldId="399"/>
            <ac:spMk id="7" creationId="{00000000-0000-0000-0000-000000000000}"/>
          </ac:spMkLst>
        </pc:spChg>
        <pc:spChg chg="mod ord">
          <ac:chgData name="Carey Garback" userId="dc25ffa4-de89-4779-8381-34524c87e417" providerId="ADAL" clId="{6E1D5EB8-13F6-40DF-B512-351F8F358EAF}" dt="2026-03-11T21:14:06.161" v="384" actId="1076"/>
          <ac:spMkLst>
            <pc:docMk/>
            <pc:sldMk cId="0" sldId="399"/>
            <ac:spMk id="8" creationId="{00000000-0000-0000-0000-000000000000}"/>
          </ac:spMkLst>
        </pc:spChg>
        <pc:spChg chg="mod">
          <ac:chgData name="Carey Garback" userId="dc25ffa4-de89-4779-8381-34524c87e417" providerId="ADAL" clId="{6E1D5EB8-13F6-40DF-B512-351F8F358EAF}" dt="2026-03-11T21:14:02.665" v="383" actId="207"/>
          <ac:spMkLst>
            <pc:docMk/>
            <pc:sldMk cId="0" sldId="399"/>
            <ac:spMk id="9" creationId="{00000000-0000-0000-0000-000000000000}"/>
          </ac:spMkLst>
        </pc:spChg>
        <pc:spChg chg="mod ord">
          <ac:chgData name="Carey Garback" userId="dc25ffa4-de89-4779-8381-34524c87e417" providerId="ADAL" clId="{6E1D5EB8-13F6-40DF-B512-351F8F358EAF}" dt="2026-03-11T21:14:02.665" v="383" actId="207"/>
          <ac:spMkLst>
            <pc:docMk/>
            <pc:sldMk cId="0" sldId="399"/>
            <ac:spMk id="10" creationId="{00000000-0000-0000-0000-000000000000}"/>
          </ac:spMkLst>
        </pc:spChg>
        <pc:spChg chg="mod">
          <ac:chgData name="Carey Garback" userId="dc25ffa4-de89-4779-8381-34524c87e417" providerId="ADAL" clId="{6E1D5EB8-13F6-40DF-B512-351F8F358EAF}" dt="2026-03-11T21:14:02.665" v="383" actId="207"/>
          <ac:spMkLst>
            <pc:docMk/>
            <pc:sldMk cId="0" sldId="399"/>
            <ac:spMk id="11" creationId="{00000000-0000-0000-0000-000000000000}"/>
          </ac:spMkLst>
        </pc:spChg>
      </pc:sldChg>
      <pc:sldChg chg="delSp modSp mod modClrScheme chgLayout">
        <pc:chgData name="Carey Garback" userId="dc25ffa4-de89-4779-8381-34524c87e417" providerId="ADAL" clId="{6E1D5EB8-13F6-40DF-B512-351F8F358EAF}" dt="2026-03-11T21:14:14.233" v="386" actId="1076"/>
        <pc:sldMkLst>
          <pc:docMk/>
          <pc:sldMk cId="0" sldId="400"/>
        </pc:sldMkLst>
        <pc:spChg chg="del">
          <ac:chgData name="Carey Garback" userId="dc25ffa4-de89-4779-8381-34524c87e417" providerId="ADAL" clId="{6E1D5EB8-13F6-40DF-B512-351F8F358EAF}" dt="2026-03-11T21:13:42.561" v="382" actId="478"/>
          <ac:spMkLst>
            <pc:docMk/>
            <pc:sldMk cId="0" sldId="400"/>
            <ac:spMk id="2" creationId="{00000000-0000-0000-0000-000000000000}"/>
          </ac:spMkLst>
        </pc:spChg>
        <pc:spChg chg="mod">
          <ac:chgData name="Carey Garback" userId="dc25ffa4-de89-4779-8381-34524c87e417" providerId="ADAL" clId="{6E1D5EB8-13F6-40DF-B512-351F8F358EAF}" dt="2026-03-11T21:14:11.332" v="385" actId="207"/>
          <ac:spMkLst>
            <pc:docMk/>
            <pc:sldMk cId="0" sldId="400"/>
            <ac:spMk id="4" creationId="{00000000-0000-0000-0000-000000000000}"/>
          </ac:spMkLst>
        </pc:spChg>
        <pc:spChg chg="mod">
          <ac:chgData name="Carey Garback" userId="dc25ffa4-de89-4779-8381-34524c87e417" providerId="ADAL" clId="{6E1D5EB8-13F6-40DF-B512-351F8F358EAF}" dt="2026-03-11T21:14:11.332" v="385" actId="207"/>
          <ac:spMkLst>
            <pc:docMk/>
            <pc:sldMk cId="0" sldId="400"/>
            <ac:spMk id="5" creationId="{00000000-0000-0000-0000-000000000000}"/>
          </ac:spMkLst>
        </pc:spChg>
        <pc:spChg chg="mod">
          <ac:chgData name="Carey Garback" userId="dc25ffa4-de89-4779-8381-34524c87e417" providerId="ADAL" clId="{6E1D5EB8-13F6-40DF-B512-351F8F358EAF}" dt="2026-03-11T21:14:11.332" v="385" actId="207"/>
          <ac:spMkLst>
            <pc:docMk/>
            <pc:sldMk cId="0" sldId="400"/>
            <ac:spMk id="6" creationId="{00000000-0000-0000-0000-000000000000}"/>
          </ac:spMkLst>
        </pc:spChg>
        <pc:spChg chg="mod">
          <ac:chgData name="Carey Garback" userId="dc25ffa4-de89-4779-8381-34524c87e417" providerId="ADAL" clId="{6E1D5EB8-13F6-40DF-B512-351F8F358EAF}" dt="2026-03-11T21:14:11.332" v="385" actId="207"/>
          <ac:spMkLst>
            <pc:docMk/>
            <pc:sldMk cId="0" sldId="400"/>
            <ac:spMk id="7" creationId="{00000000-0000-0000-0000-000000000000}"/>
          </ac:spMkLst>
        </pc:spChg>
        <pc:spChg chg="mod ord">
          <ac:chgData name="Carey Garback" userId="dc25ffa4-de89-4779-8381-34524c87e417" providerId="ADAL" clId="{6E1D5EB8-13F6-40DF-B512-351F8F358EAF}" dt="2026-03-11T21:14:14.233" v="386" actId="1076"/>
          <ac:spMkLst>
            <pc:docMk/>
            <pc:sldMk cId="0" sldId="400"/>
            <ac:spMk id="8" creationId="{00000000-0000-0000-0000-000000000000}"/>
          </ac:spMkLst>
        </pc:spChg>
        <pc:spChg chg="mod">
          <ac:chgData name="Carey Garback" userId="dc25ffa4-de89-4779-8381-34524c87e417" providerId="ADAL" clId="{6E1D5EB8-13F6-40DF-B512-351F8F358EAF}" dt="2026-03-11T21:14:11.332" v="385" actId="207"/>
          <ac:spMkLst>
            <pc:docMk/>
            <pc:sldMk cId="0" sldId="400"/>
            <ac:spMk id="9" creationId="{00000000-0000-0000-0000-000000000000}"/>
          </ac:spMkLst>
        </pc:spChg>
        <pc:spChg chg="mod ord">
          <ac:chgData name="Carey Garback" userId="dc25ffa4-de89-4779-8381-34524c87e417" providerId="ADAL" clId="{6E1D5EB8-13F6-40DF-B512-351F8F358EAF}" dt="2026-03-11T21:14:11.332" v="385" actId="207"/>
          <ac:spMkLst>
            <pc:docMk/>
            <pc:sldMk cId="0" sldId="400"/>
            <ac:spMk id="10" creationId="{00000000-0000-0000-0000-000000000000}"/>
          </ac:spMkLst>
        </pc:spChg>
        <pc:spChg chg="mod">
          <ac:chgData name="Carey Garback" userId="dc25ffa4-de89-4779-8381-34524c87e417" providerId="ADAL" clId="{6E1D5EB8-13F6-40DF-B512-351F8F358EAF}" dt="2026-03-11T21:14:11.332" v="385" actId="207"/>
          <ac:spMkLst>
            <pc:docMk/>
            <pc:sldMk cId="0" sldId="400"/>
            <ac:spMk id="11" creationId="{00000000-0000-0000-0000-000000000000}"/>
          </ac:spMkLst>
        </pc:spChg>
      </pc:sldChg>
      <pc:sldChg chg="modSp mod modClrScheme chgLayout">
        <pc:chgData name="Carey Garback" userId="dc25ffa4-de89-4779-8381-34524c87e417" providerId="ADAL" clId="{6E1D5EB8-13F6-40DF-B512-351F8F358EAF}" dt="2026-03-11T21:14:22.529" v="388" actId="1076"/>
        <pc:sldMkLst>
          <pc:docMk/>
          <pc:sldMk cId="0" sldId="401"/>
        </pc:sldMkLst>
        <pc:spChg chg="mod ord">
          <ac:chgData name="Carey Garback" userId="dc25ffa4-de89-4779-8381-34524c87e417" providerId="ADAL" clId="{6E1D5EB8-13F6-40DF-B512-351F8F358EAF}" dt="2026-03-11T21:14:22.529" v="388" actId="1076"/>
          <ac:spMkLst>
            <pc:docMk/>
            <pc:sldMk cId="0" sldId="401"/>
            <ac:spMk id="7" creationId="{00000000-0000-0000-0000-000000000000}"/>
          </ac:spMkLst>
        </pc:spChg>
        <pc:spChg chg="mod ord">
          <ac:chgData name="Carey Garback" userId="dc25ffa4-de89-4779-8381-34524c87e417" providerId="ADAL" clId="{6E1D5EB8-13F6-40DF-B512-351F8F358EAF}" dt="2026-03-11T20:57:21.127" v="111" actId="700"/>
          <ac:spMkLst>
            <pc:docMk/>
            <pc:sldMk cId="0" sldId="401"/>
            <ac:spMk id="9"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402"/>
        </pc:sldMkLst>
        <pc:spChg chg="mod ord">
          <ac:chgData name="Carey Garback" userId="dc25ffa4-de89-4779-8381-34524c87e417" providerId="ADAL" clId="{6E1D5EB8-13F6-40DF-B512-351F8F358EAF}" dt="2026-03-11T20:57:21.127" v="111" actId="700"/>
          <ac:spMkLst>
            <pc:docMk/>
            <pc:sldMk cId="0" sldId="402"/>
            <ac:spMk id="7" creationId="{00000000-0000-0000-0000-000000000000}"/>
          </ac:spMkLst>
        </pc:spChg>
        <pc:spChg chg="mod ord">
          <ac:chgData name="Carey Garback" userId="dc25ffa4-de89-4779-8381-34524c87e417" providerId="ADAL" clId="{6E1D5EB8-13F6-40DF-B512-351F8F358EAF}" dt="2026-03-11T20:57:21.127" v="111" actId="700"/>
          <ac:spMkLst>
            <pc:docMk/>
            <pc:sldMk cId="0" sldId="402"/>
            <ac:spMk id="10" creationId="{00000000-0000-0000-0000-000000000000}"/>
          </ac:spMkLst>
        </pc:spChg>
      </pc:sldChg>
      <pc:sldChg chg="modSp mod modClrScheme chgLayout">
        <pc:chgData name="Carey Garback" userId="dc25ffa4-de89-4779-8381-34524c87e417" providerId="ADAL" clId="{6E1D5EB8-13F6-40DF-B512-351F8F358EAF}" dt="2026-03-11T21:14:31.769" v="389" actId="207"/>
        <pc:sldMkLst>
          <pc:docMk/>
          <pc:sldMk cId="0" sldId="403"/>
        </pc:sldMkLst>
        <pc:spChg chg="mod ord">
          <ac:chgData name="Carey Garback" userId="dc25ffa4-de89-4779-8381-34524c87e417" providerId="ADAL" clId="{6E1D5EB8-13F6-40DF-B512-351F8F358EAF}" dt="2026-03-11T21:14:31.769" v="389" actId="207"/>
          <ac:spMkLst>
            <pc:docMk/>
            <pc:sldMk cId="0" sldId="403"/>
            <ac:spMk id="2"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404"/>
        </pc:sldMkLst>
        <pc:spChg chg="mod ord">
          <ac:chgData name="Carey Garback" userId="dc25ffa4-de89-4779-8381-34524c87e417" providerId="ADAL" clId="{6E1D5EB8-13F6-40DF-B512-351F8F358EAF}" dt="2026-03-11T20:57:21.127" v="111" actId="700"/>
          <ac:spMkLst>
            <pc:docMk/>
            <pc:sldMk cId="0" sldId="404"/>
            <ac:spMk id="3" creationId="{00000000-0000-0000-0000-000000000000}"/>
          </ac:spMkLst>
        </pc:spChg>
        <pc:spChg chg="mod ord">
          <ac:chgData name="Carey Garback" userId="dc25ffa4-de89-4779-8381-34524c87e417" providerId="ADAL" clId="{6E1D5EB8-13F6-40DF-B512-351F8F358EAF}" dt="2026-03-11T20:57:21.127" v="111" actId="700"/>
          <ac:spMkLst>
            <pc:docMk/>
            <pc:sldMk cId="0" sldId="404"/>
            <ac:spMk id="5" creationId="{00000000-0000-0000-0000-000000000000}"/>
          </ac:spMkLst>
        </pc:spChg>
        <pc:spChg chg="mod ord">
          <ac:chgData name="Carey Garback" userId="dc25ffa4-de89-4779-8381-34524c87e417" providerId="ADAL" clId="{6E1D5EB8-13F6-40DF-B512-351F8F358EAF}" dt="2026-03-11T20:57:21.127" v="111" actId="700"/>
          <ac:spMkLst>
            <pc:docMk/>
            <pc:sldMk cId="0" sldId="404"/>
            <ac:spMk id="9"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405"/>
        </pc:sldMkLst>
        <pc:spChg chg="mod ord">
          <ac:chgData name="Carey Garback" userId="dc25ffa4-de89-4779-8381-34524c87e417" providerId="ADAL" clId="{6E1D5EB8-13F6-40DF-B512-351F8F358EAF}" dt="2026-03-11T20:57:21.127" v="111" actId="700"/>
          <ac:spMkLst>
            <pc:docMk/>
            <pc:sldMk cId="0" sldId="405"/>
            <ac:spMk id="3" creationId="{00000000-0000-0000-0000-000000000000}"/>
          </ac:spMkLst>
        </pc:spChg>
        <pc:spChg chg="mod ord">
          <ac:chgData name="Carey Garback" userId="dc25ffa4-de89-4779-8381-34524c87e417" providerId="ADAL" clId="{6E1D5EB8-13F6-40DF-B512-351F8F358EAF}" dt="2026-03-11T20:57:21.127" v="111" actId="700"/>
          <ac:spMkLst>
            <pc:docMk/>
            <pc:sldMk cId="0" sldId="405"/>
            <ac:spMk id="4" creationId="{00000000-0000-0000-0000-000000000000}"/>
          </ac:spMkLst>
        </pc:spChg>
        <pc:spChg chg="mod ord">
          <ac:chgData name="Carey Garback" userId="dc25ffa4-de89-4779-8381-34524c87e417" providerId="ADAL" clId="{6E1D5EB8-13F6-40DF-B512-351F8F358EAF}" dt="2026-03-11T20:57:21.127" v="111" actId="700"/>
          <ac:spMkLst>
            <pc:docMk/>
            <pc:sldMk cId="0" sldId="405"/>
            <ac:spMk id="5" creationId="{00000000-0000-0000-0000-000000000000}"/>
          </ac:spMkLst>
        </pc:spChg>
        <pc:spChg chg="mod ord">
          <ac:chgData name="Carey Garback" userId="dc25ffa4-de89-4779-8381-34524c87e417" providerId="ADAL" clId="{6E1D5EB8-13F6-40DF-B512-351F8F358EAF}" dt="2026-03-11T20:57:21.127" v="111" actId="700"/>
          <ac:spMkLst>
            <pc:docMk/>
            <pc:sldMk cId="0" sldId="405"/>
            <ac:spMk id="7"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406"/>
        </pc:sldMkLst>
        <pc:spChg chg="mod ord">
          <ac:chgData name="Carey Garback" userId="dc25ffa4-de89-4779-8381-34524c87e417" providerId="ADAL" clId="{6E1D5EB8-13F6-40DF-B512-351F8F358EAF}" dt="2026-03-11T20:57:21.127" v="111" actId="700"/>
          <ac:spMkLst>
            <pc:docMk/>
            <pc:sldMk cId="0" sldId="406"/>
            <ac:spMk id="3" creationId="{00000000-0000-0000-0000-000000000000}"/>
          </ac:spMkLst>
        </pc:spChg>
        <pc:spChg chg="mod ord">
          <ac:chgData name="Carey Garback" userId="dc25ffa4-de89-4779-8381-34524c87e417" providerId="ADAL" clId="{6E1D5EB8-13F6-40DF-B512-351F8F358EAF}" dt="2026-03-11T20:57:21.127" v="111" actId="700"/>
          <ac:spMkLst>
            <pc:docMk/>
            <pc:sldMk cId="0" sldId="406"/>
            <ac:spMk id="5" creationId="{00000000-0000-0000-0000-000000000000}"/>
          </ac:spMkLst>
        </pc:spChg>
        <pc:spChg chg="mod ord">
          <ac:chgData name="Carey Garback" userId="dc25ffa4-de89-4779-8381-34524c87e417" providerId="ADAL" clId="{6E1D5EB8-13F6-40DF-B512-351F8F358EAF}" dt="2026-03-11T20:57:21.127" v="111" actId="700"/>
          <ac:spMkLst>
            <pc:docMk/>
            <pc:sldMk cId="0" sldId="406"/>
            <ac:spMk id="6" creationId="{00000000-0000-0000-0000-000000000000}"/>
          </ac:spMkLst>
        </pc:spChg>
        <pc:spChg chg="mod ord">
          <ac:chgData name="Carey Garback" userId="dc25ffa4-de89-4779-8381-34524c87e417" providerId="ADAL" clId="{6E1D5EB8-13F6-40DF-B512-351F8F358EAF}" dt="2026-03-11T20:57:21.127" v="111" actId="700"/>
          <ac:spMkLst>
            <pc:docMk/>
            <pc:sldMk cId="0" sldId="406"/>
            <ac:spMk id="8"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407"/>
        </pc:sldMkLst>
        <pc:spChg chg="mod ord">
          <ac:chgData name="Carey Garback" userId="dc25ffa4-de89-4779-8381-34524c87e417" providerId="ADAL" clId="{6E1D5EB8-13F6-40DF-B512-351F8F358EAF}" dt="2026-03-11T20:57:21.127" v="111" actId="700"/>
          <ac:spMkLst>
            <pc:docMk/>
            <pc:sldMk cId="0" sldId="407"/>
            <ac:spMk id="3" creationId="{00000000-0000-0000-0000-000000000000}"/>
          </ac:spMkLst>
        </pc:spChg>
        <pc:spChg chg="mod ord">
          <ac:chgData name="Carey Garback" userId="dc25ffa4-de89-4779-8381-34524c87e417" providerId="ADAL" clId="{6E1D5EB8-13F6-40DF-B512-351F8F358EAF}" dt="2026-03-11T20:57:21.127" v="111" actId="700"/>
          <ac:spMkLst>
            <pc:docMk/>
            <pc:sldMk cId="0" sldId="407"/>
            <ac:spMk id="5" creationId="{00000000-0000-0000-0000-000000000000}"/>
          </ac:spMkLst>
        </pc:spChg>
        <pc:spChg chg="mod ord">
          <ac:chgData name="Carey Garback" userId="dc25ffa4-de89-4779-8381-34524c87e417" providerId="ADAL" clId="{6E1D5EB8-13F6-40DF-B512-351F8F358EAF}" dt="2026-03-11T20:57:21.127" v="111" actId="700"/>
          <ac:spMkLst>
            <pc:docMk/>
            <pc:sldMk cId="0" sldId="407"/>
            <ac:spMk id="6" creationId="{00000000-0000-0000-0000-000000000000}"/>
          </ac:spMkLst>
        </pc:spChg>
        <pc:spChg chg="mod ord">
          <ac:chgData name="Carey Garback" userId="dc25ffa4-de89-4779-8381-34524c87e417" providerId="ADAL" clId="{6E1D5EB8-13F6-40DF-B512-351F8F358EAF}" dt="2026-03-11T20:57:21.127" v="111" actId="700"/>
          <ac:spMkLst>
            <pc:docMk/>
            <pc:sldMk cId="0" sldId="407"/>
            <ac:spMk id="8"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408"/>
        </pc:sldMkLst>
        <pc:spChg chg="mod ord">
          <ac:chgData name="Carey Garback" userId="dc25ffa4-de89-4779-8381-34524c87e417" providerId="ADAL" clId="{6E1D5EB8-13F6-40DF-B512-351F8F358EAF}" dt="2026-03-11T20:57:21.127" v="111" actId="700"/>
          <ac:spMkLst>
            <pc:docMk/>
            <pc:sldMk cId="0" sldId="408"/>
            <ac:spMk id="2" creationId="{00000000-0000-0000-0000-000000000000}"/>
          </ac:spMkLst>
        </pc:spChg>
        <pc:spChg chg="mod ord">
          <ac:chgData name="Carey Garback" userId="dc25ffa4-de89-4779-8381-34524c87e417" providerId="ADAL" clId="{6E1D5EB8-13F6-40DF-B512-351F8F358EAF}" dt="2026-03-11T20:57:21.127" v="111" actId="700"/>
          <ac:spMkLst>
            <pc:docMk/>
            <pc:sldMk cId="0" sldId="408"/>
            <ac:spMk id="3" creationId="{00000000-0000-0000-0000-000000000000}"/>
          </ac:spMkLst>
        </pc:spChg>
        <pc:spChg chg="mod ord">
          <ac:chgData name="Carey Garback" userId="dc25ffa4-de89-4779-8381-34524c87e417" providerId="ADAL" clId="{6E1D5EB8-13F6-40DF-B512-351F8F358EAF}" dt="2026-03-11T20:57:21.127" v="111" actId="700"/>
          <ac:spMkLst>
            <pc:docMk/>
            <pc:sldMk cId="0" sldId="408"/>
            <ac:spMk id="5" creationId="{00000000-0000-0000-0000-000000000000}"/>
          </ac:spMkLst>
        </pc:spChg>
        <pc:spChg chg="mod ord">
          <ac:chgData name="Carey Garback" userId="dc25ffa4-de89-4779-8381-34524c87e417" providerId="ADAL" clId="{6E1D5EB8-13F6-40DF-B512-351F8F358EAF}" dt="2026-03-11T20:57:21.127" v="111" actId="700"/>
          <ac:spMkLst>
            <pc:docMk/>
            <pc:sldMk cId="0" sldId="408"/>
            <ac:spMk id="7" creationId="{00000000-0000-0000-0000-000000000000}"/>
          </ac:spMkLst>
        </pc:spChg>
        <pc:spChg chg="mod ord">
          <ac:chgData name="Carey Garback" userId="dc25ffa4-de89-4779-8381-34524c87e417" providerId="ADAL" clId="{6E1D5EB8-13F6-40DF-B512-351F8F358EAF}" dt="2026-03-11T20:57:21.127" v="111" actId="700"/>
          <ac:spMkLst>
            <pc:docMk/>
            <pc:sldMk cId="0" sldId="408"/>
            <ac:spMk id="9" creationId="{00000000-0000-0000-0000-000000000000}"/>
          </ac:spMkLst>
        </pc:spChg>
      </pc:sldChg>
      <pc:sldChg chg="modSp mod modClrScheme chgLayout">
        <pc:chgData name="Carey Garback" userId="dc25ffa4-de89-4779-8381-34524c87e417" providerId="ADAL" clId="{6E1D5EB8-13F6-40DF-B512-351F8F358EAF}" dt="2026-03-11T21:15:34.989" v="395" actId="14100"/>
        <pc:sldMkLst>
          <pc:docMk/>
          <pc:sldMk cId="0" sldId="409"/>
        </pc:sldMkLst>
        <pc:spChg chg="mod ord">
          <ac:chgData name="Carey Garback" userId="dc25ffa4-de89-4779-8381-34524c87e417" providerId="ADAL" clId="{6E1D5EB8-13F6-40DF-B512-351F8F358EAF}" dt="2026-03-11T21:15:34.989" v="395" actId="14100"/>
          <ac:spMkLst>
            <pc:docMk/>
            <pc:sldMk cId="0" sldId="409"/>
            <ac:spMk id="2"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410"/>
        </pc:sldMkLst>
        <pc:spChg chg="mod ord">
          <ac:chgData name="Carey Garback" userId="dc25ffa4-de89-4779-8381-34524c87e417" providerId="ADAL" clId="{6E1D5EB8-13F6-40DF-B512-351F8F358EAF}" dt="2026-03-11T20:57:21.127" v="111" actId="700"/>
          <ac:spMkLst>
            <pc:docMk/>
            <pc:sldMk cId="0" sldId="410"/>
            <ac:spMk id="2" creationId="{00000000-0000-0000-0000-000000000000}"/>
          </ac:spMkLst>
        </pc:spChg>
        <pc:spChg chg="mod ord">
          <ac:chgData name="Carey Garback" userId="dc25ffa4-de89-4779-8381-34524c87e417" providerId="ADAL" clId="{6E1D5EB8-13F6-40DF-B512-351F8F358EAF}" dt="2026-03-11T20:57:21.127" v="111" actId="700"/>
          <ac:spMkLst>
            <pc:docMk/>
            <pc:sldMk cId="0" sldId="410"/>
            <ac:spMk id="3" creationId="{00000000-0000-0000-0000-000000000000}"/>
          </ac:spMkLst>
        </pc:spChg>
        <pc:spChg chg="mod ord">
          <ac:chgData name="Carey Garback" userId="dc25ffa4-de89-4779-8381-34524c87e417" providerId="ADAL" clId="{6E1D5EB8-13F6-40DF-B512-351F8F358EAF}" dt="2026-03-11T20:57:21.127" v="111" actId="700"/>
          <ac:spMkLst>
            <pc:docMk/>
            <pc:sldMk cId="0" sldId="410"/>
            <ac:spMk id="4" creationId="{00000000-0000-0000-0000-000000000000}"/>
          </ac:spMkLst>
        </pc:spChg>
        <pc:spChg chg="mod ord">
          <ac:chgData name="Carey Garback" userId="dc25ffa4-de89-4779-8381-34524c87e417" providerId="ADAL" clId="{6E1D5EB8-13F6-40DF-B512-351F8F358EAF}" dt="2026-03-11T20:57:21.127" v="111" actId="700"/>
          <ac:spMkLst>
            <pc:docMk/>
            <pc:sldMk cId="0" sldId="410"/>
            <ac:spMk id="6" creationId="{00000000-0000-0000-0000-000000000000}"/>
          </ac:spMkLst>
        </pc:spChg>
        <pc:spChg chg="mod ord">
          <ac:chgData name="Carey Garback" userId="dc25ffa4-de89-4779-8381-34524c87e417" providerId="ADAL" clId="{6E1D5EB8-13F6-40DF-B512-351F8F358EAF}" dt="2026-03-11T20:57:21.127" v="111" actId="700"/>
          <ac:spMkLst>
            <pc:docMk/>
            <pc:sldMk cId="0" sldId="410"/>
            <ac:spMk id="8"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411"/>
        </pc:sldMkLst>
        <pc:spChg chg="mod ord">
          <ac:chgData name="Carey Garback" userId="dc25ffa4-de89-4779-8381-34524c87e417" providerId="ADAL" clId="{6E1D5EB8-13F6-40DF-B512-351F8F358EAF}" dt="2026-03-11T20:57:21.127" v="111" actId="700"/>
          <ac:spMkLst>
            <pc:docMk/>
            <pc:sldMk cId="0" sldId="411"/>
            <ac:spMk id="2" creationId="{00000000-0000-0000-0000-000000000000}"/>
          </ac:spMkLst>
        </pc:spChg>
        <pc:spChg chg="mod ord">
          <ac:chgData name="Carey Garback" userId="dc25ffa4-de89-4779-8381-34524c87e417" providerId="ADAL" clId="{6E1D5EB8-13F6-40DF-B512-351F8F358EAF}" dt="2026-03-11T20:57:21.127" v="111" actId="700"/>
          <ac:spMkLst>
            <pc:docMk/>
            <pc:sldMk cId="0" sldId="411"/>
            <ac:spMk id="5" creationId="{00000000-0000-0000-0000-000000000000}"/>
          </ac:spMkLst>
        </pc:spChg>
        <pc:spChg chg="mod ord">
          <ac:chgData name="Carey Garback" userId="dc25ffa4-de89-4779-8381-34524c87e417" providerId="ADAL" clId="{6E1D5EB8-13F6-40DF-B512-351F8F358EAF}" dt="2026-03-11T20:57:21.127" v="111" actId="700"/>
          <ac:spMkLst>
            <pc:docMk/>
            <pc:sldMk cId="0" sldId="411"/>
            <ac:spMk id="7" creationId="{00000000-0000-0000-0000-000000000000}"/>
          </ac:spMkLst>
        </pc:spChg>
        <pc:spChg chg="mod ord">
          <ac:chgData name="Carey Garback" userId="dc25ffa4-de89-4779-8381-34524c87e417" providerId="ADAL" clId="{6E1D5EB8-13F6-40DF-B512-351F8F358EAF}" dt="2026-03-11T20:57:21.127" v="111" actId="700"/>
          <ac:spMkLst>
            <pc:docMk/>
            <pc:sldMk cId="0" sldId="411"/>
            <ac:spMk id="9"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412"/>
        </pc:sldMkLst>
        <pc:spChg chg="mod ord">
          <ac:chgData name="Carey Garback" userId="dc25ffa4-de89-4779-8381-34524c87e417" providerId="ADAL" clId="{6E1D5EB8-13F6-40DF-B512-351F8F358EAF}" dt="2026-03-11T20:57:21.127" v="111" actId="700"/>
          <ac:spMkLst>
            <pc:docMk/>
            <pc:sldMk cId="0" sldId="412"/>
            <ac:spMk id="2" creationId="{00000000-0000-0000-0000-000000000000}"/>
          </ac:spMkLst>
        </pc:spChg>
        <pc:spChg chg="mod ord">
          <ac:chgData name="Carey Garback" userId="dc25ffa4-de89-4779-8381-34524c87e417" providerId="ADAL" clId="{6E1D5EB8-13F6-40DF-B512-351F8F358EAF}" dt="2026-03-11T20:57:21.127" v="111" actId="700"/>
          <ac:spMkLst>
            <pc:docMk/>
            <pc:sldMk cId="0" sldId="412"/>
            <ac:spMk id="5" creationId="{00000000-0000-0000-0000-000000000000}"/>
          </ac:spMkLst>
        </pc:spChg>
        <pc:spChg chg="mod ord">
          <ac:chgData name="Carey Garback" userId="dc25ffa4-de89-4779-8381-34524c87e417" providerId="ADAL" clId="{6E1D5EB8-13F6-40DF-B512-351F8F358EAF}" dt="2026-03-11T20:57:21.127" v="111" actId="700"/>
          <ac:spMkLst>
            <pc:docMk/>
            <pc:sldMk cId="0" sldId="412"/>
            <ac:spMk id="7" creationId="{00000000-0000-0000-0000-000000000000}"/>
          </ac:spMkLst>
        </pc:spChg>
        <pc:spChg chg="mod ord">
          <ac:chgData name="Carey Garback" userId="dc25ffa4-de89-4779-8381-34524c87e417" providerId="ADAL" clId="{6E1D5EB8-13F6-40DF-B512-351F8F358EAF}" dt="2026-03-11T20:57:21.127" v="111" actId="700"/>
          <ac:spMkLst>
            <pc:docMk/>
            <pc:sldMk cId="0" sldId="412"/>
            <ac:spMk id="9"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413"/>
        </pc:sldMkLst>
        <pc:spChg chg="mod ord">
          <ac:chgData name="Carey Garback" userId="dc25ffa4-de89-4779-8381-34524c87e417" providerId="ADAL" clId="{6E1D5EB8-13F6-40DF-B512-351F8F358EAF}" dt="2026-03-11T20:57:21.127" v="111" actId="700"/>
          <ac:spMkLst>
            <pc:docMk/>
            <pc:sldMk cId="0" sldId="413"/>
            <ac:spMk id="2" creationId="{00000000-0000-0000-0000-000000000000}"/>
          </ac:spMkLst>
        </pc:spChg>
        <pc:spChg chg="mod ord">
          <ac:chgData name="Carey Garback" userId="dc25ffa4-de89-4779-8381-34524c87e417" providerId="ADAL" clId="{6E1D5EB8-13F6-40DF-B512-351F8F358EAF}" dt="2026-03-11T20:57:21.127" v="111" actId="700"/>
          <ac:spMkLst>
            <pc:docMk/>
            <pc:sldMk cId="0" sldId="413"/>
            <ac:spMk id="5" creationId="{00000000-0000-0000-0000-000000000000}"/>
          </ac:spMkLst>
        </pc:spChg>
        <pc:spChg chg="mod ord">
          <ac:chgData name="Carey Garback" userId="dc25ffa4-de89-4779-8381-34524c87e417" providerId="ADAL" clId="{6E1D5EB8-13F6-40DF-B512-351F8F358EAF}" dt="2026-03-11T20:57:21.127" v="111" actId="700"/>
          <ac:spMkLst>
            <pc:docMk/>
            <pc:sldMk cId="0" sldId="413"/>
            <ac:spMk id="7" creationId="{00000000-0000-0000-0000-000000000000}"/>
          </ac:spMkLst>
        </pc:spChg>
        <pc:spChg chg="mod ord">
          <ac:chgData name="Carey Garback" userId="dc25ffa4-de89-4779-8381-34524c87e417" providerId="ADAL" clId="{6E1D5EB8-13F6-40DF-B512-351F8F358EAF}" dt="2026-03-11T20:57:21.127" v="111" actId="700"/>
          <ac:spMkLst>
            <pc:docMk/>
            <pc:sldMk cId="0" sldId="413"/>
            <ac:spMk id="9" creationId="{00000000-0000-0000-0000-000000000000}"/>
          </ac:spMkLst>
        </pc:spChg>
      </pc:sldChg>
      <pc:sldChg chg="modSp mod modClrScheme chgLayout">
        <pc:chgData name="Carey Garback" userId="dc25ffa4-de89-4779-8381-34524c87e417" providerId="ADAL" clId="{6E1D5EB8-13F6-40DF-B512-351F8F358EAF}" dt="2026-03-11T21:15:46.035" v="396" actId="207"/>
        <pc:sldMkLst>
          <pc:docMk/>
          <pc:sldMk cId="0" sldId="414"/>
        </pc:sldMkLst>
        <pc:spChg chg="mod ord">
          <ac:chgData name="Carey Garback" userId="dc25ffa4-de89-4779-8381-34524c87e417" providerId="ADAL" clId="{6E1D5EB8-13F6-40DF-B512-351F8F358EAF}" dt="2026-03-11T21:15:46.035" v="396" actId="207"/>
          <ac:spMkLst>
            <pc:docMk/>
            <pc:sldMk cId="0" sldId="414"/>
            <ac:spMk id="2"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415"/>
        </pc:sldMkLst>
        <pc:spChg chg="mod ord">
          <ac:chgData name="Carey Garback" userId="dc25ffa4-de89-4779-8381-34524c87e417" providerId="ADAL" clId="{6E1D5EB8-13F6-40DF-B512-351F8F358EAF}" dt="2026-03-11T20:57:21.127" v="111" actId="700"/>
          <ac:spMkLst>
            <pc:docMk/>
            <pc:sldMk cId="0" sldId="415"/>
            <ac:spMk id="2" creationId="{00000000-0000-0000-0000-000000000000}"/>
          </ac:spMkLst>
        </pc:spChg>
        <pc:spChg chg="mod ord">
          <ac:chgData name="Carey Garback" userId="dc25ffa4-de89-4779-8381-34524c87e417" providerId="ADAL" clId="{6E1D5EB8-13F6-40DF-B512-351F8F358EAF}" dt="2026-03-11T20:57:21.127" v="111" actId="700"/>
          <ac:spMkLst>
            <pc:docMk/>
            <pc:sldMk cId="0" sldId="415"/>
            <ac:spMk id="4" creationId="{00000000-0000-0000-0000-000000000000}"/>
          </ac:spMkLst>
        </pc:spChg>
        <pc:spChg chg="mod ord">
          <ac:chgData name="Carey Garback" userId="dc25ffa4-de89-4779-8381-34524c87e417" providerId="ADAL" clId="{6E1D5EB8-13F6-40DF-B512-351F8F358EAF}" dt="2026-03-11T20:57:21.127" v="111" actId="700"/>
          <ac:spMkLst>
            <pc:docMk/>
            <pc:sldMk cId="0" sldId="415"/>
            <ac:spMk id="6" creationId="{00000000-0000-0000-0000-000000000000}"/>
          </ac:spMkLst>
        </pc:spChg>
        <pc:spChg chg="mod ord">
          <ac:chgData name="Carey Garback" userId="dc25ffa4-de89-4779-8381-34524c87e417" providerId="ADAL" clId="{6E1D5EB8-13F6-40DF-B512-351F8F358EAF}" dt="2026-03-11T20:57:21.127" v="111" actId="700"/>
          <ac:spMkLst>
            <pc:docMk/>
            <pc:sldMk cId="0" sldId="415"/>
            <ac:spMk id="8"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416"/>
        </pc:sldMkLst>
        <pc:spChg chg="mod ord">
          <ac:chgData name="Carey Garback" userId="dc25ffa4-de89-4779-8381-34524c87e417" providerId="ADAL" clId="{6E1D5EB8-13F6-40DF-B512-351F8F358EAF}" dt="2026-03-11T20:57:21.127" v="111" actId="700"/>
          <ac:spMkLst>
            <pc:docMk/>
            <pc:sldMk cId="0" sldId="416"/>
            <ac:spMk id="2" creationId="{00000000-0000-0000-0000-000000000000}"/>
          </ac:spMkLst>
        </pc:spChg>
        <pc:spChg chg="mod ord">
          <ac:chgData name="Carey Garback" userId="dc25ffa4-de89-4779-8381-34524c87e417" providerId="ADAL" clId="{6E1D5EB8-13F6-40DF-B512-351F8F358EAF}" dt="2026-03-11T20:57:21.127" v="111" actId="700"/>
          <ac:spMkLst>
            <pc:docMk/>
            <pc:sldMk cId="0" sldId="416"/>
            <ac:spMk id="4" creationId="{00000000-0000-0000-0000-000000000000}"/>
          </ac:spMkLst>
        </pc:spChg>
        <pc:spChg chg="mod ord">
          <ac:chgData name="Carey Garback" userId="dc25ffa4-de89-4779-8381-34524c87e417" providerId="ADAL" clId="{6E1D5EB8-13F6-40DF-B512-351F8F358EAF}" dt="2026-03-11T20:57:21.127" v="111" actId="700"/>
          <ac:spMkLst>
            <pc:docMk/>
            <pc:sldMk cId="0" sldId="416"/>
            <ac:spMk id="6" creationId="{00000000-0000-0000-0000-000000000000}"/>
          </ac:spMkLst>
        </pc:spChg>
        <pc:spChg chg="mod ord">
          <ac:chgData name="Carey Garback" userId="dc25ffa4-de89-4779-8381-34524c87e417" providerId="ADAL" clId="{6E1D5EB8-13F6-40DF-B512-351F8F358EAF}" dt="2026-03-11T20:57:21.127" v="111" actId="700"/>
          <ac:spMkLst>
            <pc:docMk/>
            <pc:sldMk cId="0" sldId="416"/>
            <ac:spMk id="8"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417"/>
        </pc:sldMkLst>
        <pc:spChg chg="mod ord">
          <ac:chgData name="Carey Garback" userId="dc25ffa4-de89-4779-8381-34524c87e417" providerId="ADAL" clId="{6E1D5EB8-13F6-40DF-B512-351F8F358EAF}" dt="2026-03-11T20:57:21.127" v="111" actId="700"/>
          <ac:spMkLst>
            <pc:docMk/>
            <pc:sldMk cId="0" sldId="417"/>
            <ac:spMk id="2" creationId="{00000000-0000-0000-0000-000000000000}"/>
          </ac:spMkLst>
        </pc:spChg>
        <pc:spChg chg="mod ord">
          <ac:chgData name="Carey Garback" userId="dc25ffa4-de89-4779-8381-34524c87e417" providerId="ADAL" clId="{6E1D5EB8-13F6-40DF-B512-351F8F358EAF}" dt="2026-03-11T20:57:21.127" v="111" actId="700"/>
          <ac:spMkLst>
            <pc:docMk/>
            <pc:sldMk cId="0" sldId="417"/>
            <ac:spMk id="4" creationId="{00000000-0000-0000-0000-000000000000}"/>
          </ac:spMkLst>
        </pc:spChg>
        <pc:spChg chg="mod ord">
          <ac:chgData name="Carey Garback" userId="dc25ffa4-de89-4779-8381-34524c87e417" providerId="ADAL" clId="{6E1D5EB8-13F6-40DF-B512-351F8F358EAF}" dt="2026-03-11T20:57:21.127" v="111" actId="700"/>
          <ac:spMkLst>
            <pc:docMk/>
            <pc:sldMk cId="0" sldId="417"/>
            <ac:spMk id="6" creationId="{00000000-0000-0000-0000-000000000000}"/>
          </ac:spMkLst>
        </pc:spChg>
        <pc:spChg chg="mod ord">
          <ac:chgData name="Carey Garback" userId="dc25ffa4-de89-4779-8381-34524c87e417" providerId="ADAL" clId="{6E1D5EB8-13F6-40DF-B512-351F8F358EAF}" dt="2026-03-11T20:57:21.127" v="111" actId="700"/>
          <ac:spMkLst>
            <pc:docMk/>
            <pc:sldMk cId="0" sldId="417"/>
            <ac:spMk id="8"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418"/>
        </pc:sldMkLst>
        <pc:spChg chg="mod ord">
          <ac:chgData name="Carey Garback" userId="dc25ffa4-de89-4779-8381-34524c87e417" providerId="ADAL" clId="{6E1D5EB8-13F6-40DF-B512-351F8F358EAF}" dt="2026-03-11T20:57:21.127" v="111" actId="700"/>
          <ac:spMkLst>
            <pc:docMk/>
            <pc:sldMk cId="0" sldId="418"/>
            <ac:spMk id="2" creationId="{00000000-0000-0000-0000-000000000000}"/>
          </ac:spMkLst>
        </pc:spChg>
        <pc:spChg chg="mod ord">
          <ac:chgData name="Carey Garback" userId="dc25ffa4-de89-4779-8381-34524c87e417" providerId="ADAL" clId="{6E1D5EB8-13F6-40DF-B512-351F8F358EAF}" dt="2026-03-11T20:57:21.127" v="111" actId="700"/>
          <ac:spMkLst>
            <pc:docMk/>
            <pc:sldMk cId="0" sldId="418"/>
            <ac:spMk id="4" creationId="{00000000-0000-0000-0000-000000000000}"/>
          </ac:spMkLst>
        </pc:spChg>
        <pc:spChg chg="mod ord">
          <ac:chgData name="Carey Garback" userId="dc25ffa4-de89-4779-8381-34524c87e417" providerId="ADAL" clId="{6E1D5EB8-13F6-40DF-B512-351F8F358EAF}" dt="2026-03-11T20:57:21.127" v="111" actId="700"/>
          <ac:spMkLst>
            <pc:docMk/>
            <pc:sldMk cId="0" sldId="418"/>
            <ac:spMk id="6" creationId="{00000000-0000-0000-0000-000000000000}"/>
          </ac:spMkLst>
        </pc:spChg>
        <pc:spChg chg="mod ord">
          <ac:chgData name="Carey Garback" userId="dc25ffa4-de89-4779-8381-34524c87e417" providerId="ADAL" clId="{6E1D5EB8-13F6-40DF-B512-351F8F358EAF}" dt="2026-03-11T20:57:21.127" v="111" actId="700"/>
          <ac:spMkLst>
            <pc:docMk/>
            <pc:sldMk cId="0" sldId="418"/>
            <ac:spMk id="8"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419"/>
        </pc:sldMkLst>
        <pc:spChg chg="mod ord">
          <ac:chgData name="Carey Garback" userId="dc25ffa4-de89-4779-8381-34524c87e417" providerId="ADAL" clId="{6E1D5EB8-13F6-40DF-B512-351F8F358EAF}" dt="2026-03-11T20:57:21.127" v="111" actId="700"/>
          <ac:spMkLst>
            <pc:docMk/>
            <pc:sldMk cId="0" sldId="419"/>
            <ac:spMk id="3" creationId="{00000000-0000-0000-0000-000000000000}"/>
          </ac:spMkLst>
        </pc:spChg>
        <pc:spChg chg="mod ord">
          <ac:chgData name="Carey Garback" userId="dc25ffa4-de89-4779-8381-34524c87e417" providerId="ADAL" clId="{6E1D5EB8-13F6-40DF-B512-351F8F358EAF}" dt="2026-03-11T20:57:21.127" v="111" actId="700"/>
          <ac:spMkLst>
            <pc:docMk/>
            <pc:sldMk cId="0" sldId="419"/>
            <ac:spMk id="4" creationId="{00000000-0000-0000-0000-000000000000}"/>
          </ac:spMkLst>
        </pc:spChg>
        <pc:spChg chg="mod ord">
          <ac:chgData name="Carey Garback" userId="dc25ffa4-de89-4779-8381-34524c87e417" providerId="ADAL" clId="{6E1D5EB8-13F6-40DF-B512-351F8F358EAF}" dt="2026-03-11T20:57:21.127" v="111" actId="700"/>
          <ac:spMkLst>
            <pc:docMk/>
            <pc:sldMk cId="0" sldId="419"/>
            <ac:spMk id="5" creationId="{00000000-0000-0000-0000-000000000000}"/>
          </ac:spMkLst>
        </pc:spChg>
        <pc:spChg chg="mod ord">
          <ac:chgData name="Carey Garback" userId="dc25ffa4-de89-4779-8381-34524c87e417" providerId="ADAL" clId="{6E1D5EB8-13F6-40DF-B512-351F8F358EAF}" dt="2026-03-11T20:57:21.127" v="111" actId="700"/>
          <ac:spMkLst>
            <pc:docMk/>
            <pc:sldMk cId="0" sldId="419"/>
            <ac:spMk id="7"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420"/>
        </pc:sldMkLst>
        <pc:spChg chg="mod ord">
          <ac:chgData name="Carey Garback" userId="dc25ffa4-de89-4779-8381-34524c87e417" providerId="ADAL" clId="{6E1D5EB8-13F6-40DF-B512-351F8F358EAF}" dt="2026-03-11T20:57:21.127" v="111" actId="700"/>
          <ac:spMkLst>
            <pc:docMk/>
            <pc:sldMk cId="0" sldId="420"/>
            <ac:spMk id="3" creationId="{00000000-0000-0000-0000-000000000000}"/>
          </ac:spMkLst>
        </pc:spChg>
        <pc:spChg chg="mod ord">
          <ac:chgData name="Carey Garback" userId="dc25ffa4-de89-4779-8381-34524c87e417" providerId="ADAL" clId="{6E1D5EB8-13F6-40DF-B512-351F8F358EAF}" dt="2026-03-11T20:57:21.127" v="111" actId="700"/>
          <ac:spMkLst>
            <pc:docMk/>
            <pc:sldMk cId="0" sldId="420"/>
            <ac:spMk id="4" creationId="{00000000-0000-0000-0000-000000000000}"/>
          </ac:spMkLst>
        </pc:spChg>
        <pc:spChg chg="mod ord">
          <ac:chgData name="Carey Garback" userId="dc25ffa4-de89-4779-8381-34524c87e417" providerId="ADAL" clId="{6E1D5EB8-13F6-40DF-B512-351F8F358EAF}" dt="2026-03-11T20:57:21.127" v="111" actId="700"/>
          <ac:spMkLst>
            <pc:docMk/>
            <pc:sldMk cId="0" sldId="420"/>
            <ac:spMk id="5" creationId="{00000000-0000-0000-0000-000000000000}"/>
          </ac:spMkLst>
        </pc:spChg>
        <pc:spChg chg="mod ord">
          <ac:chgData name="Carey Garback" userId="dc25ffa4-de89-4779-8381-34524c87e417" providerId="ADAL" clId="{6E1D5EB8-13F6-40DF-B512-351F8F358EAF}" dt="2026-03-11T20:57:21.127" v="111" actId="700"/>
          <ac:spMkLst>
            <pc:docMk/>
            <pc:sldMk cId="0" sldId="420"/>
            <ac:spMk id="7"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421"/>
        </pc:sldMkLst>
        <pc:spChg chg="mod ord">
          <ac:chgData name="Carey Garback" userId="dc25ffa4-de89-4779-8381-34524c87e417" providerId="ADAL" clId="{6E1D5EB8-13F6-40DF-B512-351F8F358EAF}" dt="2026-03-11T20:57:21.127" v="111" actId="700"/>
          <ac:spMkLst>
            <pc:docMk/>
            <pc:sldMk cId="0" sldId="421"/>
            <ac:spMk id="2" creationId="{00000000-0000-0000-0000-000000000000}"/>
          </ac:spMkLst>
        </pc:spChg>
        <pc:spChg chg="mod ord">
          <ac:chgData name="Carey Garback" userId="dc25ffa4-de89-4779-8381-34524c87e417" providerId="ADAL" clId="{6E1D5EB8-13F6-40DF-B512-351F8F358EAF}" dt="2026-03-11T20:57:21.127" v="111" actId="700"/>
          <ac:spMkLst>
            <pc:docMk/>
            <pc:sldMk cId="0" sldId="421"/>
            <ac:spMk id="4"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422"/>
        </pc:sldMkLst>
        <pc:spChg chg="mod ord">
          <ac:chgData name="Carey Garback" userId="dc25ffa4-de89-4779-8381-34524c87e417" providerId="ADAL" clId="{6E1D5EB8-13F6-40DF-B512-351F8F358EAF}" dt="2026-03-11T20:57:21.127" v="111" actId="700"/>
          <ac:spMkLst>
            <pc:docMk/>
            <pc:sldMk cId="0" sldId="422"/>
            <ac:spMk id="2" creationId="{00000000-0000-0000-0000-000000000000}"/>
          </ac:spMkLst>
        </pc:spChg>
        <pc:spChg chg="mod ord">
          <ac:chgData name="Carey Garback" userId="dc25ffa4-de89-4779-8381-34524c87e417" providerId="ADAL" clId="{6E1D5EB8-13F6-40DF-B512-351F8F358EAF}" dt="2026-03-11T20:57:21.127" v="111" actId="700"/>
          <ac:spMkLst>
            <pc:docMk/>
            <pc:sldMk cId="0" sldId="422"/>
            <ac:spMk id="12" creationId="{00000000-0000-0000-0000-000000000000}"/>
          </ac:spMkLst>
        </pc:spChg>
      </pc:sldChg>
      <pc:sldChg chg="modSp mod modClrScheme chgLayout">
        <pc:chgData name="Carey Garback" userId="dc25ffa4-de89-4779-8381-34524c87e417" providerId="ADAL" clId="{6E1D5EB8-13F6-40DF-B512-351F8F358EAF}" dt="2026-03-11T21:16:43.044" v="427" actId="1076"/>
        <pc:sldMkLst>
          <pc:docMk/>
          <pc:sldMk cId="0" sldId="423"/>
        </pc:sldMkLst>
        <pc:spChg chg="mod ord">
          <ac:chgData name="Carey Garback" userId="dc25ffa4-de89-4779-8381-34524c87e417" providerId="ADAL" clId="{6E1D5EB8-13F6-40DF-B512-351F8F358EAF}" dt="2026-03-11T21:16:43.044" v="427" actId="1076"/>
          <ac:spMkLst>
            <pc:docMk/>
            <pc:sldMk cId="0" sldId="423"/>
            <ac:spMk id="2" creationId="{00000000-0000-0000-0000-000000000000}"/>
          </ac:spMkLst>
        </pc:spChg>
      </pc:sldChg>
      <pc:sldChg chg="delSp modSp mod modClrScheme chgLayout">
        <pc:chgData name="Carey Garback" userId="dc25ffa4-de89-4779-8381-34524c87e417" providerId="ADAL" clId="{6E1D5EB8-13F6-40DF-B512-351F8F358EAF}" dt="2026-03-11T21:17:09.192" v="428" actId="478"/>
        <pc:sldMkLst>
          <pc:docMk/>
          <pc:sldMk cId="0" sldId="424"/>
        </pc:sldMkLst>
        <pc:spChg chg="mod ord">
          <ac:chgData name="Carey Garback" userId="dc25ffa4-de89-4779-8381-34524c87e417" providerId="ADAL" clId="{6E1D5EB8-13F6-40DF-B512-351F8F358EAF}" dt="2026-03-11T20:57:21.127" v="111" actId="700"/>
          <ac:spMkLst>
            <pc:docMk/>
            <pc:sldMk cId="0" sldId="424"/>
            <ac:spMk id="3" creationId="{00000000-0000-0000-0000-000000000000}"/>
          </ac:spMkLst>
        </pc:spChg>
        <pc:spChg chg="del mod ord">
          <ac:chgData name="Carey Garback" userId="dc25ffa4-de89-4779-8381-34524c87e417" providerId="ADAL" clId="{6E1D5EB8-13F6-40DF-B512-351F8F358EAF}" dt="2026-03-11T21:17:09.192" v="428" actId="478"/>
          <ac:spMkLst>
            <pc:docMk/>
            <pc:sldMk cId="0" sldId="424"/>
            <ac:spMk id="4" creationId="{00000000-0000-0000-0000-000000000000}"/>
          </ac:spMkLst>
        </pc:spChg>
      </pc:sldChg>
      <pc:sldChg chg="delSp modSp mod modClrScheme chgLayout">
        <pc:chgData name="Carey Garback" userId="dc25ffa4-de89-4779-8381-34524c87e417" providerId="ADAL" clId="{6E1D5EB8-13F6-40DF-B512-351F8F358EAF}" dt="2026-03-11T21:17:14.370" v="429" actId="478"/>
        <pc:sldMkLst>
          <pc:docMk/>
          <pc:sldMk cId="0" sldId="425"/>
        </pc:sldMkLst>
        <pc:spChg chg="mod ord">
          <ac:chgData name="Carey Garback" userId="dc25ffa4-de89-4779-8381-34524c87e417" providerId="ADAL" clId="{6E1D5EB8-13F6-40DF-B512-351F8F358EAF}" dt="2026-03-11T20:57:21.127" v="111" actId="700"/>
          <ac:spMkLst>
            <pc:docMk/>
            <pc:sldMk cId="0" sldId="425"/>
            <ac:spMk id="5" creationId="{00000000-0000-0000-0000-000000000000}"/>
          </ac:spMkLst>
        </pc:spChg>
        <pc:spChg chg="del mod ord">
          <ac:chgData name="Carey Garback" userId="dc25ffa4-de89-4779-8381-34524c87e417" providerId="ADAL" clId="{6E1D5EB8-13F6-40DF-B512-351F8F358EAF}" dt="2026-03-11T21:17:14.370" v="429" actId="478"/>
          <ac:spMkLst>
            <pc:docMk/>
            <pc:sldMk cId="0" sldId="425"/>
            <ac:spMk id="9"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426"/>
        </pc:sldMkLst>
        <pc:spChg chg="mod ord">
          <ac:chgData name="Carey Garback" userId="dc25ffa4-de89-4779-8381-34524c87e417" providerId="ADAL" clId="{6E1D5EB8-13F6-40DF-B512-351F8F358EAF}" dt="2026-03-11T20:57:21.127" v="111" actId="700"/>
          <ac:spMkLst>
            <pc:docMk/>
            <pc:sldMk cId="0" sldId="426"/>
            <ac:spMk id="3" creationId="{00000000-0000-0000-0000-000000000000}"/>
          </ac:spMkLst>
        </pc:spChg>
        <pc:spChg chg="mod ord">
          <ac:chgData name="Carey Garback" userId="dc25ffa4-de89-4779-8381-34524c87e417" providerId="ADAL" clId="{6E1D5EB8-13F6-40DF-B512-351F8F358EAF}" dt="2026-03-11T20:57:21.127" v="111" actId="700"/>
          <ac:spMkLst>
            <pc:docMk/>
            <pc:sldMk cId="0" sldId="426"/>
            <ac:spMk id="5"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427"/>
        </pc:sldMkLst>
        <pc:spChg chg="mod ord">
          <ac:chgData name="Carey Garback" userId="dc25ffa4-de89-4779-8381-34524c87e417" providerId="ADAL" clId="{6E1D5EB8-13F6-40DF-B512-351F8F358EAF}" dt="2026-03-11T20:57:21.127" v="111" actId="700"/>
          <ac:spMkLst>
            <pc:docMk/>
            <pc:sldMk cId="0" sldId="427"/>
            <ac:spMk id="2" creationId="{00000000-0000-0000-0000-000000000000}"/>
          </ac:spMkLst>
        </pc:spChg>
        <pc:spChg chg="mod ord">
          <ac:chgData name="Carey Garback" userId="dc25ffa4-de89-4779-8381-34524c87e417" providerId="ADAL" clId="{6E1D5EB8-13F6-40DF-B512-351F8F358EAF}" dt="2026-03-11T20:57:21.127" v="111" actId="700"/>
          <ac:spMkLst>
            <pc:docMk/>
            <pc:sldMk cId="0" sldId="427"/>
            <ac:spMk id="4"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428"/>
        </pc:sldMkLst>
        <pc:spChg chg="mod ord">
          <ac:chgData name="Carey Garback" userId="dc25ffa4-de89-4779-8381-34524c87e417" providerId="ADAL" clId="{6E1D5EB8-13F6-40DF-B512-351F8F358EAF}" dt="2026-03-11T20:57:21.127" v="111" actId="700"/>
          <ac:spMkLst>
            <pc:docMk/>
            <pc:sldMk cId="0" sldId="428"/>
            <ac:spMk id="2" creationId="{00000000-0000-0000-0000-000000000000}"/>
          </ac:spMkLst>
        </pc:spChg>
        <pc:spChg chg="mod ord">
          <ac:chgData name="Carey Garback" userId="dc25ffa4-de89-4779-8381-34524c87e417" providerId="ADAL" clId="{6E1D5EB8-13F6-40DF-B512-351F8F358EAF}" dt="2026-03-11T20:57:21.127" v="111" actId="700"/>
          <ac:spMkLst>
            <pc:docMk/>
            <pc:sldMk cId="0" sldId="428"/>
            <ac:spMk id="4"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429"/>
        </pc:sldMkLst>
        <pc:spChg chg="mod ord">
          <ac:chgData name="Carey Garback" userId="dc25ffa4-de89-4779-8381-34524c87e417" providerId="ADAL" clId="{6E1D5EB8-13F6-40DF-B512-351F8F358EAF}" dt="2026-03-11T20:57:21.127" v="111" actId="700"/>
          <ac:spMkLst>
            <pc:docMk/>
            <pc:sldMk cId="0" sldId="429"/>
            <ac:spMk id="2" creationId="{00000000-0000-0000-0000-000000000000}"/>
          </ac:spMkLst>
        </pc:spChg>
        <pc:spChg chg="mod ord">
          <ac:chgData name="Carey Garback" userId="dc25ffa4-de89-4779-8381-34524c87e417" providerId="ADAL" clId="{6E1D5EB8-13F6-40DF-B512-351F8F358EAF}" dt="2026-03-11T20:57:21.127" v="111" actId="700"/>
          <ac:spMkLst>
            <pc:docMk/>
            <pc:sldMk cId="0" sldId="429"/>
            <ac:spMk id="4"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430"/>
        </pc:sldMkLst>
        <pc:spChg chg="mod ord">
          <ac:chgData name="Carey Garback" userId="dc25ffa4-de89-4779-8381-34524c87e417" providerId="ADAL" clId="{6E1D5EB8-13F6-40DF-B512-351F8F358EAF}" dt="2026-03-11T20:57:21.127" v="111" actId="700"/>
          <ac:spMkLst>
            <pc:docMk/>
            <pc:sldMk cId="0" sldId="430"/>
            <ac:spMk id="6" creationId="{00000000-0000-0000-0000-000000000000}"/>
          </ac:spMkLst>
        </pc:spChg>
        <pc:spChg chg="mod ord">
          <ac:chgData name="Carey Garback" userId="dc25ffa4-de89-4779-8381-34524c87e417" providerId="ADAL" clId="{6E1D5EB8-13F6-40DF-B512-351F8F358EAF}" dt="2026-03-11T20:57:21.127" v="111" actId="700"/>
          <ac:spMkLst>
            <pc:docMk/>
            <pc:sldMk cId="0" sldId="430"/>
            <ac:spMk id="11"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431"/>
        </pc:sldMkLst>
        <pc:spChg chg="mod ord">
          <ac:chgData name="Carey Garback" userId="dc25ffa4-de89-4779-8381-34524c87e417" providerId="ADAL" clId="{6E1D5EB8-13F6-40DF-B512-351F8F358EAF}" dt="2026-03-11T20:57:21.127" v="111" actId="700"/>
          <ac:spMkLst>
            <pc:docMk/>
            <pc:sldMk cId="0" sldId="431"/>
            <ac:spMk id="3" creationId="{00000000-0000-0000-0000-000000000000}"/>
          </ac:spMkLst>
        </pc:spChg>
        <pc:spChg chg="mod ord">
          <ac:chgData name="Carey Garback" userId="dc25ffa4-de89-4779-8381-34524c87e417" providerId="ADAL" clId="{6E1D5EB8-13F6-40DF-B512-351F8F358EAF}" dt="2026-03-11T20:57:21.127" v="111" actId="700"/>
          <ac:spMkLst>
            <pc:docMk/>
            <pc:sldMk cId="0" sldId="431"/>
            <ac:spMk id="5"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432"/>
        </pc:sldMkLst>
        <pc:spChg chg="mod ord">
          <ac:chgData name="Carey Garback" userId="dc25ffa4-de89-4779-8381-34524c87e417" providerId="ADAL" clId="{6E1D5EB8-13F6-40DF-B512-351F8F358EAF}" dt="2026-03-11T20:57:21.127" v="111" actId="700"/>
          <ac:spMkLst>
            <pc:docMk/>
            <pc:sldMk cId="0" sldId="432"/>
            <ac:spMk id="2" creationId="{00000000-0000-0000-0000-000000000000}"/>
          </ac:spMkLst>
        </pc:spChg>
        <pc:spChg chg="mod ord">
          <ac:chgData name="Carey Garback" userId="dc25ffa4-de89-4779-8381-34524c87e417" providerId="ADAL" clId="{6E1D5EB8-13F6-40DF-B512-351F8F358EAF}" dt="2026-03-11T20:57:21.127" v="111" actId="700"/>
          <ac:spMkLst>
            <pc:docMk/>
            <pc:sldMk cId="0" sldId="432"/>
            <ac:spMk id="4"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433"/>
        </pc:sldMkLst>
        <pc:spChg chg="mod ord">
          <ac:chgData name="Carey Garback" userId="dc25ffa4-de89-4779-8381-34524c87e417" providerId="ADAL" clId="{6E1D5EB8-13F6-40DF-B512-351F8F358EAF}" dt="2026-03-11T20:57:21.127" v="111" actId="700"/>
          <ac:spMkLst>
            <pc:docMk/>
            <pc:sldMk cId="0" sldId="433"/>
            <ac:spMk id="3"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434"/>
        </pc:sldMkLst>
        <pc:spChg chg="mod ord">
          <ac:chgData name="Carey Garback" userId="dc25ffa4-de89-4779-8381-34524c87e417" providerId="ADAL" clId="{6E1D5EB8-13F6-40DF-B512-351F8F358EAF}" dt="2026-03-11T20:57:21.127" v="111" actId="700"/>
          <ac:spMkLst>
            <pc:docMk/>
            <pc:sldMk cId="0" sldId="434"/>
            <ac:spMk id="2" creationId="{00000000-0000-0000-0000-000000000000}"/>
          </ac:spMkLst>
        </pc:spChg>
        <pc:spChg chg="mod ord">
          <ac:chgData name="Carey Garback" userId="dc25ffa4-de89-4779-8381-34524c87e417" providerId="ADAL" clId="{6E1D5EB8-13F6-40DF-B512-351F8F358EAF}" dt="2026-03-11T20:57:21.127" v="111" actId="700"/>
          <ac:spMkLst>
            <pc:docMk/>
            <pc:sldMk cId="0" sldId="434"/>
            <ac:spMk id="5"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435"/>
        </pc:sldMkLst>
        <pc:spChg chg="mod ord">
          <ac:chgData name="Carey Garback" userId="dc25ffa4-de89-4779-8381-34524c87e417" providerId="ADAL" clId="{6E1D5EB8-13F6-40DF-B512-351F8F358EAF}" dt="2026-03-11T20:57:21.127" v="111" actId="700"/>
          <ac:spMkLst>
            <pc:docMk/>
            <pc:sldMk cId="0" sldId="435"/>
            <ac:spMk id="2" creationId="{00000000-0000-0000-0000-000000000000}"/>
          </ac:spMkLst>
        </pc:spChg>
        <pc:spChg chg="mod ord">
          <ac:chgData name="Carey Garback" userId="dc25ffa4-de89-4779-8381-34524c87e417" providerId="ADAL" clId="{6E1D5EB8-13F6-40DF-B512-351F8F358EAF}" dt="2026-03-11T20:57:21.127" v="111" actId="700"/>
          <ac:spMkLst>
            <pc:docMk/>
            <pc:sldMk cId="0" sldId="435"/>
            <ac:spMk id="4"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436"/>
        </pc:sldMkLst>
        <pc:spChg chg="mod ord">
          <ac:chgData name="Carey Garback" userId="dc25ffa4-de89-4779-8381-34524c87e417" providerId="ADAL" clId="{6E1D5EB8-13F6-40DF-B512-351F8F358EAF}" dt="2026-03-11T20:57:21.127" v="111" actId="700"/>
          <ac:spMkLst>
            <pc:docMk/>
            <pc:sldMk cId="0" sldId="436"/>
            <ac:spMk id="2" creationId="{00000000-0000-0000-0000-000000000000}"/>
          </ac:spMkLst>
        </pc:spChg>
        <pc:spChg chg="mod ord">
          <ac:chgData name="Carey Garback" userId="dc25ffa4-de89-4779-8381-34524c87e417" providerId="ADAL" clId="{6E1D5EB8-13F6-40DF-B512-351F8F358EAF}" dt="2026-03-11T20:57:21.127" v="111" actId="700"/>
          <ac:spMkLst>
            <pc:docMk/>
            <pc:sldMk cId="0" sldId="436"/>
            <ac:spMk id="4"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437"/>
        </pc:sldMkLst>
        <pc:spChg chg="mod ord">
          <ac:chgData name="Carey Garback" userId="dc25ffa4-de89-4779-8381-34524c87e417" providerId="ADAL" clId="{6E1D5EB8-13F6-40DF-B512-351F8F358EAF}" dt="2026-03-11T20:57:21.127" v="111" actId="700"/>
          <ac:spMkLst>
            <pc:docMk/>
            <pc:sldMk cId="0" sldId="437"/>
            <ac:spMk id="2" creationId="{00000000-0000-0000-0000-000000000000}"/>
          </ac:spMkLst>
        </pc:spChg>
        <pc:spChg chg="mod ord">
          <ac:chgData name="Carey Garback" userId="dc25ffa4-de89-4779-8381-34524c87e417" providerId="ADAL" clId="{6E1D5EB8-13F6-40DF-B512-351F8F358EAF}" dt="2026-03-11T20:57:21.127" v="111" actId="700"/>
          <ac:spMkLst>
            <pc:docMk/>
            <pc:sldMk cId="0" sldId="437"/>
            <ac:spMk id="4"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438"/>
        </pc:sldMkLst>
        <pc:spChg chg="mod ord">
          <ac:chgData name="Carey Garback" userId="dc25ffa4-de89-4779-8381-34524c87e417" providerId="ADAL" clId="{6E1D5EB8-13F6-40DF-B512-351F8F358EAF}" dt="2026-03-11T20:57:21.127" v="111" actId="700"/>
          <ac:spMkLst>
            <pc:docMk/>
            <pc:sldMk cId="0" sldId="438"/>
            <ac:spMk id="2" creationId="{00000000-0000-0000-0000-000000000000}"/>
          </ac:spMkLst>
        </pc:spChg>
        <pc:spChg chg="mod ord">
          <ac:chgData name="Carey Garback" userId="dc25ffa4-de89-4779-8381-34524c87e417" providerId="ADAL" clId="{6E1D5EB8-13F6-40DF-B512-351F8F358EAF}" dt="2026-03-11T20:57:21.127" v="111" actId="700"/>
          <ac:spMkLst>
            <pc:docMk/>
            <pc:sldMk cId="0" sldId="438"/>
            <ac:spMk id="4"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439"/>
        </pc:sldMkLst>
        <pc:spChg chg="mod ord">
          <ac:chgData name="Carey Garback" userId="dc25ffa4-de89-4779-8381-34524c87e417" providerId="ADAL" clId="{6E1D5EB8-13F6-40DF-B512-351F8F358EAF}" dt="2026-03-11T20:57:21.127" v="111" actId="700"/>
          <ac:spMkLst>
            <pc:docMk/>
            <pc:sldMk cId="0" sldId="439"/>
            <ac:spMk id="2" creationId="{00000000-0000-0000-0000-000000000000}"/>
          </ac:spMkLst>
        </pc:spChg>
        <pc:spChg chg="mod ord">
          <ac:chgData name="Carey Garback" userId="dc25ffa4-de89-4779-8381-34524c87e417" providerId="ADAL" clId="{6E1D5EB8-13F6-40DF-B512-351F8F358EAF}" dt="2026-03-11T20:57:21.127" v="111" actId="700"/>
          <ac:spMkLst>
            <pc:docMk/>
            <pc:sldMk cId="0" sldId="439"/>
            <ac:spMk id="4"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440"/>
        </pc:sldMkLst>
        <pc:spChg chg="mod ord">
          <ac:chgData name="Carey Garback" userId="dc25ffa4-de89-4779-8381-34524c87e417" providerId="ADAL" clId="{6E1D5EB8-13F6-40DF-B512-351F8F358EAF}" dt="2026-03-11T20:57:21.127" v="111" actId="700"/>
          <ac:spMkLst>
            <pc:docMk/>
            <pc:sldMk cId="0" sldId="440"/>
            <ac:spMk id="3" creationId="{00000000-0000-0000-0000-000000000000}"/>
          </ac:spMkLst>
        </pc:spChg>
        <pc:spChg chg="mod ord">
          <ac:chgData name="Carey Garback" userId="dc25ffa4-de89-4779-8381-34524c87e417" providerId="ADAL" clId="{6E1D5EB8-13F6-40DF-B512-351F8F358EAF}" dt="2026-03-11T20:57:21.127" v="111" actId="700"/>
          <ac:spMkLst>
            <pc:docMk/>
            <pc:sldMk cId="0" sldId="440"/>
            <ac:spMk id="5"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441"/>
        </pc:sldMkLst>
        <pc:spChg chg="mod ord">
          <ac:chgData name="Carey Garback" userId="dc25ffa4-de89-4779-8381-34524c87e417" providerId="ADAL" clId="{6E1D5EB8-13F6-40DF-B512-351F8F358EAF}" dt="2026-03-11T20:57:21.127" v="111" actId="700"/>
          <ac:spMkLst>
            <pc:docMk/>
            <pc:sldMk cId="0" sldId="441"/>
            <ac:spMk id="2" creationId="{00000000-0000-0000-0000-000000000000}"/>
          </ac:spMkLst>
        </pc:spChg>
        <pc:spChg chg="mod ord">
          <ac:chgData name="Carey Garback" userId="dc25ffa4-de89-4779-8381-34524c87e417" providerId="ADAL" clId="{6E1D5EB8-13F6-40DF-B512-351F8F358EAF}" dt="2026-03-11T20:57:21.127" v="111" actId="700"/>
          <ac:spMkLst>
            <pc:docMk/>
            <pc:sldMk cId="0" sldId="441"/>
            <ac:spMk id="4"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442"/>
        </pc:sldMkLst>
        <pc:spChg chg="mod ord">
          <ac:chgData name="Carey Garback" userId="dc25ffa4-de89-4779-8381-34524c87e417" providerId="ADAL" clId="{6E1D5EB8-13F6-40DF-B512-351F8F358EAF}" dt="2026-03-11T20:57:21.127" v="111" actId="700"/>
          <ac:spMkLst>
            <pc:docMk/>
            <pc:sldMk cId="0" sldId="442"/>
            <ac:spMk id="3" creationId="{00000000-0000-0000-0000-000000000000}"/>
          </ac:spMkLst>
        </pc:spChg>
        <pc:spChg chg="mod ord">
          <ac:chgData name="Carey Garback" userId="dc25ffa4-de89-4779-8381-34524c87e417" providerId="ADAL" clId="{6E1D5EB8-13F6-40DF-B512-351F8F358EAF}" dt="2026-03-11T20:57:21.127" v="111" actId="700"/>
          <ac:spMkLst>
            <pc:docMk/>
            <pc:sldMk cId="0" sldId="442"/>
            <ac:spMk id="4"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443"/>
        </pc:sldMkLst>
        <pc:spChg chg="mod ord">
          <ac:chgData name="Carey Garback" userId="dc25ffa4-de89-4779-8381-34524c87e417" providerId="ADAL" clId="{6E1D5EB8-13F6-40DF-B512-351F8F358EAF}" dt="2026-03-11T20:57:21.127" v="111" actId="700"/>
          <ac:spMkLst>
            <pc:docMk/>
            <pc:sldMk cId="0" sldId="443"/>
            <ac:spMk id="3" creationId="{00000000-0000-0000-0000-000000000000}"/>
          </ac:spMkLst>
        </pc:spChg>
        <pc:spChg chg="mod ord">
          <ac:chgData name="Carey Garback" userId="dc25ffa4-de89-4779-8381-34524c87e417" providerId="ADAL" clId="{6E1D5EB8-13F6-40DF-B512-351F8F358EAF}" dt="2026-03-11T20:57:21.127" v="111" actId="700"/>
          <ac:spMkLst>
            <pc:docMk/>
            <pc:sldMk cId="0" sldId="443"/>
            <ac:spMk id="5" creationId="{00000000-0000-0000-0000-000000000000}"/>
          </ac:spMkLst>
        </pc:spChg>
      </pc:sldChg>
      <pc:sldChg chg="modSp mod modClrScheme chgLayout">
        <pc:chgData name="Carey Garback" userId="dc25ffa4-de89-4779-8381-34524c87e417" providerId="ADAL" clId="{6E1D5EB8-13F6-40DF-B512-351F8F358EAF}" dt="2026-03-11T20:57:21.127" v="111" actId="700"/>
        <pc:sldMkLst>
          <pc:docMk/>
          <pc:sldMk cId="0" sldId="444"/>
        </pc:sldMkLst>
        <pc:spChg chg="mod ord">
          <ac:chgData name="Carey Garback" userId="dc25ffa4-de89-4779-8381-34524c87e417" providerId="ADAL" clId="{6E1D5EB8-13F6-40DF-B512-351F8F358EAF}" dt="2026-03-11T20:57:21.127" v="111" actId="700"/>
          <ac:spMkLst>
            <pc:docMk/>
            <pc:sldMk cId="0" sldId="444"/>
            <ac:spMk id="2" creationId="{00000000-0000-0000-0000-000000000000}"/>
          </ac:spMkLst>
        </pc:spChg>
        <pc:spChg chg="mod ord">
          <ac:chgData name="Carey Garback" userId="dc25ffa4-de89-4779-8381-34524c87e417" providerId="ADAL" clId="{6E1D5EB8-13F6-40DF-B512-351F8F358EAF}" dt="2026-03-11T20:57:21.127" v="111" actId="700"/>
          <ac:spMkLst>
            <pc:docMk/>
            <pc:sldMk cId="0" sldId="444"/>
            <ac:spMk id="4" creationId="{00000000-0000-0000-0000-000000000000}"/>
          </ac:spMkLst>
        </pc:spChg>
      </pc:sldChg>
      <pc:sldMasterChg chg="del delSldLayout">
        <pc:chgData name="Carey Garback" userId="dc25ffa4-de89-4779-8381-34524c87e417" providerId="ADAL" clId="{6E1D5EB8-13F6-40DF-B512-351F8F358EAF}" dt="2026-03-11T20:48:42.898" v="27" actId="700"/>
        <pc:sldMasterMkLst>
          <pc:docMk/>
          <pc:sldMasterMk cId="3235924352" sldId="2147483660"/>
        </pc:sldMasterMkLst>
        <pc:sldLayoutChg chg="del">
          <pc:chgData name="Carey Garback" userId="dc25ffa4-de89-4779-8381-34524c87e417" providerId="ADAL" clId="{6E1D5EB8-13F6-40DF-B512-351F8F358EAF}" dt="2026-03-11T20:48:42.898" v="27" actId="700"/>
          <pc:sldLayoutMkLst>
            <pc:docMk/>
            <pc:sldMasterMk cId="3235924352" sldId="2147483660"/>
            <pc:sldLayoutMk cId="1035141377" sldId="2147483661"/>
          </pc:sldLayoutMkLst>
        </pc:sldLayoutChg>
        <pc:sldLayoutChg chg="del">
          <pc:chgData name="Carey Garback" userId="dc25ffa4-de89-4779-8381-34524c87e417" providerId="ADAL" clId="{6E1D5EB8-13F6-40DF-B512-351F8F358EAF}" dt="2026-03-11T20:48:42.898" v="27" actId="700"/>
          <pc:sldLayoutMkLst>
            <pc:docMk/>
            <pc:sldMasterMk cId="3235924352" sldId="2147483660"/>
            <pc:sldLayoutMk cId="4027653642" sldId="2147483662"/>
          </pc:sldLayoutMkLst>
        </pc:sldLayoutChg>
      </pc:sldMasterChg>
      <pc:sldMasterChg chg="del delSldLayout">
        <pc:chgData name="Carey Garback" userId="dc25ffa4-de89-4779-8381-34524c87e417" providerId="ADAL" clId="{6E1D5EB8-13F6-40DF-B512-351F8F358EAF}" dt="2026-03-11T20:49:21.684" v="28" actId="700"/>
        <pc:sldMasterMkLst>
          <pc:docMk/>
          <pc:sldMasterMk cId="923368649" sldId="2147483666"/>
        </pc:sldMasterMkLst>
        <pc:sldLayoutChg chg="del">
          <pc:chgData name="Carey Garback" userId="dc25ffa4-de89-4779-8381-34524c87e417" providerId="ADAL" clId="{6E1D5EB8-13F6-40DF-B512-351F8F358EAF}" dt="2026-03-11T20:49:21.684" v="28" actId="700"/>
          <pc:sldLayoutMkLst>
            <pc:docMk/>
            <pc:sldMasterMk cId="923368649" sldId="2147483666"/>
            <pc:sldLayoutMk cId="1141453576" sldId="2147483667"/>
          </pc:sldLayoutMkLst>
        </pc:sldLayoutChg>
        <pc:sldLayoutChg chg="del">
          <pc:chgData name="Carey Garback" userId="dc25ffa4-de89-4779-8381-34524c87e417" providerId="ADAL" clId="{6E1D5EB8-13F6-40DF-B512-351F8F358EAF}" dt="2026-03-11T20:49:21.684" v="28" actId="700"/>
          <pc:sldLayoutMkLst>
            <pc:docMk/>
            <pc:sldMasterMk cId="923368649" sldId="2147483666"/>
            <pc:sldLayoutMk cId="1456915426" sldId="2147483668"/>
          </pc:sldLayoutMkLst>
        </pc:sldLayoutChg>
        <pc:sldLayoutChg chg="del">
          <pc:chgData name="Carey Garback" userId="dc25ffa4-de89-4779-8381-34524c87e417" providerId="ADAL" clId="{6E1D5EB8-13F6-40DF-B512-351F8F358EAF}" dt="2026-03-11T20:49:21.684" v="28" actId="700"/>
          <pc:sldLayoutMkLst>
            <pc:docMk/>
            <pc:sldMasterMk cId="923368649" sldId="2147483666"/>
            <pc:sldLayoutMk cId="2183310103" sldId="2147483669"/>
          </pc:sldLayoutMkLst>
        </pc:sldLayoutChg>
      </pc:sldMasterChg>
      <pc:sldMasterChg chg="del delSldLayout">
        <pc:chgData name="Carey Garback" userId="dc25ffa4-de89-4779-8381-34524c87e417" providerId="ADAL" clId="{6E1D5EB8-13F6-40DF-B512-351F8F358EAF}" dt="2026-03-11T20:57:21.127" v="111" actId="700"/>
        <pc:sldMasterMkLst>
          <pc:docMk/>
          <pc:sldMasterMk cId="1401809999" sldId="2147483679"/>
        </pc:sldMasterMkLst>
        <pc:sldLayoutChg chg="del">
          <pc:chgData name="Carey Garback" userId="dc25ffa4-de89-4779-8381-34524c87e417" providerId="ADAL" clId="{6E1D5EB8-13F6-40DF-B512-351F8F358EAF}" dt="2026-03-11T20:57:21.127" v="111" actId="700"/>
          <pc:sldLayoutMkLst>
            <pc:docMk/>
            <pc:sldMasterMk cId="1401809999" sldId="2147483679"/>
            <pc:sldLayoutMk cId="2909978897" sldId="2147483680"/>
          </pc:sldLayoutMkLst>
        </pc:sldLayoutChg>
        <pc:sldLayoutChg chg="del">
          <pc:chgData name="Carey Garback" userId="dc25ffa4-de89-4779-8381-34524c87e417" providerId="ADAL" clId="{6E1D5EB8-13F6-40DF-B512-351F8F358EAF}" dt="2026-03-11T20:57:21.127" v="111" actId="700"/>
          <pc:sldLayoutMkLst>
            <pc:docMk/>
            <pc:sldMasterMk cId="1401809999" sldId="2147483679"/>
            <pc:sldLayoutMk cId="2915061967" sldId="2147483681"/>
          </pc:sldLayoutMkLst>
        </pc:sldLayoutChg>
        <pc:sldLayoutChg chg="del">
          <pc:chgData name="Carey Garback" userId="dc25ffa4-de89-4779-8381-34524c87e417" providerId="ADAL" clId="{6E1D5EB8-13F6-40DF-B512-351F8F358EAF}" dt="2026-03-11T20:57:21.127" v="111" actId="700"/>
          <pc:sldLayoutMkLst>
            <pc:docMk/>
            <pc:sldMasterMk cId="1401809999" sldId="2147483679"/>
            <pc:sldLayoutMk cId="1914343070" sldId="2147483682"/>
          </pc:sldLayoutMkLst>
        </pc:sldLayoutChg>
        <pc:sldLayoutChg chg="del">
          <pc:chgData name="Carey Garback" userId="dc25ffa4-de89-4779-8381-34524c87e417" providerId="ADAL" clId="{6E1D5EB8-13F6-40DF-B512-351F8F358EAF}" dt="2026-03-11T20:57:21.127" v="111" actId="700"/>
          <pc:sldLayoutMkLst>
            <pc:docMk/>
            <pc:sldMasterMk cId="1401809999" sldId="2147483679"/>
            <pc:sldLayoutMk cId="365608168" sldId="2147483683"/>
          </pc:sldLayoutMkLst>
        </pc:sldLayoutChg>
      </pc:sldMasterChg>
      <pc:sldMasterChg chg="del delSldLayout">
        <pc:chgData name="Carey Garback" userId="dc25ffa4-de89-4779-8381-34524c87e417" providerId="ADAL" clId="{6E1D5EB8-13F6-40DF-B512-351F8F358EAF}" dt="2026-03-11T20:57:21.127" v="111" actId="700"/>
        <pc:sldMasterMkLst>
          <pc:docMk/>
          <pc:sldMasterMk cId="917995300" sldId="2147483685"/>
        </pc:sldMasterMkLst>
        <pc:sldLayoutChg chg="del">
          <pc:chgData name="Carey Garback" userId="dc25ffa4-de89-4779-8381-34524c87e417" providerId="ADAL" clId="{6E1D5EB8-13F6-40DF-B512-351F8F358EAF}" dt="2026-03-11T20:57:21.127" v="111" actId="700"/>
          <pc:sldLayoutMkLst>
            <pc:docMk/>
            <pc:sldMasterMk cId="917995300" sldId="2147483685"/>
            <pc:sldLayoutMk cId="1257960484" sldId="2147483686"/>
          </pc:sldLayoutMkLst>
        </pc:sldLayoutChg>
        <pc:sldLayoutChg chg="del">
          <pc:chgData name="Carey Garback" userId="dc25ffa4-de89-4779-8381-34524c87e417" providerId="ADAL" clId="{6E1D5EB8-13F6-40DF-B512-351F8F358EAF}" dt="2026-03-11T20:57:21.127" v="111" actId="700"/>
          <pc:sldLayoutMkLst>
            <pc:docMk/>
            <pc:sldMasterMk cId="917995300" sldId="2147483685"/>
            <pc:sldLayoutMk cId="738163252" sldId="2147483687"/>
          </pc:sldLayoutMkLst>
        </pc:sldLayoutChg>
        <pc:sldLayoutChg chg="del">
          <pc:chgData name="Carey Garback" userId="dc25ffa4-de89-4779-8381-34524c87e417" providerId="ADAL" clId="{6E1D5EB8-13F6-40DF-B512-351F8F358EAF}" dt="2026-03-11T20:57:21.127" v="111" actId="700"/>
          <pc:sldLayoutMkLst>
            <pc:docMk/>
            <pc:sldMasterMk cId="917995300" sldId="2147483685"/>
            <pc:sldLayoutMk cId="3981737369" sldId="2147483688"/>
          </pc:sldLayoutMkLst>
        </pc:sldLayoutChg>
        <pc:sldLayoutChg chg="del">
          <pc:chgData name="Carey Garback" userId="dc25ffa4-de89-4779-8381-34524c87e417" providerId="ADAL" clId="{6E1D5EB8-13F6-40DF-B512-351F8F358EAF}" dt="2026-03-11T20:57:21.127" v="111" actId="700"/>
          <pc:sldLayoutMkLst>
            <pc:docMk/>
            <pc:sldMasterMk cId="917995300" sldId="2147483685"/>
            <pc:sldLayoutMk cId="1236164671" sldId="2147483689"/>
          </pc:sldLayoutMkLst>
        </pc:sldLayoutChg>
      </pc:sldMasterChg>
      <pc:sldMasterChg chg="del delSldLayout">
        <pc:chgData name="Carey Garback" userId="dc25ffa4-de89-4779-8381-34524c87e417" providerId="ADAL" clId="{6E1D5EB8-13F6-40DF-B512-351F8F358EAF}" dt="2026-03-11T20:57:21.127" v="111" actId="700"/>
        <pc:sldMasterMkLst>
          <pc:docMk/>
          <pc:sldMasterMk cId="4040483893" sldId="2147483691"/>
        </pc:sldMasterMkLst>
        <pc:sldLayoutChg chg="del">
          <pc:chgData name="Carey Garback" userId="dc25ffa4-de89-4779-8381-34524c87e417" providerId="ADAL" clId="{6E1D5EB8-13F6-40DF-B512-351F8F358EAF}" dt="2026-03-11T20:57:21.127" v="111" actId="700"/>
          <pc:sldLayoutMkLst>
            <pc:docMk/>
            <pc:sldMasterMk cId="4040483893" sldId="2147483691"/>
            <pc:sldLayoutMk cId="62507525" sldId="2147483692"/>
          </pc:sldLayoutMkLst>
        </pc:sldLayoutChg>
        <pc:sldLayoutChg chg="del">
          <pc:chgData name="Carey Garback" userId="dc25ffa4-de89-4779-8381-34524c87e417" providerId="ADAL" clId="{6E1D5EB8-13F6-40DF-B512-351F8F358EAF}" dt="2026-03-11T20:57:21.127" v="111" actId="700"/>
          <pc:sldLayoutMkLst>
            <pc:docMk/>
            <pc:sldMasterMk cId="4040483893" sldId="2147483691"/>
            <pc:sldLayoutMk cId="3087094166" sldId="2147483693"/>
          </pc:sldLayoutMkLst>
        </pc:sldLayoutChg>
        <pc:sldLayoutChg chg="del">
          <pc:chgData name="Carey Garback" userId="dc25ffa4-de89-4779-8381-34524c87e417" providerId="ADAL" clId="{6E1D5EB8-13F6-40DF-B512-351F8F358EAF}" dt="2026-03-11T20:57:21.127" v="111" actId="700"/>
          <pc:sldLayoutMkLst>
            <pc:docMk/>
            <pc:sldMasterMk cId="4040483893" sldId="2147483691"/>
            <pc:sldLayoutMk cId="500174963" sldId="2147483695"/>
          </pc:sldLayoutMkLst>
        </pc:sldLayoutChg>
      </pc:sldMasterChg>
      <pc:sldMasterChg chg="del delSldLayout">
        <pc:chgData name="Carey Garback" userId="dc25ffa4-de89-4779-8381-34524c87e417" providerId="ADAL" clId="{6E1D5EB8-13F6-40DF-B512-351F8F358EAF}" dt="2026-03-11T20:57:21.127" v="111" actId="700"/>
        <pc:sldMasterMkLst>
          <pc:docMk/>
          <pc:sldMasterMk cId="833956046" sldId="2147483697"/>
        </pc:sldMasterMkLst>
        <pc:sldLayoutChg chg="del">
          <pc:chgData name="Carey Garback" userId="dc25ffa4-de89-4779-8381-34524c87e417" providerId="ADAL" clId="{6E1D5EB8-13F6-40DF-B512-351F8F358EAF}" dt="2026-03-11T20:57:21.127" v="111" actId="700"/>
          <pc:sldLayoutMkLst>
            <pc:docMk/>
            <pc:sldMasterMk cId="833956046" sldId="2147483697"/>
            <pc:sldLayoutMk cId="3345404786" sldId="2147483698"/>
          </pc:sldLayoutMkLst>
        </pc:sldLayoutChg>
        <pc:sldLayoutChg chg="del">
          <pc:chgData name="Carey Garback" userId="dc25ffa4-de89-4779-8381-34524c87e417" providerId="ADAL" clId="{6E1D5EB8-13F6-40DF-B512-351F8F358EAF}" dt="2026-03-11T20:57:21.127" v="111" actId="700"/>
          <pc:sldLayoutMkLst>
            <pc:docMk/>
            <pc:sldMasterMk cId="833956046" sldId="2147483697"/>
            <pc:sldLayoutMk cId="3048282712" sldId="2147483699"/>
          </pc:sldLayoutMkLst>
        </pc:sldLayoutChg>
        <pc:sldLayoutChg chg="del">
          <pc:chgData name="Carey Garback" userId="dc25ffa4-de89-4779-8381-34524c87e417" providerId="ADAL" clId="{6E1D5EB8-13F6-40DF-B512-351F8F358EAF}" dt="2026-03-11T20:57:21.127" v="111" actId="700"/>
          <pc:sldLayoutMkLst>
            <pc:docMk/>
            <pc:sldMasterMk cId="833956046" sldId="2147483697"/>
            <pc:sldLayoutMk cId="3843714748" sldId="2147483701"/>
          </pc:sldLayoutMkLst>
        </pc:sldLayoutChg>
      </pc:sldMasterChg>
      <pc:sldMasterChg chg="new mod addSldLayout">
        <pc:chgData name="Carey Garback" userId="dc25ffa4-de89-4779-8381-34524c87e417" providerId="ADAL" clId="{6E1D5EB8-13F6-40DF-B512-351F8F358EAF}" dt="2026-03-11T20:45:54.864" v="0" actId="6938"/>
        <pc:sldMasterMkLst>
          <pc:docMk/>
          <pc:sldMasterMk cId="3768917275" sldId="2147483702"/>
        </pc:sldMasterMkLst>
        <pc:sldLayoutChg chg="new replId">
          <pc:chgData name="Carey Garback" userId="dc25ffa4-de89-4779-8381-34524c87e417" providerId="ADAL" clId="{6E1D5EB8-13F6-40DF-B512-351F8F358EAF}" dt="2026-03-11T20:45:54.864" v="0" actId="6938"/>
          <pc:sldLayoutMkLst>
            <pc:docMk/>
            <pc:sldMasterMk cId="3768917275" sldId="2147483702"/>
            <pc:sldLayoutMk cId="4122042031" sldId="2147483703"/>
          </pc:sldLayoutMkLst>
        </pc:sldLayoutChg>
        <pc:sldLayoutChg chg="new replId">
          <pc:chgData name="Carey Garback" userId="dc25ffa4-de89-4779-8381-34524c87e417" providerId="ADAL" clId="{6E1D5EB8-13F6-40DF-B512-351F8F358EAF}" dt="2026-03-11T20:45:54.864" v="0" actId="6938"/>
          <pc:sldLayoutMkLst>
            <pc:docMk/>
            <pc:sldMasterMk cId="3768917275" sldId="2147483702"/>
            <pc:sldLayoutMk cId="1619336987" sldId="2147483704"/>
          </pc:sldLayoutMkLst>
        </pc:sldLayoutChg>
        <pc:sldLayoutChg chg="new replId">
          <pc:chgData name="Carey Garback" userId="dc25ffa4-de89-4779-8381-34524c87e417" providerId="ADAL" clId="{6E1D5EB8-13F6-40DF-B512-351F8F358EAF}" dt="2026-03-11T20:45:54.864" v="0" actId="6938"/>
          <pc:sldLayoutMkLst>
            <pc:docMk/>
            <pc:sldMasterMk cId="3768917275" sldId="2147483702"/>
            <pc:sldLayoutMk cId="2999859724" sldId="2147483705"/>
          </pc:sldLayoutMkLst>
        </pc:sldLayoutChg>
        <pc:sldLayoutChg chg="new replId">
          <pc:chgData name="Carey Garback" userId="dc25ffa4-de89-4779-8381-34524c87e417" providerId="ADAL" clId="{6E1D5EB8-13F6-40DF-B512-351F8F358EAF}" dt="2026-03-11T20:45:54.864" v="0" actId="6938"/>
          <pc:sldLayoutMkLst>
            <pc:docMk/>
            <pc:sldMasterMk cId="3768917275" sldId="2147483702"/>
            <pc:sldLayoutMk cId="1046803670" sldId="2147483706"/>
          </pc:sldLayoutMkLst>
        </pc:sldLayoutChg>
        <pc:sldLayoutChg chg="new replId">
          <pc:chgData name="Carey Garback" userId="dc25ffa4-de89-4779-8381-34524c87e417" providerId="ADAL" clId="{6E1D5EB8-13F6-40DF-B512-351F8F358EAF}" dt="2026-03-11T20:45:54.864" v="0" actId="6938"/>
          <pc:sldLayoutMkLst>
            <pc:docMk/>
            <pc:sldMasterMk cId="3768917275" sldId="2147483702"/>
            <pc:sldLayoutMk cId="3127527939" sldId="2147483707"/>
          </pc:sldLayoutMkLst>
        </pc:sldLayoutChg>
        <pc:sldLayoutChg chg="new replId">
          <pc:chgData name="Carey Garback" userId="dc25ffa4-de89-4779-8381-34524c87e417" providerId="ADAL" clId="{6E1D5EB8-13F6-40DF-B512-351F8F358EAF}" dt="2026-03-11T20:45:54.864" v="0" actId="6938"/>
          <pc:sldLayoutMkLst>
            <pc:docMk/>
            <pc:sldMasterMk cId="3768917275" sldId="2147483702"/>
            <pc:sldLayoutMk cId="1568196630" sldId="2147483708"/>
          </pc:sldLayoutMkLst>
        </pc:sldLayoutChg>
        <pc:sldLayoutChg chg="new replId">
          <pc:chgData name="Carey Garback" userId="dc25ffa4-de89-4779-8381-34524c87e417" providerId="ADAL" clId="{6E1D5EB8-13F6-40DF-B512-351F8F358EAF}" dt="2026-03-11T20:45:54.864" v="0" actId="6938"/>
          <pc:sldLayoutMkLst>
            <pc:docMk/>
            <pc:sldMasterMk cId="3768917275" sldId="2147483702"/>
            <pc:sldLayoutMk cId="3138423179" sldId="2147483709"/>
          </pc:sldLayoutMkLst>
        </pc:sldLayoutChg>
        <pc:sldLayoutChg chg="new replId">
          <pc:chgData name="Carey Garback" userId="dc25ffa4-de89-4779-8381-34524c87e417" providerId="ADAL" clId="{6E1D5EB8-13F6-40DF-B512-351F8F358EAF}" dt="2026-03-11T20:45:54.864" v="0" actId="6938"/>
          <pc:sldLayoutMkLst>
            <pc:docMk/>
            <pc:sldMasterMk cId="3768917275" sldId="2147483702"/>
            <pc:sldLayoutMk cId="3639641599" sldId="2147483710"/>
          </pc:sldLayoutMkLst>
        </pc:sldLayoutChg>
        <pc:sldLayoutChg chg="new replId">
          <pc:chgData name="Carey Garback" userId="dc25ffa4-de89-4779-8381-34524c87e417" providerId="ADAL" clId="{6E1D5EB8-13F6-40DF-B512-351F8F358EAF}" dt="2026-03-11T20:45:54.864" v="0" actId="6938"/>
          <pc:sldLayoutMkLst>
            <pc:docMk/>
            <pc:sldMasterMk cId="3768917275" sldId="2147483702"/>
            <pc:sldLayoutMk cId="727792376" sldId="2147483711"/>
          </pc:sldLayoutMkLst>
        </pc:sldLayoutChg>
        <pc:sldLayoutChg chg="new replId">
          <pc:chgData name="Carey Garback" userId="dc25ffa4-de89-4779-8381-34524c87e417" providerId="ADAL" clId="{6E1D5EB8-13F6-40DF-B512-351F8F358EAF}" dt="2026-03-11T20:45:54.864" v="0" actId="6938"/>
          <pc:sldLayoutMkLst>
            <pc:docMk/>
            <pc:sldMasterMk cId="3768917275" sldId="2147483702"/>
            <pc:sldLayoutMk cId="1611994235" sldId="2147483712"/>
          </pc:sldLayoutMkLst>
        </pc:sldLayoutChg>
        <pc:sldLayoutChg chg="new replId">
          <pc:chgData name="Carey Garback" userId="dc25ffa4-de89-4779-8381-34524c87e417" providerId="ADAL" clId="{6E1D5EB8-13F6-40DF-B512-351F8F358EAF}" dt="2026-03-11T20:45:54.864" v="0" actId="6938"/>
          <pc:sldLayoutMkLst>
            <pc:docMk/>
            <pc:sldMasterMk cId="3768917275" sldId="2147483702"/>
            <pc:sldLayoutMk cId="2774246442" sldId="2147483713"/>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FC2648E-2733-4EC8-BEDA-1577DE2D3D01}" type="datetimeFigureOut">
              <a:rPr lang="en-US" smtClean="0"/>
              <a:t>4/29/2026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2CA796C-48E4-4AB2-BF9A-20773E9CD213}" type="slidenum">
              <a:rPr lang="en-US" smtClean="0"/>
              <a:t>‹#›</a:t>
            </a:fld>
            <a:endParaRPr lang="en-US"/>
          </a:p>
        </p:txBody>
      </p:sp>
    </p:spTree>
    <p:extLst>
      <p:ext uri="{BB962C8B-B14F-4D97-AF65-F5344CB8AC3E}">
        <p14:creationId xmlns:p14="http://schemas.microsoft.com/office/powerpoint/2010/main" val="4100432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6CA380C-F67F-EFBA-3B70-375AF924BF22}"/>
              </a:ext>
            </a:extLst>
          </p:cNvPr>
          <p:cNvSpPr>
            <a:spLocks noGrp="1"/>
          </p:cNvSpPr>
          <p:nvPr>
            <p:ph type="dt" sz="half" idx="10"/>
          </p:nvPr>
        </p:nvSpPr>
        <p:spPr/>
        <p:txBody>
          <a:bodyPr/>
          <a:lstStyle/>
          <a:p>
            <a:fld id="{8CF61943-3342-4554-8403-118C8C1529D5}" type="datetimeFigureOut">
              <a:rPr lang="en-US" smtClean="0"/>
              <a:t>4/29/2026</a:t>
            </a:fld>
            <a:endParaRPr lang="en-US"/>
          </a:p>
        </p:txBody>
      </p:sp>
      <p:sp>
        <p:nvSpPr>
          <p:cNvPr id="3" name="Footer Placeholder 2">
            <a:extLst>
              <a:ext uri="{FF2B5EF4-FFF2-40B4-BE49-F238E27FC236}">
                <a16:creationId xmlns:a16="http://schemas.microsoft.com/office/drawing/2014/main" id="{1D4AFDB8-8FC5-F48F-B4AE-DA7846B5D4F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A92BEB7-8480-87E5-785A-0C311E8BB8F7}"/>
              </a:ext>
            </a:extLst>
          </p:cNvPr>
          <p:cNvSpPr>
            <a:spLocks noGrp="1"/>
          </p:cNvSpPr>
          <p:nvPr>
            <p:ph type="sldNum" sz="quarter" idx="12"/>
          </p:nvPr>
        </p:nvSpPr>
        <p:spPr/>
        <p:txBody>
          <a:bodyPr/>
          <a:lstStyle/>
          <a:p>
            <a:fld id="{C1D4C522-3418-4017-B3CC-40AB942034BC}" type="slidenum">
              <a:rPr lang="en-US" smtClean="0"/>
              <a:t>‹#›</a:t>
            </a:fld>
            <a:endParaRPr lang="en-US"/>
          </a:p>
        </p:txBody>
      </p:sp>
    </p:spTree>
    <p:extLst>
      <p:ext uri="{BB962C8B-B14F-4D97-AF65-F5344CB8AC3E}">
        <p14:creationId xmlns:p14="http://schemas.microsoft.com/office/powerpoint/2010/main" val="31384231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Blank Slide">
    <p:spTree>
      <p:nvGrpSpPr>
        <p:cNvPr id="1" name=""/>
        <p:cNvGrpSpPr/>
        <p:nvPr/>
      </p:nvGrpSpPr>
      <p:grpSpPr>
        <a:xfrm>
          <a:off x="0" y="0"/>
          <a:ext cx="0" cy="0"/>
          <a:chOff x="0" y="0"/>
          <a:chExt cx="0" cy="0"/>
        </a:xfrm>
      </p:grpSpPr>
      <p:sp>
        <p:nvSpPr>
          <p:cNvPr id="6" name="テキスト プレースホルダー 5"/>
          <p:cNvSpPr>
            <a:spLocks noGrp="1"/>
          </p:cNvSpPr>
          <p:nvPr>
            <p:ph type="body" sz="quarter" idx="10" hasCustomPrompt="1"/>
          </p:nvPr>
        </p:nvSpPr>
        <p:spPr>
          <a:xfrm>
            <a:off x="263524" y="208032"/>
            <a:ext cx="11664951" cy="563524"/>
          </a:xfrm>
          <a:prstGeom prst="rect">
            <a:avLst/>
          </a:prstGeom>
        </p:spPr>
        <p:txBody>
          <a:bodyPr/>
          <a:lstStyle>
            <a:lvl1pPr marL="0" indent="0">
              <a:buNone/>
              <a:defRPr sz="2800" b="1">
                <a:latin typeface="+mj-lt"/>
              </a:defRPr>
            </a:lvl1pPr>
          </a:lstStyle>
          <a:p>
            <a:pPr lvl="0"/>
            <a:r>
              <a:rPr kumimoji="1" lang="en-US" altLang="ja-JP" dirty="0"/>
              <a:t>Title, Verdana Bold 28pt</a:t>
            </a:r>
            <a:endParaRPr kumimoji="1" lang="ja-JP" altLang="en-US" dirty="0"/>
          </a:p>
        </p:txBody>
      </p:sp>
      <p:sp>
        <p:nvSpPr>
          <p:cNvPr id="8" name="テキスト プレースホルダー 7"/>
          <p:cNvSpPr>
            <a:spLocks noGrp="1"/>
          </p:cNvSpPr>
          <p:nvPr>
            <p:ph type="body" sz="quarter" idx="11" hasCustomPrompt="1"/>
          </p:nvPr>
        </p:nvSpPr>
        <p:spPr>
          <a:xfrm>
            <a:off x="270415" y="976343"/>
            <a:ext cx="11658059" cy="446057"/>
          </a:xfrm>
          <a:prstGeom prst="rect">
            <a:avLst/>
          </a:prstGeom>
        </p:spPr>
        <p:txBody>
          <a:bodyPr/>
          <a:lstStyle>
            <a:lvl1pPr marL="228600" indent="-228600">
              <a:buFont typeface="Wingdings" panose="05000000000000000000" pitchFamily="2" charset="2"/>
              <a:buChar char="n"/>
              <a:defRPr sz="2400" baseline="0">
                <a:latin typeface="+mn-lt"/>
              </a:defRPr>
            </a:lvl1pPr>
          </a:lstStyle>
          <a:p>
            <a:pPr lvl="0"/>
            <a:r>
              <a:rPr kumimoji="1" lang="en-US" altLang="ja-JP" dirty="0"/>
              <a:t>Body Title, Verdana 24pt</a:t>
            </a:r>
            <a:endParaRPr kumimoji="1" lang="ja-JP" altLang="en-US" dirty="0"/>
          </a:p>
        </p:txBody>
      </p:sp>
      <p:sp>
        <p:nvSpPr>
          <p:cNvPr id="9" name="テキスト プレースホルダー 7"/>
          <p:cNvSpPr>
            <a:spLocks noGrp="1"/>
          </p:cNvSpPr>
          <p:nvPr>
            <p:ph type="body" sz="quarter" idx="12" hasCustomPrompt="1"/>
          </p:nvPr>
        </p:nvSpPr>
        <p:spPr>
          <a:xfrm>
            <a:off x="270415" y="1422400"/>
            <a:ext cx="11658059" cy="4622800"/>
          </a:xfrm>
          <a:prstGeom prst="rect">
            <a:avLst/>
          </a:prstGeom>
        </p:spPr>
        <p:txBody>
          <a:bodyPr/>
          <a:lstStyle>
            <a:lvl1pPr marL="0" indent="0">
              <a:buFontTx/>
              <a:buNone/>
              <a:defRPr sz="1800" baseline="0">
                <a:latin typeface="+mn-lt"/>
              </a:defRPr>
            </a:lvl1pPr>
          </a:lstStyle>
          <a:p>
            <a:pPr lvl="0"/>
            <a:r>
              <a:rPr kumimoji="1" lang="en-US" altLang="ja-JP" dirty="0"/>
              <a:t>Body Text, Verdana 18pt</a:t>
            </a:r>
            <a:endParaRPr kumimoji="1" lang="ja-JP" altLang="en-US" dirty="0"/>
          </a:p>
        </p:txBody>
      </p:sp>
    </p:spTree>
    <p:extLst>
      <p:ext uri="{BB962C8B-B14F-4D97-AF65-F5344CB8AC3E}">
        <p14:creationId xmlns:p14="http://schemas.microsoft.com/office/powerpoint/2010/main" val="12252360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orient="horz" pos="119">
          <p15:clr>
            <a:srgbClr val="FBAE40"/>
          </p15:clr>
        </p15:guide>
        <p15:guide id="5" orient="horz" pos="618">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D95542D-E5F5-D09D-EEA0-06051D45B2D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412CF76-9965-422C-D7AA-934E02A1E3A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AC11D16-F5A9-231C-545E-6906C5F1DED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CF61943-3342-4554-8403-118C8C1529D5}" type="datetimeFigureOut">
              <a:rPr lang="en-US" smtClean="0"/>
              <a:t>4/29/2026</a:t>
            </a:fld>
            <a:endParaRPr lang="en-US"/>
          </a:p>
        </p:txBody>
      </p:sp>
      <p:sp>
        <p:nvSpPr>
          <p:cNvPr id="5" name="Footer Placeholder 4">
            <a:extLst>
              <a:ext uri="{FF2B5EF4-FFF2-40B4-BE49-F238E27FC236}">
                <a16:creationId xmlns:a16="http://schemas.microsoft.com/office/drawing/2014/main" id="{BBD8B990-6EF6-E39E-EF31-38B044D069A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5B0DDA7-C73D-4678-0FED-6404D4AF2D4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1D4C522-3418-4017-B3CC-40AB942034BC}" type="slidenum">
              <a:rPr lang="en-US" smtClean="0"/>
              <a:t>‹#›</a:t>
            </a:fld>
            <a:endParaRPr lang="en-US"/>
          </a:p>
        </p:txBody>
      </p:sp>
    </p:spTree>
    <p:extLst>
      <p:ext uri="{BB962C8B-B14F-4D97-AF65-F5344CB8AC3E}">
        <p14:creationId xmlns:p14="http://schemas.microsoft.com/office/powerpoint/2010/main" val="3768917275"/>
      </p:ext>
    </p:extLst>
  </p:cSld>
  <p:clrMap bg1="lt1" tx1="dk1" bg2="lt2" tx2="dk2" accent1="accent1" accent2="accent2" accent3="accent3" accent4="accent4" accent5="accent5" accent6="accent6" hlink="hlink" folHlink="folHlink"/>
  <p:sldLayoutIdLst>
    <p:sldLayoutId id="2147483709" r:id="rId1"/>
    <p:sldLayoutId id="2147483710"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hyperlink" Target="https://www.linkedin.com/in/nealprobert" TargetMode="External"/><Relationship Id="rId2" Type="http://schemas.openxmlformats.org/officeDocument/2006/relationships/hyperlink" Target="mailto:neal.probert@nissan-usa.com" TargetMode="External"/><Relationship Id="rId1" Type="http://schemas.openxmlformats.org/officeDocument/2006/relationships/slideLayout" Target="../slideLayouts/slideLayout2.xml"/><Relationship Id="rId4" Type="http://schemas.openxmlformats.org/officeDocument/2006/relationships/image" Target="../media/image1.jpeg"/></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Layout" Target="../slideLayouts/slideLayout1.xml"/><Relationship Id="rId1" Type="http://schemas.openxmlformats.org/officeDocument/2006/relationships/tags" Target="../tags/tag2.xml"/><Relationship Id="rId5" Type="http://schemas.openxmlformats.org/officeDocument/2006/relationships/image" Target="../media/image4.jpeg"/><Relationship Id="rId4" Type="http://schemas.openxmlformats.org/officeDocument/2006/relationships/image" Target="../media/image3.jpeg"/></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slideLayout" Target="../slideLayouts/slideLayout1.xml"/><Relationship Id="rId1" Type="http://schemas.openxmlformats.org/officeDocument/2006/relationships/tags" Target="../tags/tag3.xml"/></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Layout" Target="../slideLayouts/slideLayout1.xml"/><Relationship Id="rId1" Type="http://schemas.openxmlformats.org/officeDocument/2006/relationships/tags" Target="../tags/tag4.xml"/><Relationship Id="rId5" Type="http://schemas.openxmlformats.org/officeDocument/2006/relationships/image" Target="../media/image8.jpeg"/><Relationship Id="rId4" Type="http://schemas.openxmlformats.org/officeDocument/2006/relationships/image" Target="../media/image7.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68CC41A-92DC-4526-9165-E4D3020A5F9A}"/>
              </a:ext>
            </a:extLst>
          </p:cNvPr>
          <p:cNvSpPr>
            <a:spLocks noGrp="1"/>
          </p:cNvSpPr>
          <p:nvPr>
            <p:ph type="body" sz="quarter" idx="10"/>
          </p:nvPr>
        </p:nvSpPr>
        <p:spPr/>
        <p:txBody>
          <a:bodyPr/>
          <a:lstStyle/>
          <a:p>
            <a:r>
              <a:rPr lang="en-US" dirty="0"/>
              <a:t>Auto-ISAC ACT Advanced Wireless Lab - 2026</a:t>
            </a:r>
          </a:p>
        </p:txBody>
      </p:sp>
      <p:sp>
        <p:nvSpPr>
          <p:cNvPr id="4" name="Text Placeholder 3">
            <a:extLst>
              <a:ext uri="{FF2B5EF4-FFF2-40B4-BE49-F238E27FC236}">
                <a16:creationId xmlns:a16="http://schemas.microsoft.com/office/drawing/2014/main" id="{37CF222F-449F-AEF7-61FD-D75CFCD9EC5D}"/>
              </a:ext>
            </a:extLst>
          </p:cNvPr>
          <p:cNvSpPr>
            <a:spLocks noGrp="1"/>
          </p:cNvSpPr>
          <p:nvPr>
            <p:ph type="body" sz="quarter" idx="12"/>
          </p:nvPr>
        </p:nvSpPr>
        <p:spPr>
          <a:xfrm>
            <a:off x="270415" y="717259"/>
            <a:ext cx="11658059" cy="5327941"/>
          </a:xfrm>
        </p:spPr>
        <p:txBody>
          <a:bodyPr>
            <a:normAutofit fontScale="85000" lnSpcReduction="20000"/>
          </a:bodyPr>
          <a:lstStyle/>
          <a:p>
            <a:pPr marL="285750" indent="-285750">
              <a:buFont typeface="Arial" panose="020B0604020202020204" pitchFamily="34" charset="0"/>
              <a:buChar char="•"/>
            </a:pPr>
            <a:r>
              <a:rPr lang="en-US" sz="1600" b="1" dirty="0"/>
              <a:t>FCC ID</a:t>
            </a:r>
          </a:p>
          <a:p>
            <a:pPr marL="285750" indent="-285750">
              <a:buFont typeface="Arial" panose="020B0604020202020204" pitchFamily="34" charset="0"/>
              <a:buChar char="•"/>
            </a:pPr>
            <a:r>
              <a:rPr lang="en-US" sz="1600" b="1" dirty="0"/>
              <a:t>Bluetooth</a:t>
            </a:r>
          </a:p>
          <a:p>
            <a:pPr marL="971550" lvl="1" indent="-285750"/>
            <a:r>
              <a:rPr lang="en-US" sz="1400" dirty="0"/>
              <a:t>Scanning</a:t>
            </a:r>
          </a:p>
          <a:p>
            <a:pPr marL="971550" lvl="1" indent="-285750"/>
            <a:r>
              <a:rPr lang="en-US" sz="1400" dirty="0"/>
              <a:t>Enumerating</a:t>
            </a:r>
          </a:p>
          <a:p>
            <a:pPr marL="971550" lvl="1" indent="-285750"/>
            <a:r>
              <a:rPr lang="en-US" sz="1400" dirty="0"/>
              <a:t>Identifying</a:t>
            </a:r>
          </a:p>
          <a:p>
            <a:pPr marL="971550" lvl="1" indent="-285750"/>
            <a:r>
              <a:rPr lang="en-US" sz="1400" dirty="0"/>
              <a:t>Analyzing</a:t>
            </a:r>
          </a:p>
          <a:p>
            <a:pPr marL="971550" lvl="1" indent="-285750"/>
            <a:r>
              <a:rPr lang="en-US" sz="1400" dirty="0"/>
              <a:t>Pairing</a:t>
            </a:r>
          </a:p>
          <a:p>
            <a:pPr marL="971550" lvl="1" indent="-285750"/>
            <a:r>
              <a:rPr lang="en-US" sz="1400" dirty="0"/>
              <a:t>Data</a:t>
            </a:r>
          </a:p>
          <a:p>
            <a:pPr marL="285750" indent="-285750">
              <a:buFont typeface="Arial" panose="020B0604020202020204" pitchFamily="34" charset="0"/>
              <a:buChar char="•"/>
            </a:pPr>
            <a:r>
              <a:rPr lang="en-US" sz="1600" b="1" dirty="0" err="1"/>
              <a:t>WiFi</a:t>
            </a:r>
            <a:endParaRPr lang="en-US" sz="1600" b="1" dirty="0"/>
          </a:p>
          <a:p>
            <a:pPr marL="971550" lvl="1" indent="-285750"/>
            <a:r>
              <a:rPr lang="en-US" sz="1400" dirty="0"/>
              <a:t>Analyzer</a:t>
            </a:r>
          </a:p>
          <a:p>
            <a:pPr marL="971550" lvl="1" indent="-285750"/>
            <a:r>
              <a:rPr lang="en-US" sz="1400" dirty="0" err="1"/>
              <a:t>WiFite</a:t>
            </a:r>
            <a:endParaRPr lang="en-US" sz="1400" dirty="0"/>
          </a:p>
          <a:p>
            <a:pPr marL="971550" lvl="1" indent="-285750"/>
            <a:r>
              <a:rPr lang="en-US" sz="1400" dirty="0" err="1"/>
              <a:t>HackISAC</a:t>
            </a:r>
            <a:endParaRPr lang="en-US" sz="1400" dirty="0"/>
          </a:p>
          <a:p>
            <a:pPr marL="285750" indent="-285750">
              <a:buFont typeface="Arial" panose="020B0604020202020204" pitchFamily="34" charset="0"/>
              <a:buChar char="•"/>
            </a:pPr>
            <a:r>
              <a:rPr lang="en-US" sz="1600" b="1" dirty="0"/>
              <a:t>NFC</a:t>
            </a:r>
          </a:p>
          <a:p>
            <a:pPr marL="285750" indent="-285750">
              <a:buFont typeface="Arial" panose="020B0604020202020204" pitchFamily="34" charset="0"/>
              <a:buChar char="•"/>
            </a:pPr>
            <a:r>
              <a:rPr lang="en-US" sz="1600" b="1" dirty="0"/>
              <a:t>SDR</a:t>
            </a:r>
          </a:p>
          <a:p>
            <a:pPr marL="971550" lvl="1" indent="-285750"/>
            <a:r>
              <a:rPr lang="en-US" sz="1400" dirty="0"/>
              <a:t>FM Radio</a:t>
            </a:r>
          </a:p>
          <a:p>
            <a:pPr marL="971550" lvl="1" indent="-285750"/>
            <a:r>
              <a:rPr lang="en-US" sz="1400" dirty="0" err="1"/>
              <a:t>Keyfob</a:t>
            </a:r>
            <a:r>
              <a:rPr lang="en-US" sz="1400" dirty="0"/>
              <a:t> record</a:t>
            </a:r>
          </a:p>
          <a:p>
            <a:pPr marL="971550" lvl="1" indent="-285750"/>
            <a:r>
              <a:rPr lang="en-US" sz="1400" dirty="0" err="1"/>
              <a:t>Keyfob</a:t>
            </a:r>
            <a:r>
              <a:rPr lang="en-US" sz="1400" dirty="0"/>
              <a:t> replay</a:t>
            </a:r>
          </a:p>
          <a:p>
            <a:pPr marL="971550" lvl="1" indent="-285750"/>
            <a:r>
              <a:rPr lang="en-US" sz="1400" dirty="0" err="1"/>
              <a:t>Keyfob</a:t>
            </a:r>
            <a:r>
              <a:rPr lang="en-US" sz="1400" dirty="0"/>
              <a:t> decode</a:t>
            </a:r>
          </a:p>
          <a:p>
            <a:pPr marL="285750" indent="-285750">
              <a:buFont typeface="Arial" panose="020B0604020202020204" pitchFamily="34" charset="0"/>
              <a:buChar char="•"/>
            </a:pPr>
            <a:r>
              <a:rPr lang="en-US" sz="1600" b="1" dirty="0"/>
              <a:t>Cellular</a:t>
            </a:r>
          </a:p>
          <a:p>
            <a:pPr marL="285750" indent="-285750">
              <a:buFont typeface="Arial" panose="020B0604020202020204" pitchFamily="34" charset="0"/>
              <a:buChar char="•"/>
            </a:pPr>
            <a:r>
              <a:rPr lang="en-US" sz="1600" b="1" dirty="0"/>
              <a:t>GPS</a:t>
            </a:r>
          </a:p>
          <a:p>
            <a:pPr marL="285750" indent="-285750">
              <a:buFont typeface="Arial" panose="020B0604020202020204" pitchFamily="34" charset="0"/>
              <a:buChar char="•"/>
            </a:pPr>
            <a:r>
              <a:rPr lang="en-US" sz="1600" b="1" dirty="0" err="1"/>
              <a:t>Headunit</a:t>
            </a:r>
            <a:endParaRPr lang="en-US" sz="1600" b="1" dirty="0"/>
          </a:p>
          <a:p>
            <a:pPr marL="285750" indent="-285750">
              <a:buFont typeface="Arial" panose="020B0604020202020204" pitchFamily="34" charset="0"/>
              <a:buChar char="•"/>
            </a:pPr>
            <a:r>
              <a:rPr lang="en-US" sz="1600" b="1" dirty="0"/>
              <a:t>RDS</a:t>
            </a:r>
          </a:p>
        </p:txBody>
      </p:sp>
    </p:spTree>
    <p:extLst>
      <p:ext uri="{BB962C8B-B14F-4D97-AF65-F5344CB8AC3E}">
        <p14:creationId xmlns:p14="http://schemas.microsoft.com/office/powerpoint/2010/main" val="11949857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F95790-9782-F041-9855-3EA712D1272D}"/>
            </a:ext>
          </a:extLst>
        </p:cNvPr>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A6208E19-D911-EE2C-E87C-EC7983F2A0D9}"/>
              </a:ext>
            </a:extLst>
          </p:cNvPr>
          <p:cNvSpPr>
            <a:spLocks noGrp="1"/>
          </p:cNvSpPr>
          <p:nvPr>
            <p:ph type="body" sz="quarter" idx="10"/>
          </p:nvPr>
        </p:nvSpPr>
        <p:spPr>
          <a:xfrm>
            <a:off x="263525" y="208032"/>
            <a:ext cx="11412538" cy="563524"/>
          </a:xfrm>
        </p:spPr>
        <p:txBody>
          <a:bodyPr/>
          <a:lstStyle/>
          <a:p>
            <a:r>
              <a:rPr lang="en-US" altLang="ja-JP" kern="0" dirty="0">
                <a:solidFill>
                  <a:srgbClr val="000000"/>
                </a:solidFill>
                <a:ea typeface="ＭＳ Ｐゴシック"/>
                <a:cs typeface="+mj-cs"/>
              </a:rPr>
              <a:t>Who am I?</a:t>
            </a:r>
            <a:endParaRPr kumimoji="1" lang="ja-JP" altLang="en-US" dirty="0"/>
          </a:p>
        </p:txBody>
      </p:sp>
      <p:sp>
        <p:nvSpPr>
          <p:cNvPr id="4" name="テキスト プレースホルダー 3">
            <a:extLst>
              <a:ext uri="{FF2B5EF4-FFF2-40B4-BE49-F238E27FC236}">
                <a16:creationId xmlns:a16="http://schemas.microsoft.com/office/drawing/2014/main" id="{85DF450F-0F29-BDCA-0DD0-45BDDAFFE97F}"/>
              </a:ext>
            </a:extLst>
          </p:cNvPr>
          <p:cNvSpPr>
            <a:spLocks noGrp="1"/>
          </p:cNvSpPr>
          <p:nvPr>
            <p:ph type="body" sz="quarter" idx="11"/>
          </p:nvPr>
        </p:nvSpPr>
        <p:spPr>
          <a:xfrm>
            <a:off x="263525" y="877636"/>
            <a:ext cx="11160126" cy="5618167"/>
          </a:xfrm>
        </p:spPr>
        <p:txBody>
          <a:bodyPr/>
          <a:lstStyle/>
          <a:p>
            <a:pPr lvl="0" fontAlgn="base">
              <a:lnSpc>
                <a:spcPct val="100000"/>
              </a:lnSpc>
              <a:spcBef>
                <a:spcPct val="0"/>
              </a:spcBef>
              <a:spcAft>
                <a:spcPct val="0"/>
              </a:spcAft>
              <a:buFont typeface="Wingdings" panose="05000000000000000000" pitchFamily="2" charset="2"/>
              <a:buChar char="§"/>
            </a:pPr>
            <a:r>
              <a:rPr lang="en-US" altLang="ja-JP" sz="2000" dirty="0">
                <a:solidFill>
                  <a:srgbClr val="000000"/>
                </a:solidFill>
                <a:ea typeface="ＭＳ Ｐゴシック" pitchFamily="50" charset="-128"/>
              </a:rPr>
              <a:t>Neal Probert </a:t>
            </a:r>
            <a:r>
              <a:rPr lang="en-US" altLang="ja-JP" sz="2000" dirty="0">
                <a:solidFill>
                  <a:srgbClr val="000000"/>
                </a:solidFill>
                <a:ea typeface="ＭＳ Ｐゴシック" pitchFamily="50" charset="-128"/>
                <a:hlinkClick r:id="rId2"/>
              </a:rPr>
              <a:t>neal.probert@nissan-usa.com</a:t>
            </a:r>
            <a:r>
              <a:rPr lang="en-US" altLang="ja-JP" sz="2000" dirty="0">
                <a:solidFill>
                  <a:srgbClr val="000000"/>
                </a:solidFill>
                <a:ea typeface="ＭＳ Ｐゴシック" pitchFamily="50" charset="-128"/>
              </a:rPr>
              <a:t> </a:t>
            </a:r>
          </a:p>
          <a:p>
            <a:pPr lvl="0" fontAlgn="base">
              <a:lnSpc>
                <a:spcPct val="100000"/>
              </a:lnSpc>
              <a:spcBef>
                <a:spcPct val="0"/>
              </a:spcBef>
              <a:spcAft>
                <a:spcPct val="0"/>
              </a:spcAft>
              <a:buFont typeface="Wingdings" panose="05000000000000000000" pitchFamily="2" charset="2"/>
              <a:buChar char="§"/>
            </a:pPr>
            <a:r>
              <a:rPr lang="en-US" altLang="ja-JP" sz="2000" dirty="0">
                <a:solidFill>
                  <a:srgbClr val="000000"/>
                </a:solidFill>
                <a:ea typeface="ＭＳ Ｐゴシック" pitchFamily="50" charset="-128"/>
              </a:rPr>
              <a:t>NNA VSOC Lead, Senior Cybersecurity Engineer</a:t>
            </a:r>
          </a:p>
          <a:p>
            <a:pPr lvl="0" fontAlgn="base">
              <a:lnSpc>
                <a:spcPct val="100000"/>
              </a:lnSpc>
              <a:spcBef>
                <a:spcPct val="0"/>
              </a:spcBef>
              <a:spcAft>
                <a:spcPct val="0"/>
              </a:spcAft>
              <a:buFont typeface="Wingdings" panose="05000000000000000000" pitchFamily="2" charset="2"/>
              <a:buChar char="§"/>
            </a:pPr>
            <a:r>
              <a:rPr lang="en-US" altLang="ja-JP" sz="2000" dirty="0">
                <a:solidFill>
                  <a:srgbClr val="000000"/>
                </a:solidFill>
                <a:ea typeface="ＭＳ Ｐゴシック" pitchFamily="50" charset="-128"/>
              </a:rPr>
              <a:t>Nissan Technical Center North America (NTCNA)</a:t>
            </a:r>
          </a:p>
          <a:p>
            <a:pPr lvl="0" fontAlgn="base">
              <a:lnSpc>
                <a:spcPct val="100000"/>
              </a:lnSpc>
              <a:spcBef>
                <a:spcPct val="0"/>
              </a:spcBef>
              <a:spcAft>
                <a:spcPct val="0"/>
              </a:spcAft>
              <a:buFont typeface="Wingdings" panose="05000000000000000000" pitchFamily="2" charset="2"/>
              <a:buChar char="§"/>
            </a:pPr>
            <a:r>
              <a:rPr lang="en-US" altLang="ja-JP" sz="2000" dirty="0">
                <a:solidFill>
                  <a:srgbClr val="000000"/>
                </a:solidFill>
                <a:ea typeface="ＭＳ Ｐゴシック" pitchFamily="50" charset="-128"/>
              </a:rPr>
              <a:t>Research &amp; Development, Technical Planning &amp; Research</a:t>
            </a:r>
          </a:p>
          <a:p>
            <a:pPr lvl="0" fontAlgn="base">
              <a:lnSpc>
                <a:spcPct val="100000"/>
              </a:lnSpc>
              <a:spcBef>
                <a:spcPct val="0"/>
              </a:spcBef>
              <a:spcAft>
                <a:spcPct val="0"/>
              </a:spcAft>
              <a:buFont typeface="Wingdings" panose="05000000000000000000" pitchFamily="2" charset="2"/>
              <a:buChar char="§"/>
            </a:pPr>
            <a:r>
              <a:rPr lang="en-US" sz="2000" dirty="0">
                <a:hlinkClick r:id="rId3"/>
              </a:rPr>
              <a:t>Neal Probert - Nissan Technical Center North America | LinkedIn</a:t>
            </a:r>
            <a:endParaRPr lang="en-US" altLang="ja-JP" sz="2000" dirty="0">
              <a:solidFill>
                <a:srgbClr val="000000"/>
              </a:solidFill>
              <a:ea typeface="ＭＳ Ｐゴシック" pitchFamily="50" charset="-128"/>
            </a:endParaRPr>
          </a:p>
          <a:p>
            <a:pPr lvl="0" fontAlgn="base">
              <a:lnSpc>
                <a:spcPct val="100000"/>
              </a:lnSpc>
              <a:spcBef>
                <a:spcPct val="0"/>
              </a:spcBef>
              <a:spcAft>
                <a:spcPct val="0"/>
              </a:spcAft>
              <a:buFont typeface="Wingdings" panose="05000000000000000000" pitchFamily="2" charset="2"/>
              <a:buChar char="§"/>
            </a:pPr>
            <a:endParaRPr lang="en-US" altLang="ja-JP" sz="2000" dirty="0">
              <a:solidFill>
                <a:srgbClr val="000000"/>
              </a:solidFill>
              <a:ea typeface="ＭＳ Ｐゴシック" pitchFamily="50" charset="-128"/>
            </a:endParaRPr>
          </a:p>
          <a:p>
            <a:pPr fontAlgn="base">
              <a:lnSpc>
                <a:spcPct val="100000"/>
              </a:lnSpc>
              <a:spcBef>
                <a:spcPct val="0"/>
              </a:spcBef>
              <a:spcAft>
                <a:spcPct val="0"/>
              </a:spcAft>
            </a:pPr>
            <a:r>
              <a:rPr lang="en-US" altLang="ja-JP" sz="1800" dirty="0">
                <a:solidFill>
                  <a:srgbClr val="000000"/>
                </a:solidFill>
                <a:ea typeface="ＭＳ Ｐゴシック" pitchFamily="50" charset="-128"/>
              </a:rPr>
              <a:t>Auto-ISAC Certified Automotive Security Engineer (CASE)</a:t>
            </a:r>
          </a:p>
          <a:p>
            <a:pPr fontAlgn="base">
              <a:lnSpc>
                <a:spcPct val="100000"/>
              </a:lnSpc>
              <a:spcBef>
                <a:spcPct val="0"/>
              </a:spcBef>
              <a:spcAft>
                <a:spcPct val="0"/>
              </a:spcAft>
            </a:pPr>
            <a:r>
              <a:rPr lang="en-US" altLang="ja-JP" sz="1800" dirty="0">
                <a:solidFill>
                  <a:srgbClr val="000000"/>
                </a:solidFill>
                <a:ea typeface="ＭＳ Ｐゴシック" pitchFamily="50" charset="-128"/>
              </a:rPr>
              <a:t>Auto-ISAC ACT Advanced Wireless Lab instructor</a:t>
            </a:r>
          </a:p>
          <a:p>
            <a:pPr fontAlgn="base">
              <a:lnSpc>
                <a:spcPct val="100000"/>
              </a:lnSpc>
              <a:spcBef>
                <a:spcPct val="0"/>
              </a:spcBef>
              <a:spcAft>
                <a:spcPct val="0"/>
              </a:spcAft>
            </a:pPr>
            <a:r>
              <a:rPr lang="en-US" altLang="ja-JP" sz="1800" dirty="0">
                <a:solidFill>
                  <a:srgbClr val="000000"/>
                </a:solidFill>
                <a:ea typeface="ＭＳ Ｐゴシック" pitchFamily="50" charset="-128"/>
              </a:rPr>
              <a:t>SAE 21434 Automotive Cybersecurity Certification (ACC) L1 &amp; L2</a:t>
            </a:r>
          </a:p>
          <a:p>
            <a:pPr marL="0" lvl="0" indent="0" fontAlgn="base">
              <a:lnSpc>
                <a:spcPct val="100000"/>
              </a:lnSpc>
              <a:spcBef>
                <a:spcPct val="0"/>
              </a:spcBef>
              <a:spcAft>
                <a:spcPct val="0"/>
              </a:spcAft>
              <a:buNone/>
            </a:pPr>
            <a:endParaRPr lang="en-US" altLang="ja-JP" sz="1800" dirty="0">
              <a:solidFill>
                <a:srgbClr val="000000"/>
              </a:solidFill>
              <a:ea typeface="ＭＳ Ｐゴシック" pitchFamily="50" charset="-128"/>
            </a:endParaRPr>
          </a:p>
          <a:p>
            <a:pPr marL="0" lvl="0" indent="0" fontAlgn="base">
              <a:lnSpc>
                <a:spcPct val="100000"/>
              </a:lnSpc>
              <a:spcBef>
                <a:spcPct val="0"/>
              </a:spcBef>
              <a:spcAft>
                <a:spcPct val="0"/>
              </a:spcAft>
              <a:buNone/>
            </a:pPr>
            <a:r>
              <a:rPr lang="en-US" altLang="ja-JP" sz="1600" dirty="0">
                <a:solidFill>
                  <a:srgbClr val="000000"/>
                </a:solidFill>
                <a:ea typeface="ＭＳ Ｐゴシック" pitchFamily="50" charset="-128"/>
              </a:rPr>
              <a:t>At Nissan, prior to Cybersecurity I was heavily involved in Vehicle to Vehicle (V2V) and Vehicle to Infrastructure (V2I) work with the Crash Avoidance Metrics Partnership (CAMP) with multiple OEMs.  Btw, my career started out at Ford Research where I got the Henry Ford Technology Award.</a:t>
            </a:r>
          </a:p>
          <a:p>
            <a:pPr marL="0" lvl="0" indent="0" fontAlgn="base">
              <a:lnSpc>
                <a:spcPct val="100000"/>
              </a:lnSpc>
              <a:spcBef>
                <a:spcPct val="0"/>
              </a:spcBef>
              <a:spcAft>
                <a:spcPct val="0"/>
              </a:spcAft>
              <a:buNone/>
            </a:pPr>
            <a:endParaRPr lang="en-US" altLang="ja-JP" sz="1600" dirty="0">
              <a:solidFill>
                <a:srgbClr val="000000"/>
              </a:solidFill>
              <a:ea typeface="ＭＳ Ｐゴシック" pitchFamily="50" charset="-128"/>
            </a:endParaRPr>
          </a:p>
          <a:p>
            <a:pPr marL="0" lvl="0" indent="0" fontAlgn="base">
              <a:lnSpc>
                <a:spcPct val="100000"/>
              </a:lnSpc>
              <a:spcBef>
                <a:spcPct val="0"/>
              </a:spcBef>
              <a:spcAft>
                <a:spcPct val="0"/>
              </a:spcAft>
              <a:buNone/>
            </a:pPr>
            <a:r>
              <a:rPr lang="en-US" altLang="ja-JP" sz="1600" dirty="0">
                <a:solidFill>
                  <a:srgbClr val="000000"/>
                </a:solidFill>
                <a:ea typeface="ＭＳ Ｐゴシック" pitchFamily="50" charset="-128"/>
              </a:rPr>
              <a:t>My background is in Software Engineering and Networking.  I have worked as a software developer and system/network administrator.</a:t>
            </a:r>
          </a:p>
          <a:p>
            <a:pPr marL="0" lvl="0" indent="0" fontAlgn="base">
              <a:lnSpc>
                <a:spcPct val="100000"/>
              </a:lnSpc>
              <a:spcBef>
                <a:spcPct val="0"/>
              </a:spcBef>
              <a:spcAft>
                <a:spcPct val="0"/>
              </a:spcAft>
              <a:buNone/>
            </a:pPr>
            <a:endParaRPr lang="en-US" altLang="ja-JP" sz="1600" dirty="0">
              <a:solidFill>
                <a:srgbClr val="000000"/>
              </a:solidFill>
              <a:ea typeface="ＭＳ Ｐゴシック" pitchFamily="50" charset="-128"/>
            </a:endParaRPr>
          </a:p>
          <a:p>
            <a:pPr marL="0" lvl="0" indent="0" fontAlgn="base">
              <a:lnSpc>
                <a:spcPct val="100000"/>
              </a:lnSpc>
              <a:spcBef>
                <a:spcPct val="0"/>
              </a:spcBef>
              <a:spcAft>
                <a:spcPct val="0"/>
              </a:spcAft>
              <a:buNone/>
            </a:pPr>
            <a:r>
              <a:rPr lang="en-US" altLang="ja-JP" sz="1600" dirty="0">
                <a:solidFill>
                  <a:srgbClr val="000000"/>
                </a:solidFill>
                <a:ea typeface="ＭＳ Ｐゴシック" pitchFamily="50" charset="-128"/>
              </a:rPr>
              <a:t>Linux/Unix, Python, C/C++, Java, PHP, Perl, SQL, …</a:t>
            </a:r>
          </a:p>
          <a:p>
            <a:pPr marL="0" lvl="0" indent="0" fontAlgn="base">
              <a:lnSpc>
                <a:spcPct val="100000"/>
              </a:lnSpc>
              <a:spcBef>
                <a:spcPct val="0"/>
              </a:spcBef>
              <a:spcAft>
                <a:spcPct val="0"/>
              </a:spcAft>
              <a:buNone/>
            </a:pPr>
            <a:r>
              <a:rPr lang="en-US" altLang="ja-JP" sz="1600" dirty="0">
                <a:solidFill>
                  <a:srgbClr val="000000"/>
                </a:solidFill>
                <a:ea typeface="ＭＳ Ｐゴシック" pitchFamily="50" charset="-128"/>
              </a:rPr>
              <a:t>HAM Radio: KD8NVN</a:t>
            </a:r>
          </a:p>
        </p:txBody>
      </p:sp>
      <p:pic>
        <p:nvPicPr>
          <p:cNvPr id="5" name="Picture 4">
            <a:extLst>
              <a:ext uri="{FF2B5EF4-FFF2-40B4-BE49-F238E27FC236}">
                <a16:creationId xmlns:a16="http://schemas.microsoft.com/office/drawing/2014/main" id="{AEB9037B-06A8-6C69-8656-2EE1EF2AADE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rot="16200000">
            <a:off x="9312276" y="1179261"/>
            <a:ext cx="2413000" cy="1809750"/>
          </a:xfrm>
          <a:prstGeom prst="rect">
            <a:avLst/>
          </a:prstGeom>
        </p:spPr>
      </p:pic>
    </p:spTree>
    <p:extLst>
      <p:ext uri="{BB962C8B-B14F-4D97-AF65-F5344CB8AC3E}">
        <p14:creationId xmlns:p14="http://schemas.microsoft.com/office/powerpoint/2010/main" val="36946431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p:nvPr/>
        </p:nvSpPr>
        <p:spPr>
          <a:xfrm>
            <a:off x="398667" y="509412"/>
            <a:ext cx="5933440" cy="632651"/>
          </a:xfrm>
          <a:prstGeom prst="rect">
            <a:avLst/>
          </a:prstGeom>
        </p:spPr>
        <p:txBody>
          <a:bodyPr vert="horz" wrap="square" lIns="0" tIns="16933" rIns="0" bIns="0" rtlCol="0">
            <a:spAutoFit/>
          </a:bodyPr>
          <a:lstStyle/>
          <a:p>
            <a:pPr marL="16933" defTabSz="1219170">
              <a:spcBef>
                <a:spcPts val="133"/>
              </a:spcBef>
            </a:pPr>
            <a:r>
              <a:rPr sz="4000" kern="0" dirty="0">
                <a:solidFill>
                  <a:srgbClr val="595959"/>
                </a:solidFill>
                <a:latin typeface="Roboto"/>
                <a:cs typeface="Roboto"/>
              </a:rPr>
              <a:t>FCCID</a:t>
            </a:r>
            <a:r>
              <a:rPr sz="4000" kern="0" spc="-80" dirty="0">
                <a:solidFill>
                  <a:srgbClr val="595959"/>
                </a:solidFill>
                <a:latin typeface="Roboto"/>
                <a:cs typeface="Roboto"/>
              </a:rPr>
              <a:t> </a:t>
            </a:r>
            <a:r>
              <a:rPr sz="4000" kern="0" dirty="0">
                <a:solidFill>
                  <a:srgbClr val="595959"/>
                </a:solidFill>
                <a:latin typeface="Roboto"/>
                <a:cs typeface="Roboto"/>
              </a:rPr>
              <a:t>Lookup</a:t>
            </a:r>
            <a:r>
              <a:rPr sz="4000" kern="0" spc="-60" dirty="0">
                <a:solidFill>
                  <a:srgbClr val="595959"/>
                </a:solidFill>
                <a:latin typeface="Roboto"/>
                <a:cs typeface="Roboto"/>
              </a:rPr>
              <a:t> </a:t>
            </a:r>
            <a:r>
              <a:rPr sz="4000" kern="0" dirty="0">
                <a:solidFill>
                  <a:srgbClr val="2A3890"/>
                </a:solidFill>
                <a:latin typeface="Roboto"/>
                <a:cs typeface="Roboto"/>
              </a:rPr>
              <a:t>–</a:t>
            </a:r>
            <a:r>
              <a:rPr sz="4000" kern="0" spc="-80" dirty="0">
                <a:solidFill>
                  <a:srgbClr val="2A3890"/>
                </a:solidFill>
                <a:latin typeface="Roboto"/>
                <a:cs typeface="Roboto"/>
              </a:rPr>
              <a:t> </a:t>
            </a:r>
            <a:r>
              <a:rPr sz="4000" kern="0" spc="-13" dirty="0">
                <a:solidFill>
                  <a:srgbClr val="2A3890"/>
                </a:solidFill>
                <a:latin typeface="Roboto"/>
                <a:cs typeface="Roboto"/>
              </a:rPr>
              <a:t>Research</a:t>
            </a:r>
            <a:endParaRPr sz="4000" kern="0">
              <a:solidFill>
                <a:sysClr val="windowText" lastClr="000000"/>
              </a:solidFill>
              <a:latin typeface="Roboto"/>
              <a:cs typeface="Roboto"/>
            </a:endParaRPr>
          </a:p>
        </p:txBody>
      </p:sp>
      <p:grpSp>
        <p:nvGrpSpPr>
          <p:cNvPr id="3" name="object 3"/>
          <p:cNvGrpSpPr/>
          <p:nvPr/>
        </p:nvGrpSpPr>
        <p:grpSpPr>
          <a:xfrm>
            <a:off x="791449" y="1292220"/>
            <a:ext cx="2337647" cy="4785360"/>
            <a:chOff x="593586" y="969165"/>
            <a:chExt cx="1753235" cy="3589020"/>
          </a:xfrm>
        </p:grpSpPr>
        <p:pic>
          <p:nvPicPr>
            <p:cNvPr id="4" name="object 4"/>
            <p:cNvPicPr/>
            <p:nvPr/>
          </p:nvPicPr>
          <p:blipFill>
            <a:blip r:embed="rId3" cstate="email">
              <a:extLst>
                <a:ext uri="{28A0092B-C50C-407E-A947-70E740481C1C}">
                  <a14:useLocalDpi xmlns:a14="http://schemas.microsoft.com/office/drawing/2010/main"/>
                </a:ext>
              </a:extLst>
            </a:blip>
            <a:stretch>
              <a:fillRect/>
            </a:stretch>
          </p:blipFill>
          <p:spPr>
            <a:xfrm>
              <a:off x="745021" y="1049646"/>
              <a:ext cx="1490060" cy="3334896"/>
            </a:xfrm>
            <a:prstGeom prst="rect">
              <a:avLst/>
            </a:prstGeom>
          </p:spPr>
        </p:pic>
        <p:sp>
          <p:nvSpPr>
            <p:cNvPr id="5" name="object 5"/>
            <p:cNvSpPr/>
            <p:nvPr/>
          </p:nvSpPr>
          <p:spPr>
            <a:xfrm>
              <a:off x="598348" y="973928"/>
              <a:ext cx="1743710" cy="3579495"/>
            </a:xfrm>
            <a:custGeom>
              <a:avLst/>
              <a:gdLst/>
              <a:ahLst/>
              <a:cxnLst/>
              <a:rect l="l" t="t" r="r" b="b"/>
              <a:pathLst>
                <a:path w="1743710" h="3579495">
                  <a:moveTo>
                    <a:pt x="0" y="0"/>
                  </a:moveTo>
                  <a:lnTo>
                    <a:pt x="1743493" y="0"/>
                  </a:lnTo>
                  <a:lnTo>
                    <a:pt x="1743493" y="3579460"/>
                  </a:lnTo>
                  <a:lnTo>
                    <a:pt x="0" y="3579460"/>
                  </a:lnTo>
                  <a:lnTo>
                    <a:pt x="0" y="0"/>
                  </a:lnTo>
                  <a:close/>
                </a:path>
              </a:pathLst>
            </a:custGeom>
            <a:ln w="9524">
              <a:solidFill>
                <a:srgbClr val="212D73"/>
              </a:solidFill>
            </a:ln>
          </p:spPr>
          <p:txBody>
            <a:bodyPr wrap="square" lIns="0" tIns="0" rIns="0" bIns="0" rtlCol="0"/>
            <a:lstStyle/>
            <a:p>
              <a:pPr defTabSz="1219170"/>
              <a:endParaRPr sz="2400" kern="0">
                <a:solidFill>
                  <a:sysClr val="windowText" lastClr="000000"/>
                </a:solidFill>
              </a:endParaRPr>
            </a:p>
          </p:txBody>
        </p:sp>
      </p:grpSp>
      <p:grpSp>
        <p:nvGrpSpPr>
          <p:cNvPr id="6" name="object 6"/>
          <p:cNvGrpSpPr/>
          <p:nvPr/>
        </p:nvGrpSpPr>
        <p:grpSpPr>
          <a:xfrm>
            <a:off x="3669344" y="1292220"/>
            <a:ext cx="2101427" cy="4785360"/>
            <a:chOff x="2752008" y="969165"/>
            <a:chExt cx="1576070" cy="3589020"/>
          </a:xfrm>
        </p:grpSpPr>
        <p:pic>
          <p:nvPicPr>
            <p:cNvPr id="7" name="object 7"/>
            <p:cNvPicPr/>
            <p:nvPr/>
          </p:nvPicPr>
          <p:blipFill>
            <a:blip r:embed="rId4" cstate="email">
              <a:extLst>
                <a:ext uri="{28A0092B-C50C-407E-A947-70E740481C1C}">
                  <a14:useLocalDpi xmlns:a14="http://schemas.microsoft.com/office/drawing/2010/main"/>
                </a:ext>
              </a:extLst>
            </a:blip>
            <a:stretch>
              <a:fillRect/>
            </a:stretch>
          </p:blipFill>
          <p:spPr>
            <a:xfrm>
              <a:off x="2832489" y="978690"/>
              <a:ext cx="1419104" cy="3476806"/>
            </a:xfrm>
            <a:prstGeom prst="rect">
              <a:avLst/>
            </a:prstGeom>
          </p:spPr>
        </p:pic>
        <p:sp>
          <p:nvSpPr>
            <p:cNvPr id="8" name="object 8"/>
            <p:cNvSpPr/>
            <p:nvPr/>
          </p:nvSpPr>
          <p:spPr>
            <a:xfrm>
              <a:off x="2756771" y="973928"/>
              <a:ext cx="1566545" cy="3579495"/>
            </a:xfrm>
            <a:custGeom>
              <a:avLst/>
              <a:gdLst/>
              <a:ahLst/>
              <a:cxnLst/>
              <a:rect l="l" t="t" r="r" b="b"/>
              <a:pathLst>
                <a:path w="1566545" h="3579495">
                  <a:moveTo>
                    <a:pt x="0" y="0"/>
                  </a:moveTo>
                  <a:lnTo>
                    <a:pt x="1566105" y="0"/>
                  </a:lnTo>
                  <a:lnTo>
                    <a:pt x="1566105" y="3579460"/>
                  </a:lnTo>
                  <a:lnTo>
                    <a:pt x="0" y="3579460"/>
                  </a:lnTo>
                  <a:lnTo>
                    <a:pt x="0" y="0"/>
                  </a:lnTo>
                  <a:close/>
                </a:path>
              </a:pathLst>
            </a:custGeom>
            <a:ln w="9524">
              <a:solidFill>
                <a:srgbClr val="212D73"/>
              </a:solidFill>
            </a:ln>
          </p:spPr>
          <p:txBody>
            <a:bodyPr wrap="square" lIns="0" tIns="0" rIns="0" bIns="0" rtlCol="0"/>
            <a:lstStyle/>
            <a:p>
              <a:pPr defTabSz="1219170"/>
              <a:endParaRPr sz="2400" kern="0">
                <a:solidFill>
                  <a:sysClr val="windowText" lastClr="000000"/>
                </a:solidFill>
              </a:endParaRPr>
            </a:p>
          </p:txBody>
        </p:sp>
      </p:grpSp>
      <p:grpSp>
        <p:nvGrpSpPr>
          <p:cNvPr id="9" name="object 9"/>
          <p:cNvGrpSpPr/>
          <p:nvPr/>
        </p:nvGrpSpPr>
        <p:grpSpPr>
          <a:xfrm>
            <a:off x="6158684" y="2116186"/>
            <a:ext cx="5779347" cy="2810933"/>
            <a:chOff x="4619013" y="1587139"/>
            <a:chExt cx="4334510" cy="2108200"/>
          </a:xfrm>
        </p:grpSpPr>
        <p:pic>
          <p:nvPicPr>
            <p:cNvPr id="10" name="object 10"/>
            <p:cNvPicPr/>
            <p:nvPr/>
          </p:nvPicPr>
          <p:blipFill>
            <a:blip r:embed="rId5" cstate="email">
              <a:extLst>
                <a:ext uri="{28A0092B-C50C-407E-A947-70E740481C1C}">
                  <a14:useLocalDpi xmlns:a14="http://schemas.microsoft.com/office/drawing/2010/main"/>
                </a:ext>
              </a:extLst>
            </a:blip>
            <a:stretch>
              <a:fillRect/>
            </a:stretch>
          </p:blipFill>
          <p:spPr>
            <a:xfrm>
              <a:off x="4628538" y="1596664"/>
              <a:ext cx="4315358" cy="2033148"/>
            </a:xfrm>
            <a:prstGeom prst="rect">
              <a:avLst/>
            </a:prstGeom>
          </p:spPr>
        </p:pic>
        <p:sp>
          <p:nvSpPr>
            <p:cNvPr id="11" name="object 11"/>
            <p:cNvSpPr/>
            <p:nvPr/>
          </p:nvSpPr>
          <p:spPr>
            <a:xfrm>
              <a:off x="4623775" y="1591901"/>
              <a:ext cx="4324985" cy="2098675"/>
            </a:xfrm>
            <a:custGeom>
              <a:avLst/>
              <a:gdLst/>
              <a:ahLst/>
              <a:cxnLst/>
              <a:rect l="l" t="t" r="r" b="b"/>
              <a:pathLst>
                <a:path w="4324984" h="2098675">
                  <a:moveTo>
                    <a:pt x="0" y="0"/>
                  </a:moveTo>
                  <a:lnTo>
                    <a:pt x="4324883" y="0"/>
                  </a:lnTo>
                  <a:lnTo>
                    <a:pt x="4324883" y="2098585"/>
                  </a:lnTo>
                  <a:lnTo>
                    <a:pt x="0" y="2098585"/>
                  </a:lnTo>
                  <a:lnTo>
                    <a:pt x="0" y="0"/>
                  </a:lnTo>
                  <a:close/>
                </a:path>
              </a:pathLst>
            </a:custGeom>
            <a:ln w="9524">
              <a:solidFill>
                <a:srgbClr val="212D73"/>
              </a:solidFill>
            </a:ln>
          </p:spPr>
          <p:txBody>
            <a:bodyPr wrap="square" lIns="0" tIns="0" rIns="0" bIns="0" rtlCol="0"/>
            <a:lstStyle/>
            <a:p>
              <a:pPr defTabSz="1219170"/>
              <a:endParaRPr sz="2400" kern="0">
                <a:solidFill>
                  <a:sysClr val="windowText" lastClr="000000"/>
                </a:solidFill>
              </a:endParaRPr>
            </a:p>
          </p:txBody>
        </p:sp>
      </p:grpSp>
      <p:sp>
        <p:nvSpPr>
          <p:cNvPr id="12" name="object 12"/>
          <p:cNvSpPr txBox="1"/>
          <p:nvPr/>
        </p:nvSpPr>
        <p:spPr>
          <a:xfrm>
            <a:off x="6243370" y="1756718"/>
            <a:ext cx="2613660" cy="304421"/>
          </a:xfrm>
          <a:prstGeom prst="rect">
            <a:avLst/>
          </a:prstGeom>
        </p:spPr>
        <p:txBody>
          <a:bodyPr vert="horz" wrap="square" lIns="0" tIns="16933" rIns="0" bIns="0" rtlCol="0">
            <a:spAutoFit/>
          </a:bodyPr>
          <a:lstStyle/>
          <a:p>
            <a:pPr marL="16933" defTabSz="1219170">
              <a:spcBef>
                <a:spcPts val="133"/>
              </a:spcBef>
            </a:pPr>
            <a:r>
              <a:rPr sz="1867" b="1" kern="0" dirty="0">
                <a:solidFill>
                  <a:srgbClr val="2A3890"/>
                </a:solidFill>
                <a:latin typeface="Arial"/>
                <a:cs typeface="Arial"/>
              </a:rPr>
              <a:t>Operating</a:t>
            </a:r>
            <a:r>
              <a:rPr sz="1867" b="1" kern="0" spc="-60" dirty="0">
                <a:solidFill>
                  <a:srgbClr val="2A3890"/>
                </a:solidFill>
                <a:latin typeface="Arial"/>
                <a:cs typeface="Arial"/>
              </a:rPr>
              <a:t> </a:t>
            </a:r>
            <a:r>
              <a:rPr sz="1867" b="1" kern="0" spc="-13" dirty="0">
                <a:solidFill>
                  <a:srgbClr val="2A3890"/>
                </a:solidFill>
                <a:latin typeface="Arial"/>
                <a:cs typeface="Arial"/>
              </a:rPr>
              <a:t>Frequencies</a:t>
            </a:r>
            <a:endParaRPr sz="1867" kern="0">
              <a:solidFill>
                <a:sysClr val="windowText" lastClr="000000"/>
              </a:solidFill>
              <a:latin typeface="Arial"/>
              <a:cs typeface="Arial"/>
            </a:endParaRPr>
          </a:p>
        </p:txBody>
      </p:sp>
      <p:sp>
        <p:nvSpPr>
          <p:cNvPr id="13" name="object 13"/>
          <p:cNvSpPr txBox="1">
            <a:spLocks noGrp="1"/>
          </p:cNvSpPr>
          <p:nvPr>
            <p:ph type="sldNum" sz="quarter" idx="12"/>
          </p:nvPr>
        </p:nvSpPr>
        <p:spPr>
          <a:prstGeom prst="rect">
            <a:avLst/>
          </a:prstGeom>
        </p:spPr>
        <p:txBody>
          <a:bodyPr vert="horz" wrap="square" lIns="0" tIns="0" rIns="0" bIns="0" rtlCol="0">
            <a:spAutoFit/>
          </a:bodyPr>
          <a:lstStyle/>
          <a:p>
            <a:pPr marL="50799" defTabSz="1219170">
              <a:lnSpc>
                <a:spcPts val="2193"/>
              </a:lnSpc>
            </a:pPr>
            <a:fld id="{81D60167-4931-47E6-BA6A-407CBD079E47}" type="slidenum">
              <a:rPr kern="0" spc="-33" dirty="0"/>
              <a:pPr marL="50799" defTabSz="1219170">
                <a:lnSpc>
                  <a:spcPts val="2193"/>
                </a:lnSpc>
              </a:pPr>
              <a:t>3</a:t>
            </a:fld>
            <a:endParaRPr kern="0" spc="-33" dirty="0"/>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230487" y="2636519"/>
            <a:ext cx="3136900" cy="359073"/>
          </a:xfrm>
          <a:prstGeom prst="rect">
            <a:avLst/>
          </a:prstGeom>
          <a:solidFill>
            <a:srgbClr val="FFFF00"/>
          </a:solidFill>
        </p:spPr>
        <p:txBody>
          <a:bodyPr vert="horz" wrap="square" lIns="0" tIns="0" rIns="0" bIns="0" rtlCol="0">
            <a:spAutoFit/>
          </a:bodyPr>
          <a:lstStyle/>
          <a:p>
            <a:pPr defTabSz="1219170">
              <a:lnSpc>
                <a:spcPts val="2787"/>
              </a:lnSpc>
            </a:pPr>
            <a:r>
              <a:rPr sz="2400" kern="0" dirty="0">
                <a:solidFill>
                  <a:srgbClr val="434343"/>
                </a:solidFill>
                <a:latin typeface="Roboto"/>
                <a:cs typeface="Roboto"/>
              </a:rPr>
              <a:t>FCCID</a:t>
            </a:r>
            <a:r>
              <a:rPr sz="2400" kern="0" spc="-53" dirty="0">
                <a:solidFill>
                  <a:srgbClr val="434343"/>
                </a:solidFill>
                <a:latin typeface="Roboto"/>
                <a:cs typeface="Roboto"/>
              </a:rPr>
              <a:t> </a:t>
            </a:r>
            <a:r>
              <a:rPr sz="2400" kern="0" dirty="0">
                <a:solidFill>
                  <a:srgbClr val="434343"/>
                </a:solidFill>
                <a:latin typeface="Roboto"/>
                <a:cs typeface="Roboto"/>
              </a:rPr>
              <a:t>[ID</a:t>
            </a:r>
            <a:r>
              <a:rPr sz="2400" kern="0" spc="-47" dirty="0">
                <a:solidFill>
                  <a:srgbClr val="434343"/>
                </a:solidFill>
                <a:latin typeface="Roboto"/>
                <a:cs typeface="Roboto"/>
              </a:rPr>
              <a:t> </a:t>
            </a:r>
            <a:r>
              <a:rPr sz="2400" kern="0" dirty="0">
                <a:solidFill>
                  <a:srgbClr val="434343"/>
                </a:solidFill>
                <a:latin typeface="Roboto"/>
                <a:cs typeface="Roboto"/>
              </a:rPr>
              <a:t>ON</a:t>
            </a:r>
            <a:r>
              <a:rPr sz="2400" kern="0" spc="-47" dirty="0">
                <a:solidFill>
                  <a:srgbClr val="434343"/>
                </a:solidFill>
                <a:latin typeface="Roboto"/>
                <a:cs typeface="Roboto"/>
              </a:rPr>
              <a:t> </a:t>
            </a:r>
            <a:r>
              <a:rPr sz="2400" kern="0" dirty="0">
                <a:solidFill>
                  <a:srgbClr val="434343"/>
                </a:solidFill>
                <a:latin typeface="Roboto"/>
                <a:cs typeface="Roboto"/>
              </a:rPr>
              <a:t>KEY</a:t>
            </a:r>
            <a:r>
              <a:rPr sz="2400" kern="0" spc="-47" dirty="0">
                <a:solidFill>
                  <a:srgbClr val="434343"/>
                </a:solidFill>
                <a:latin typeface="Roboto"/>
                <a:cs typeface="Roboto"/>
              </a:rPr>
              <a:t> </a:t>
            </a:r>
            <a:r>
              <a:rPr sz="2400" kern="0" spc="-27" dirty="0">
                <a:solidFill>
                  <a:srgbClr val="434343"/>
                </a:solidFill>
                <a:latin typeface="Roboto"/>
                <a:cs typeface="Roboto"/>
              </a:rPr>
              <a:t>FOB]</a:t>
            </a:r>
            <a:endParaRPr sz="2400" kern="0">
              <a:solidFill>
                <a:sysClr val="windowText" lastClr="000000"/>
              </a:solidFill>
              <a:latin typeface="Roboto"/>
              <a:cs typeface="Roboto"/>
            </a:endParaRPr>
          </a:p>
        </p:txBody>
      </p:sp>
      <p:sp>
        <p:nvSpPr>
          <p:cNvPr id="3" name="object 3"/>
          <p:cNvSpPr txBox="1"/>
          <p:nvPr/>
        </p:nvSpPr>
        <p:spPr>
          <a:xfrm>
            <a:off x="646095" y="1875874"/>
            <a:ext cx="6189980" cy="1494426"/>
          </a:xfrm>
          <a:prstGeom prst="rect">
            <a:avLst/>
          </a:prstGeom>
        </p:spPr>
        <p:txBody>
          <a:bodyPr vert="horz" wrap="square" lIns="0" tIns="16933" rIns="0" bIns="0" rtlCol="0">
            <a:spAutoFit/>
          </a:bodyPr>
          <a:lstStyle/>
          <a:p>
            <a:pPr marL="572331" indent="-555398" defTabSz="1219170">
              <a:spcBef>
                <a:spcPts val="133"/>
              </a:spcBef>
              <a:buFontTx/>
              <a:buAutoNum type="arabicPeriod"/>
              <a:tabLst>
                <a:tab pos="572331" algn="l"/>
              </a:tabLst>
            </a:pPr>
            <a:r>
              <a:rPr sz="2400" kern="0" spc="-27" dirty="0">
                <a:solidFill>
                  <a:srgbClr val="434343"/>
                </a:solidFill>
                <a:latin typeface="Roboto"/>
                <a:cs typeface="Roboto"/>
              </a:rPr>
              <a:t>Take</a:t>
            </a:r>
            <a:r>
              <a:rPr sz="2400" kern="0" spc="-47" dirty="0">
                <a:solidFill>
                  <a:srgbClr val="434343"/>
                </a:solidFill>
                <a:latin typeface="Roboto"/>
                <a:cs typeface="Roboto"/>
              </a:rPr>
              <a:t> </a:t>
            </a:r>
            <a:r>
              <a:rPr sz="2400" kern="0" dirty="0">
                <a:solidFill>
                  <a:srgbClr val="434343"/>
                </a:solidFill>
                <a:latin typeface="Roboto"/>
                <a:cs typeface="Roboto"/>
              </a:rPr>
              <a:t>a</a:t>
            </a:r>
            <a:r>
              <a:rPr sz="2400" kern="0" spc="-40" dirty="0">
                <a:solidFill>
                  <a:srgbClr val="434343"/>
                </a:solidFill>
                <a:latin typeface="Roboto"/>
                <a:cs typeface="Roboto"/>
              </a:rPr>
              <a:t> </a:t>
            </a:r>
            <a:r>
              <a:rPr sz="2400" kern="0" dirty="0">
                <a:solidFill>
                  <a:srgbClr val="434343"/>
                </a:solidFill>
                <a:latin typeface="Roboto"/>
                <a:cs typeface="Roboto"/>
              </a:rPr>
              <a:t>key</a:t>
            </a:r>
            <a:r>
              <a:rPr sz="2400" kern="0" spc="-40" dirty="0">
                <a:solidFill>
                  <a:srgbClr val="434343"/>
                </a:solidFill>
                <a:latin typeface="Roboto"/>
                <a:cs typeface="Roboto"/>
              </a:rPr>
              <a:t> </a:t>
            </a:r>
            <a:r>
              <a:rPr sz="2400" kern="0" dirty="0">
                <a:solidFill>
                  <a:srgbClr val="434343"/>
                </a:solidFill>
                <a:latin typeface="Roboto"/>
                <a:cs typeface="Roboto"/>
              </a:rPr>
              <a:t>fob</a:t>
            </a:r>
            <a:r>
              <a:rPr sz="2400" kern="0" spc="-47" dirty="0">
                <a:solidFill>
                  <a:srgbClr val="434343"/>
                </a:solidFill>
                <a:latin typeface="Roboto"/>
                <a:cs typeface="Roboto"/>
              </a:rPr>
              <a:t> </a:t>
            </a:r>
            <a:r>
              <a:rPr sz="2400" kern="0" dirty="0">
                <a:solidFill>
                  <a:srgbClr val="434343"/>
                </a:solidFill>
                <a:latin typeface="Roboto"/>
                <a:cs typeface="Roboto"/>
              </a:rPr>
              <a:t>/</a:t>
            </a:r>
            <a:r>
              <a:rPr sz="2400" kern="0" spc="-40" dirty="0">
                <a:solidFill>
                  <a:srgbClr val="434343"/>
                </a:solidFill>
                <a:latin typeface="Roboto"/>
                <a:cs typeface="Roboto"/>
              </a:rPr>
              <a:t> </a:t>
            </a:r>
            <a:r>
              <a:rPr sz="2400" kern="0" dirty="0">
                <a:solidFill>
                  <a:srgbClr val="434343"/>
                </a:solidFill>
                <a:latin typeface="Roboto"/>
                <a:cs typeface="Roboto"/>
              </a:rPr>
              <a:t>Use</a:t>
            </a:r>
            <a:r>
              <a:rPr sz="2400" kern="0" spc="-40" dirty="0">
                <a:solidFill>
                  <a:srgbClr val="434343"/>
                </a:solidFill>
                <a:latin typeface="Roboto"/>
                <a:cs typeface="Roboto"/>
              </a:rPr>
              <a:t> </a:t>
            </a:r>
            <a:r>
              <a:rPr sz="2400" kern="0" dirty="0">
                <a:solidFill>
                  <a:srgbClr val="434343"/>
                </a:solidFill>
                <a:latin typeface="Roboto"/>
                <a:cs typeface="Roboto"/>
              </a:rPr>
              <a:t>your</a:t>
            </a:r>
            <a:r>
              <a:rPr sz="2400" kern="0" spc="-47" dirty="0">
                <a:solidFill>
                  <a:srgbClr val="434343"/>
                </a:solidFill>
                <a:latin typeface="Roboto"/>
                <a:cs typeface="Roboto"/>
              </a:rPr>
              <a:t> </a:t>
            </a:r>
            <a:r>
              <a:rPr sz="2400" kern="0" dirty="0">
                <a:solidFill>
                  <a:srgbClr val="434343"/>
                </a:solidFill>
                <a:latin typeface="Roboto"/>
                <a:cs typeface="Roboto"/>
              </a:rPr>
              <a:t>own</a:t>
            </a:r>
            <a:r>
              <a:rPr sz="2400" kern="0" spc="-40" dirty="0">
                <a:solidFill>
                  <a:srgbClr val="434343"/>
                </a:solidFill>
                <a:latin typeface="Roboto"/>
                <a:cs typeface="Roboto"/>
              </a:rPr>
              <a:t> </a:t>
            </a:r>
            <a:r>
              <a:rPr sz="2400" kern="0" dirty="0">
                <a:solidFill>
                  <a:srgbClr val="434343"/>
                </a:solidFill>
                <a:latin typeface="Roboto"/>
                <a:cs typeface="Roboto"/>
              </a:rPr>
              <a:t>key</a:t>
            </a:r>
            <a:r>
              <a:rPr sz="2400" kern="0" spc="-40" dirty="0">
                <a:solidFill>
                  <a:srgbClr val="434343"/>
                </a:solidFill>
                <a:latin typeface="Roboto"/>
                <a:cs typeface="Roboto"/>
              </a:rPr>
              <a:t> </a:t>
            </a:r>
            <a:r>
              <a:rPr sz="2400" kern="0" spc="-33" dirty="0">
                <a:solidFill>
                  <a:srgbClr val="434343"/>
                </a:solidFill>
                <a:latin typeface="Roboto"/>
                <a:cs typeface="Roboto"/>
              </a:rPr>
              <a:t>fob</a:t>
            </a:r>
            <a:endParaRPr sz="2400" kern="0" dirty="0">
              <a:solidFill>
                <a:sysClr val="windowText" lastClr="000000"/>
              </a:solidFill>
              <a:latin typeface="Roboto"/>
              <a:cs typeface="Roboto"/>
            </a:endParaRPr>
          </a:p>
          <a:p>
            <a:pPr marL="572331" indent="-555398" defTabSz="1219170">
              <a:buFontTx/>
              <a:buAutoNum type="arabicPeriod"/>
              <a:tabLst>
                <a:tab pos="572331" algn="l"/>
              </a:tabLst>
            </a:pPr>
            <a:r>
              <a:rPr sz="2400" kern="0" dirty="0">
                <a:solidFill>
                  <a:srgbClr val="434343"/>
                </a:solidFill>
                <a:latin typeface="Roboto"/>
                <a:cs typeface="Roboto"/>
              </a:rPr>
              <a:t>Find</a:t>
            </a:r>
            <a:r>
              <a:rPr sz="2400" kern="0" spc="-47" dirty="0">
                <a:solidFill>
                  <a:srgbClr val="434343"/>
                </a:solidFill>
                <a:latin typeface="Roboto"/>
                <a:cs typeface="Roboto"/>
              </a:rPr>
              <a:t> </a:t>
            </a:r>
            <a:r>
              <a:rPr sz="2400" kern="0" dirty="0">
                <a:solidFill>
                  <a:srgbClr val="434343"/>
                </a:solidFill>
                <a:latin typeface="Roboto"/>
                <a:cs typeface="Roboto"/>
              </a:rPr>
              <a:t>the</a:t>
            </a:r>
            <a:r>
              <a:rPr sz="2400" kern="0" spc="-40" dirty="0">
                <a:solidFill>
                  <a:srgbClr val="434343"/>
                </a:solidFill>
                <a:latin typeface="Roboto"/>
                <a:cs typeface="Roboto"/>
              </a:rPr>
              <a:t> </a:t>
            </a:r>
            <a:r>
              <a:rPr sz="2400" kern="0" dirty="0">
                <a:solidFill>
                  <a:srgbClr val="434343"/>
                </a:solidFill>
                <a:latin typeface="Roboto"/>
                <a:cs typeface="Roboto"/>
              </a:rPr>
              <a:t>FCCID</a:t>
            </a:r>
            <a:r>
              <a:rPr sz="2400" kern="0" spc="-40" dirty="0">
                <a:solidFill>
                  <a:srgbClr val="434343"/>
                </a:solidFill>
                <a:latin typeface="Roboto"/>
                <a:cs typeface="Roboto"/>
              </a:rPr>
              <a:t> </a:t>
            </a:r>
            <a:r>
              <a:rPr sz="2400" kern="0" dirty="0">
                <a:solidFill>
                  <a:srgbClr val="434343"/>
                </a:solidFill>
                <a:latin typeface="Roboto"/>
                <a:cs typeface="Roboto"/>
              </a:rPr>
              <a:t>on</a:t>
            </a:r>
            <a:r>
              <a:rPr sz="2400" kern="0" spc="-40" dirty="0">
                <a:solidFill>
                  <a:srgbClr val="434343"/>
                </a:solidFill>
                <a:latin typeface="Roboto"/>
                <a:cs typeface="Roboto"/>
              </a:rPr>
              <a:t> </a:t>
            </a:r>
            <a:r>
              <a:rPr sz="2400" kern="0" dirty="0">
                <a:solidFill>
                  <a:srgbClr val="434343"/>
                </a:solidFill>
                <a:latin typeface="Roboto"/>
                <a:cs typeface="Roboto"/>
              </a:rPr>
              <a:t>the</a:t>
            </a:r>
            <a:r>
              <a:rPr sz="2400" kern="0" spc="-40" dirty="0">
                <a:solidFill>
                  <a:srgbClr val="434343"/>
                </a:solidFill>
                <a:latin typeface="Roboto"/>
                <a:cs typeface="Roboto"/>
              </a:rPr>
              <a:t> </a:t>
            </a:r>
            <a:r>
              <a:rPr sz="2400" kern="0" dirty="0">
                <a:solidFill>
                  <a:srgbClr val="434343"/>
                </a:solidFill>
                <a:latin typeface="Roboto"/>
                <a:cs typeface="Roboto"/>
              </a:rPr>
              <a:t>key</a:t>
            </a:r>
            <a:r>
              <a:rPr sz="2400" kern="0" spc="-40" dirty="0">
                <a:solidFill>
                  <a:srgbClr val="434343"/>
                </a:solidFill>
                <a:latin typeface="Roboto"/>
                <a:cs typeface="Roboto"/>
              </a:rPr>
              <a:t> </a:t>
            </a:r>
            <a:r>
              <a:rPr sz="2400" kern="0" spc="-33" dirty="0">
                <a:solidFill>
                  <a:srgbClr val="434343"/>
                </a:solidFill>
                <a:latin typeface="Roboto"/>
                <a:cs typeface="Roboto"/>
              </a:rPr>
              <a:t>fob</a:t>
            </a:r>
            <a:endParaRPr sz="2400" kern="0" dirty="0">
              <a:solidFill>
                <a:sysClr val="windowText" lastClr="000000"/>
              </a:solidFill>
              <a:latin typeface="Roboto"/>
              <a:cs typeface="Roboto"/>
            </a:endParaRPr>
          </a:p>
          <a:p>
            <a:pPr marL="572331" indent="-555398" defTabSz="1219170">
              <a:buFontTx/>
              <a:buAutoNum type="arabicPeriod"/>
              <a:tabLst>
                <a:tab pos="572331" algn="l"/>
                <a:tab pos="4795400" algn="l"/>
              </a:tabLst>
            </a:pPr>
            <a:r>
              <a:rPr sz="2400" kern="0" spc="-13" dirty="0">
                <a:solidFill>
                  <a:srgbClr val="434343"/>
                </a:solidFill>
                <a:latin typeface="Roboto"/>
                <a:cs typeface="Roboto"/>
              </a:rPr>
              <a:t>Search</a:t>
            </a:r>
            <a:r>
              <a:rPr lang="en-US" sz="2400" kern="0" dirty="0">
                <a:solidFill>
                  <a:srgbClr val="434343"/>
                </a:solidFill>
                <a:latin typeface="Roboto"/>
                <a:cs typeface="Roboto"/>
              </a:rPr>
              <a:t>	</a:t>
            </a:r>
            <a:r>
              <a:rPr sz="2400" kern="0" dirty="0">
                <a:solidFill>
                  <a:srgbClr val="434343"/>
                </a:solidFill>
                <a:latin typeface="Roboto"/>
                <a:cs typeface="Roboto"/>
              </a:rPr>
              <a:t>on</a:t>
            </a:r>
            <a:r>
              <a:rPr sz="2400" kern="0" spc="-27" dirty="0">
                <a:solidFill>
                  <a:srgbClr val="434343"/>
                </a:solidFill>
                <a:latin typeface="Roboto"/>
                <a:cs typeface="Roboto"/>
              </a:rPr>
              <a:t> </a:t>
            </a:r>
            <a:r>
              <a:rPr sz="2400" kern="0" spc="-13" dirty="0">
                <a:solidFill>
                  <a:srgbClr val="434343"/>
                </a:solidFill>
                <a:latin typeface="Roboto"/>
                <a:cs typeface="Roboto"/>
              </a:rPr>
              <a:t>Google</a:t>
            </a:r>
            <a:endParaRPr lang="en-US" sz="2400" kern="0" spc="-13" dirty="0">
              <a:solidFill>
                <a:srgbClr val="434343"/>
              </a:solidFill>
              <a:latin typeface="Roboto"/>
              <a:cs typeface="Roboto"/>
            </a:endParaRPr>
          </a:p>
          <a:p>
            <a:pPr marL="572331" indent="-555398" defTabSz="1219170">
              <a:buFontTx/>
              <a:buAutoNum type="arabicPeriod"/>
              <a:tabLst>
                <a:tab pos="572331" algn="l"/>
                <a:tab pos="4795400" algn="l"/>
              </a:tabLst>
            </a:pPr>
            <a:r>
              <a:rPr lang="en-US" sz="2400" kern="0" dirty="0">
                <a:solidFill>
                  <a:sysClr val="windowText" lastClr="000000"/>
                </a:solidFill>
                <a:latin typeface="Roboto"/>
                <a:cs typeface="Roboto"/>
              </a:rPr>
              <a:t>https://www.fcc.gov/oet/ea/fccid</a:t>
            </a:r>
            <a:endParaRPr sz="2400" kern="0" dirty="0">
              <a:solidFill>
                <a:sysClr val="windowText" lastClr="000000"/>
              </a:solidFill>
              <a:latin typeface="Roboto"/>
              <a:cs typeface="Roboto"/>
            </a:endParaRPr>
          </a:p>
        </p:txBody>
      </p:sp>
      <p:sp>
        <p:nvSpPr>
          <p:cNvPr id="4" name="object 4"/>
          <p:cNvSpPr txBox="1"/>
          <p:nvPr/>
        </p:nvSpPr>
        <p:spPr>
          <a:xfrm>
            <a:off x="604886" y="3743960"/>
            <a:ext cx="6833447" cy="427532"/>
          </a:xfrm>
          <a:prstGeom prst="rect">
            <a:avLst/>
          </a:prstGeom>
        </p:spPr>
        <p:txBody>
          <a:bodyPr vert="horz" wrap="square" lIns="0" tIns="16933" rIns="0" bIns="0" rtlCol="0">
            <a:spAutoFit/>
          </a:bodyPr>
          <a:lstStyle/>
          <a:p>
            <a:pPr marL="16933" defTabSz="1219170">
              <a:spcBef>
                <a:spcPts val="133"/>
              </a:spcBef>
              <a:tabLst>
                <a:tab pos="613818" algn="l"/>
              </a:tabLst>
            </a:pPr>
            <a:r>
              <a:rPr sz="2667" b="1" kern="0" spc="-33" dirty="0">
                <a:solidFill>
                  <a:srgbClr val="D13368"/>
                </a:solidFill>
                <a:latin typeface="Roboto"/>
                <a:cs typeface="Roboto"/>
              </a:rPr>
              <a:t>4.</a:t>
            </a:r>
            <a:r>
              <a:rPr sz="2667" b="1" kern="0" dirty="0">
                <a:solidFill>
                  <a:srgbClr val="D13368"/>
                </a:solidFill>
                <a:latin typeface="Roboto"/>
                <a:cs typeface="Roboto"/>
              </a:rPr>
              <a:t>	What</a:t>
            </a:r>
            <a:r>
              <a:rPr sz="2667" b="1" kern="0" spc="-53" dirty="0">
                <a:solidFill>
                  <a:srgbClr val="D13368"/>
                </a:solidFill>
                <a:latin typeface="Roboto"/>
                <a:cs typeface="Roboto"/>
              </a:rPr>
              <a:t> </a:t>
            </a:r>
            <a:r>
              <a:rPr sz="2667" b="1" kern="0" dirty="0">
                <a:solidFill>
                  <a:srgbClr val="D13368"/>
                </a:solidFill>
                <a:latin typeface="Roboto"/>
                <a:cs typeface="Roboto"/>
              </a:rPr>
              <a:t>frequency</a:t>
            </a:r>
            <a:r>
              <a:rPr sz="2667" b="1" kern="0" spc="-47" dirty="0">
                <a:solidFill>
                  <a:srgbClr val="D13368"/>
                </a:solidFill>
                <a:latin typeface="Roboto"/>
                <a:cs typeface="Roboto"/>
              </a:rPr>
              <a:t> </a:t>
            </a:r>
            <a:r>
              <a:rPr sz="2667" b="1" kern="0" dirty="0">
                <a:solidFill>
                  <a:srgbClr val="D13368"/>
                </a:solidFill>
                <a:latin typeface="Roboto"/>
                <a:cs typeface="Roboto"/>
              </a:rPr>
              <a:t>does</a:t>
            </a:r>
            <a:r>
              <a:rPr sz="2667" b="1" kern="0" spc="-53" dirty="0">
                <a:solidFill>
                  <a:srgbClr val="D13368"/>
                </a:solidFill>
                <a:latin typeface="Roboto"/>
                <a:cs typeface="Roboto"/>
              </a:rPr>
              <a:t> </a:t>
            </a:r>
            <a:r>
              <a:rPr sz="2667" b="1" kern="0" dirty="0">
                <a:solidFill>
                  <a:srgbClr val="D13368"/>
                </a:solidFill>
                <a:latin typeface="Roboto"/>
                <a:cs typeface="Roboto"/>
              </a:rPr>
              <a:t>the</a:t>
            </a:r>
            <a:r>
              <a:rPr sz="2667" b="1" kern="0" spc="-47" dirty="0">
                <a:solidFill>
                  <a:srgbClr val="D13368"/>
                </a:solidFill>
                <a:latin typeface="Roboto"/>
                <a:cs typeface="Roboto"/>
              </a:rPr>
              <a:t> </a:t>
            </a:r>
            <a:r>
              <a:rPr sz="2667" b="1" kern="0" dirty="0">
                <a:solidFill>
                  <a:srgbClr val="D13368"/>
                </a:solidFill>
                <a:latin typeface="Roboto"/>
                <a:cs typeface="Roboto"/>
              </a:rPr>
              <a:t>key</a:t>
            </a:r>
            <a:r>
              <a:rPr sz="2667" b="1" kern="0" spc="-53" dirty="0">
                <a:solidFill>
                  <a:srgbClr val="D13368"/>
                </a:solidFill>
                <a:latin typeface="Roboto"/>
                <a:cs typeface="Roboto"/>
              </a:rPr>
              <a:t> </a:t>
            </a:r>
            <a:r>
              <a:rPr sz="2667" b="1" kern="0" dirty="0">
                <a:solidFill>
                  <a:srgbClr val="D13368"/>
                </a:solidFill>
                <a:latin typeface="Roboto"/>
                <a:cs typeface="Roboto"/>
              </a:rPr>
              <a:t>fob</a:t>
            </a:r>
            <a:r>
              <a:rPr sz="2667" b="1" kern="0" spc="-47" dirty="0">
                <a:solidFill>
                  <a:srgbClr val="D13368"/>
                </a:solidFill>
                <a:latin typeface="Roboto"/>
                <a:cs typeface="Roboto"/>
              </a:rPr>
              <a:t> </a:t>
            </a:r>
            <a:r>
              <a:rPr sz="2667" b="1" kern="0" dirty="0">
                <a:solidFill>
                  <a:srgbClr val="D13368"/>
                </a:solidFill>
                <a:latin typeface="Roboto"/>
                <a:cs typeface="Roboto"/>
              </a:rPr>
              <a:t>run</a:t>
            </a:r>
            <a:r>
              <a:rPr sz="2667" b="1" kern="0" spc="-53" dirty="0">
                <a:solidFill>
                  <a:srgbClr val="D13368"/>
                </a:solidFill>
                <a:latin typeface="Roboto"/>
                <a:cs typeface="Roboto"/>
              </a:rPr>
              <a:t> </a:t>
            </a:r>
            <a:r>
              <a:rPr sz="2667" b="1" kern="0" spc="-33" dirty="0">
                <a:solidFill>
                  <a:srgbClr val="D13368"/>
                </a:solidFill>
                <a:latin typeface="Roboto"/>
                <a:cs typeface="Roboto"/>
              </a:rPr>
              <a:t>on?</a:t>
            </a:r>
            <a:endParaRPr sz="2667" kern="0">
              <a:solidFill>
                <a:sysClr val="windowText" lastClr="000000"/>
              </a:solidFill>
              <a:latin typeface="Roboto"/>
              <a:cs typeface="Roboto"/>
            </a:endParaRPr>
          </a:p>
        </p:txBody>
      </p:sp>
      <p:sp>
        <p:nvSpPr>
          <p:cNvPr id="7" name="object 7"/>
          <p:cNvSpPr txBox="1">
            <a:spLocks noGrp="1"/>
          </p:cNvSpPr>
          <p:nvPr>
            <p:ph type="sldNum" sz="quarter" idx="12"/>
          </p:nvPr>
        </p:nvSpPr>
        <p:spPr>
          <a:prstGeom prst="rect">
            <a:avLst/>
          </a:prstGeom>
        </p:spPr>
        <p:txBody>
          <a:bodyPr vert="horz" wrap="square" lIns="0" tIns="0" rIns="0" bIns="0" rtlCol="0">
            <a:spAutoFit/>
          </a:bodyPr>
          <a:lstStyle/>
          <a:p>
            <a:pPr marL="50799" defTabSz="1219170">
              <a:lnSpc>
                <a:spcPts val="2193"/>
              </a:lnSpc>
            </a:pPr>
            <a:fld id="{81D60167-4931-47E6-BA6A-407CBD079E47}" type="slidenum">
              <a:rPr kern="0" spc="-33" dirty="0"/>
              <a:pPr marL="50799" defTabSz="1219170">
                <a:lnSpc>
                  <a:spcPts val="2193"/>
                </a:lnSpc>
              </a:pPr>
              <a:t>4</a:t>
            </a:fld>
            <a:endParaRPr kern="0" spc="-33" dirty="0"/>
          </a:p>
        </p:txBody>
      </p:sp>
      <p:sp>
        <p:nvSpPr>
          <p:cNvPr id="5" name="object 5" descr="$PPTXTitle"/>
          <p:cNvSpPr txBox="1">
            <a:spLocks noGrp="1"/>
          </p:cNvSpPr>
          <p:nvPr>
            <p:ph type="title" idx="4294967295"/>
          </p:nvPr>
        </p:nvSpPr>
        <p:spPr>
          <a:xfrm>
            <a:off x="0" y="557213"/>
            <a:ext cx="6330950" cy="631825"/>
          </a:xfrm>
          <a:prstGeom prst="rect">
            <a:avLst/>
          </a:prstGeom>
        </p:spPr>
        <p:txBody>
          <a:bodyPr vert="horz" wrap="square" lIns="0" tIns="16933" rIns="0" bIns="0" rtlCol="0">
            <a:spAutoFit/>
          </a:bodyPr>
          <a:lstStyle/>
          <a:p>
            <a:pPr marL="16933">
              <a:spcBef>
                <a:spcPts val="133"/>
              </a:spcBef>
            </a:pPr>
            <a:r>
              <a:rPr dirty="0"/>
              <a:t>FCCID</a:t>
            </a:r>
            <a:r>
              <a:rPr spc="-80" dirty="0"/>
              <a:t> </a:t>
            </a:r>
            <a:r>
              <a:rPr dirty="0"/>
              <a:t>Lookup</a:t>
            </a:r>
            <a:r>
              <a:rPr spc="-60" dirty="0"/>
              <a:t> </a:t>
            </a:r>
            <a:r>
              <a:rPr dirty="0">
                <a:solidFill>
                  <a:srgbClr val="2A3890"/>
                </a:solidFill>
              </a:rPr>
              <a:t>–</a:t>
            </a:r>
            <a:r>
              <a:rPr spc="-80" dirty="0">
                <a:solidFill>
                  <a:srgbClr val="2A3890"/>
                </a:solidFill>
              </a:rPr>
              <a:t> </a:t>
            </a:r>
            <a:r>
              <a:rPr spc="-13" dirty="0">
                <a:solidFill>
                  <a:srgbClr val="2A3890"/>
                </a:solidFill>
              </a:rPr>
              <a:t>Exercise</a:t>
            </a:r>
          </a:p>
        </p:txBody>
      </p:sp>
      <p:pic>
        <p:nvPicPr>
          <p:cNvPr id="6" name="object 6"/>
          <p:cNvPicPr/>
          <p:nvPr/>
        </p:nvPicPr>
        <p:blipFill>
          <a:blip r:embed="rId3" cstate="email">
            <a:extLst>
              <a:ext uri="{28A0092B-C50C-407E-A947-70E740481C1C}">
                <a14:useLocalDpi xmlns:a14="http://schemas.microsoft.com/office/drawing/2010/main"/>
              </a:ext>
            </a:extLst>
          </a:blip>
          <a:stretch>
            <a:fillRect/>
          </a:stretch>
        </p:blipFill>
        <p:spPr>
          <a:xfrm>
            <a:off x="8112132" y="814367"/>
            <a:ext cx="3368832" cy="5692767"/>
          </a:xfrm>
          <a:prstGeom prst="rect">
            <a:avLst/>
          </a:prstGeom>
        </p:spPr>
      </p:pic>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idx="4294967295"/>
          </p:nvPr>
        </p:nvSpPr>
        <p:spPr>
          <a:xfrm>
            <a:off x="0" y="613363"/>
            <a:ext cx="8370771" cy="631825"/>
          </a:xfrm>
          <a:prstGeom prst="rect">
            <a:avLst/>
          </a:prstGeom>
        </p:spPr>
        <p:txBody>
          <a:bodyPr vert="horz" wrap="square" lIns="0" tIns="16933" rIns="0" bIns="0" rtlCol="0">
            <a:spAutoFit/>
          </a:bodyPr>
          <a:lstStyle/>
          <a:p>
            <a:pPr marL="16933">
              <a:spcBef>
                <a:spcPts val="133"/>
              </a:spcBef>
            </a:pPr>
            <a:r>
              <a:rPr dirty="0"/>
              <a:t>FCCID</a:t>
            </a:r>
            <a:r>
              <a:rPr spc="-73" dirty="0"/>
              <a:t> </a:t>
            </a:r>
            <a:r>
              <a:rPr dirty="0"/>
              <a:t>Lookup</a:t>
            </a:r>
            <a:r>
              <a:rPr spc="-47" dirty="0"/>
              <a:t> </a:t>
            </a:r>
            <a:r>
              <a:rPr dirty="0">
                <a:solidFill>
                  <a:srgbClr val="2A3890"/>
                </a:solidFill>
              </a:rPr>
              <a:t>–</a:t>
            </a:r>
            <a:r>
              <a:rPr spc="-67" dirty="0">
                <a:solidFill>
                  <a:srgbClr val="2A3890"/>
                </a:solidFill>
              </a:rPr>
              <a:t> </a:t>
            </a:r>
            <a:r>
              <a:rPr dirty="0">
                <a:solidFill>
                  <a:srgbClr val="2A3890"/>
                </a:solidFill>
              </a:rPr>
              <a:t>Other</a:t>
            </a:r>
            <a:r>
              <a:rPr spc="-67" dirty="0">
                <a:solidFill>
                  <a:srgbClr val="2A3890"/>
                </a:solidFill>
              </a:rPr>
              <a:t> </a:t>
            </a:r>
            <a:r>
              <a:rPr spc="-13" dirty="0">
                <a:solidFill>
                  <a:srgbClr val="2A3890"/>
                </a:solidFill>
              </a:rPr>
              <a:t>Examples</a:t>
            </a:r>
          </a:p>
        </p:txBody>
      </p:sp>
      <p:grpSp>
        <p:nvGrpSpPr>
          <p:cNvPr id="3" name="object 3"/>
          <p:cNvGrpSpPr/>
          <p:nvPr/>
        </p:nvGrpSpPr>
        <p:grpSpPr>
          <a:xfrm>
            <a:off x="1341934" y="1509400"/>
            <a:ext cx="3553460" cy="2198793"/>
            <a:chOff x="1006450" y="1132049"/>
            <a:chExt cx="2665095" cy="1649095"/>
          </a:xfrm>
        </p:grpSpPr>
        <p:pic>
          <p:nvPicPr>
            <p:cNvPr id="4" name="object 4"/>
            <p:cNvPicPr/>
            <p:nvPr/>
          </p:nvPicPr>
          <p:blipFill>
            <a:blip r:embed="rId3" cstate="email">
              <a:extLst>
                <a:ext uri="{28A0092B-C50C-407E-A947-70E740481C1C}">
                  <a14:useLocalDpi xmlns:a14="http://schemas.microsoft.com/office/drawing/2010/main"/>
                </a:ext>
              </a:extLst>
            </a:blip>
            <a:stretch>
              <a:fillRect/>
            </a:stretch>
          </p:blipFill>
          <p:spPr>
            <a:xfrm>
              <a:off x="1015975" y="1141574"/>
              <a:ext cx="2645450" cy="1629425"/>
            </a:xfrm>
            <a:prstGeom prst="rect">
              <a:avLst/>
            </a:prstGeom>
          </p:spPr>
        </p:pic>
        <p:sp>
          <p:nvSpPr>
            <p:cNvPr id="5" name="object 5"/>
            <p:cNvSpPr/>
            <p:nvPr/>
          </p:nvSpPr>
          <p:spPr>
            <a:xfrm>
              <a:off x="1011212" y="1136812"/>
              <a:ext cx="2655570" cy="1639570"/>
            </a:xfrm>
            <a:custGeom>
              <a:avLst/>
              <a:gdLst/>
              <a:ahLst/>
              <a:cxnLst/>
              <a:rect l="l" t="t" r="r" b="b"/>
              <a:pathLst>
                <a:path w="2655570" h="1639570">
                  <a:moveTo>
                    <a:pt x="0" y="0"/>
                  </a:moveTo>
                  <a:lnTo>
                    <a:pt x="2654975" y="0"/>
                  </a:lnTo>
                  <a:lnTo>
                    <a:pt x="2654975" y="1638950"/>
                  </a:lnTo>
                  <a:lnTo>
                    <a:pt x="0" y="1638950"/>
                  </a:lnTo>
                  <a:lnTo>
                    <a:pt x="0" y="0"/>
                  </a:lnTo>
                  <a:close/>
                </a:path>
              </a:pathLst>
            </a:custGeom>
            <a:ln w="9524">
              <a:solidFill>
                <a:srgbClr val="434343"/>
              </a:solidFill>
            </a:ln>
          </p:spPr>
          <p:txBody>
            <a:bodyPr wrap="square" lIns="0" tIns="0" rIns="0" bIns="0" rtlCol="0"/>
            <a:lstStyle/>
            <a:p>
              <a:pPr defTabSz="1219170"/>
              <a:endParaRPr sz="2400" kern="0">
                <a:solidFill>
                  <a:sysClr val="windowText" lastClr="000000"/>
                </a:solidFill>
              </a:endParaRPr>
            </a:p>
          </p:txBody>
        </p:sp>
      </p:grpSp>
      <p:sp>
        <p:nvSpPr>
          <p:cNvPr id="6" name="object 6"/>
          <p:cNvSpPr txBox="1"/>
          <p:nvPr/>
        </p:nvSpPr>
        <p:spPr>
          <a:xfrm>
            <a:off x="2159102" y="3779841"/>
            <a:ext cx="1916007" cy="386430"/>
          </a:xfrm>
          <a:prstGeom prst="rect">
            <a:avLst/>
          </a:prstGeom>
        </p:spPr>
        <p:txBody>
          <a:bodyPr vert="horz" wrap="square" lIns="0" tIns="16933" rIns="0" bIns="0" rtlCol="0">
            <a:spAutoFit/>
          </a:bodyPr>
          <a:lstStyle/>
          <a:p>
            <a:pPr marL="16933" defTabSz="1219170">
              <a:spcBef>
                <a:spcPts val="133"/>
              </a:spcBef>
            </a:pPr>
            <a:r>
              <a:rPr sz="2400" b="1" kern="0" dirty="0">
                <a:solidFill>
                  <a:srgbClr val="212D73"/>
                </a:solidFill>
                <a:latin typeface="Roboto"/>
                <a:cs typeface="Roboto"/>
              </a:rPr>
              <a:t>iPhone</a:t>
            </a:r>
            <a:r>
              <a:rPr sz="2400" b="1" kern="0" spc="-120" dirty="0">
                <a:solidFill>
                  <a:srgbClr val="212D73"/>
                </a:solidFill>
                <a:latin typeface="Roboto"/>
                <a:cs typeface="Roboto"/>
              </a:rPr>
              <a:t> </a:t>
            </a:r>
            <a:r>
              <a:rPr sz="2400" b="1" kern="0" spc="-13" dirty="0">
                <a:solidFill>
                  <a:srgbClr val="212D73"/>
                </a:solidFill>
                <a:latin typeface="Roboto"/>
                <a:cs typeface="Roboto"/>
              </a:rPr>
              <a:t>FCCID</a:t>
            </a:r>
            <a:endParaRPr sz="2400" kern="0">
              <a:solidFill>
                <a:sysClr val="windowText" lastClr="000000"/>
              </a:solidFill>
              <a:latin typeface="Roboto"/>
              <a:cs typeface="Roboto"/>
            </a:endParaRPr>
          </a:p>
        </p:txBody>
      </p:sp>
      <p:grpSp>
        <p:nvGrpSpPr>
          <p:cNvPr id="7" name="object 7"/>
          <p:cNvGrpSpPr/>
          <p:nvPr/>
        </p:nvGrpSpPr>
        <p:grpSpPr>
          <a:xfrm>
            <a:off x="7028999" y="1509401"/>
            <a:ext cx="4030133" cy="2198793"/>
            <a:chOff x="5271749" y="1132050"/>
            <a:chExt cx="3022600" cy="1649095"/>
          </a:xfrm>
        </p:grpSpPr>
        <p:pic>
          <p:nvPicPr>
            <p:cNvPr id="8" name="object 8"/>
            <p:cNvPicPr/>
            <p:nvPr/>
          </p:nvPicPr>
          <p:blipFill>
            <a:blip r:embed="rId4" cstate="email">
              <a:extLst>
                <a:ext uri="{28A0092B-C50C-407E-A947-70E740481C1C}">
                  <a14:useLocalDpi xmlns:a14="http://schemas.microsoft.com/office/drawing/2010/main"/>
                </a:ext>
              </a:extLst>
            </a:blip>
            <a:stretch>
              <a:fillRect/>
            </a:stretch>
          </p:blipFill>
          <p:spPr>
            <a:xfrm>
              <a:off x="5281274" y="1141575"/>
              <a:ext cx="3003418" cy="1629424"/>
            </a:xfrm>
            <a:prstGeom prst="rect">
              <a:avLst/>
            </a:prstGeom>
          </p:spPr>
        </p:pic>
        <p:sp>
          <p:nvSpPr>
            <p:cNvPr id="9" name="object 9"/>
            <p:cNvSpPr/>
            <p:nvPr/>
          </p:nvSpPr>
          <p:spPr>
            <a:xfrm>
              <a:off x="5276512" y="1136812"/>
              <a:ext cx="3013075" cy="1639570"/>
            </a:xfrm>
            <a:custGeom>
              <a:avLst/>
              <a:gdLst/>
              <a:ahLst/>
              <a:cxnLst/>
              <a:rect l="l" t="t" r="r" b="b"/>
              <a:pathLst>
                <a:path w="3013075" h="1639570">
                  <a:moveTo>
                    <a:pt x="0" y="0"/>
                  </a:moveTo>
                  <a:lnTo>
                    <a:pt x="3012943" y="0"/>
                  </a:lnTo>
                  <a:lnTo>
                    <a:pt x="3012943" y="1638949"/>
                  </a:lnTo>
                  <a:lnTo>
                    <a:pt x="0" y="1638949"/>
                  </a:lnTo>
                  <a:lnTo>
                    <a:pt x="0" y="0"/>
                  </a:lnTo>
                  <a:close/>
                </a:path>
              </a:pathLst>
            </a:custGeom>
            <a:ln w="9524">
              <a:solidFill>
                <a:srgbClr val="434343"/>
              </a:solidFill>
            </a:ln>
          </p:spPr>
          <p:txBody>
            <a:bodyPr wrap="square" lIns="0" tIns="0" rIns="0" bIns="0" rtlCol="0"/>
            <a:lstStyle/>
            <a:p>
              <a:pPr defTabSz="1219170"/>
              <a:endParaRPr sz="2400" kern="0">
                <a:solidFill>
                  <a:sysClr val="windowText" lastClr="000000"/>
                </a:solidFill>
              </a:endParaRPr>
            </a:p>
          </p:txBody>
        </p:sp>
      </p:grpSp>
      <p:sp>
        <p:nvSpPr>
          <p:cNvPr id="10" name="object 10"/>
          <p:cNvSpPr txBox="1"/>
          <p:nvPr/>
        </p:nvSpPr>
        <p:spPr>
          <a:xfrm>
            <a:off x="8018145" y="3779841"/>
            <a:ext cx="2049780" cy="386430"/>
          </a:xfrm>
          <a:prstGeom prst="rect">
            <a:avLst/>
          </a:prstGeom>
        </p:spPr>
        <p:txBody>
          <a:bodyPr vert="horz" wrap="square" lIns="0" tIns="16933" rIns="0" bIns="0" rtlCol="0">
            <a:spAutoFit/>
          </a:bodyPr>
          <a:lstStyle/>
          <a:p>
            <a:pPr marL="16933" defTabSz="1219170">
              <a:spcBef>
                <a:spcPts val="133"/>
              </a:spcBef>
            </a:pPr>
            <a:r>
              <a:rPr sz="2400" b="1" kern="0" dirty="0">
                <a:solidFill>
                  <a:srgbClr val="212D73"/>
                </a:solidFill>
                <a:latin typeface="Roboto"/>
                <a:cs typeface="Roboto"/>
              </a:rPr>
              <a:t>Key</a:t>
            </a:r>
            <a:r>
              <a:rPr sz="2400" b="1" kern="0" spc="-67" dirty="0">
                <a:solidFill>
                  <a:srgbClr val="212D73"/>
                </a:solidFill>
                <a:latin typeface="Roboto"/>
                <a:cs typeface="Roboto"/>
              </a:rPr>
              <a:t> </a:t>
            </a:r>
            <a:r>
              <a:rPr sz="2400" b="1" kern="0" dirty="0">
                <a:solidFill>
                  <a:srgbClr val="212D73"/>
                </a:solidFill>
                <a:latin typeface="Roboto"/>
                <a:cs typeface="Roboto"/>
              </a:rPr>
              <a:t>Fob</a:t>
            </a:r>
            <a:r>
              <a:rPr sz="2400" b="1" kern="0" spc="-60" dirty="0">
                <a:solidFill>
                  <a:srgbClr val="212D73"/>
                </a:solidFill>
                <a:latin typeface="Roboto"/>
                <a:cs typeface="Roboto"/>
              </a:rPr>
              <a:t> </a:t>
            </a:r>
            <a:r>
              <a:rPr sz="2400" b="1" kern="0" spc="-13" dirty="0">
                <a:solidFill>
                  <a:srgbClr val="212D73"/>
                </a:solidFill>
                <a:latin typeface="Roboto"/>
                <a:cs typeface="Roboto"/>
              </a:rPr>
              <a:t>FCCID</a:t>
            </a:r>
            <a:endParaRPr sz="2400" kern="0">
              <a:solidFill>
                <a:sysClr val="windowText" lastClr="000000"/>
              </a:solidFill>
              <a:latin typeface="Roboto"/>
              <a:cs typeface="Roboto"/>
            </a:endParaRPr>
          </a:p>
        </p:txBody>
      </p:sp>
      <p:grpSp>
        <p:nvGrpSpPr>
          <p:cNvPr id="11" name="object 11"/>
          <p:cNvGrpSpPr/>
          <p:nvPr/>
        </p:nvGrpSpPr>
        <p:grpSpPr>
          <a:xfrm>
            <a:off x="4689667" y="4281966"/>
            <a:ext cx="2786380" cy="1943100"/>
            <a:chOff x="3517250" y="3211474"/>
            <a:chExt cx="2089785" cy="1457325"/>
          </a:xfrm>
        </p:grpSpPr>
        <p:pic>
          <p:nvPicPr>
            <p:cNvPr id="12" name="object 12"/>
            <p:cNvPicPr/>
            <p:nvPr/>
          </p:nvPicPr>
          <p:blipFill>
            <a:blip r:embed="rId5" cstate="email">
              <a:extLst>
                <a:ext uri="{28A0092B-C50C-407E-A947-70E740481C1C}">
                  <a14:useLocalDpi xmlns:a14="http://schemas.microsoft.com/office/drawing/2010/main"/>
                </a:ext>
              </a:extLst>
            </a:blip>
            <a:stretch>
              <a:fillRect/>
            </a:stretch>
          </p:blipFill>
          <p:spPr>
            <a:xfrm>
              <a:off x="3526775" y="3220999"/>
              <a:ext cx="2070324" cy="1437749"/>
            </a:xfrm>
            <a:prstGeom prst="rect">
              <a:avLst/>
            </a:prstGeom>
          </p:spPr>
        </p:pic>
        <p:sp>
          <p:nvSpPr>
            <p:cNvPr id="13" name="object 13"/>
            <p:cNvSpPr/>
            <p:nvPr/>
          </p:nvSpPr>
          <p:spPr>
            <a:xfrm>
              <a:off x="3522012" y="3216237"/>
              <a:ext cx="2080260" cy="1447800"/>
            </a:xfrm>
            <a:custGeom>
              <a:avLst/>
              <a:gdLst/>
              <a:ahLst/>
              <a:cxnLst/>
              <a:rect l="l" t="t" r="r" b="b"/>
              <a:pathLst>
                <a:path w="2080260" h="1447800">
                  <a:moveTo>
                    <a:pt x="0" y="0"/>
                  </a:moveTo>
                  <a:lnTo>
                    <a:pt x="2079849" y="0"/>
                  </a:lnTo>
                  <a:lnTo>
                    <a:pt x="2079849" y="1447274"/>
                  </a:lnTo>
                  <a:lnTo>
                    <a:pt x="0" y="1447274"/>
                  </a:lnTo>
                  <a:lnTo>
                    <a:pt x="0" y="0"/>
                  </a:lnTo>
                  <a:close/>
                </a:path>
              </a:pathLst>
            </a:custGeom>
            <a:ln w="9524">
              <a:solidFill>
                <a:srgbClr val="434343"/>
              </a:solidFill>
            </a:ln>
          </p:spPr>
          <p:txBody>
            <a:bodyPr wrap="square" lIns="0" tIns="0" rIns="0" bIns="0" rtlCol="0"/>
            <a:lstStyle/>
            <a:p>
              <a:pPr defTabSz="1219170"/>
              <a:endParaRPr sz="2400" kern="0">
                <a:solidFill>
                  <a:sysClr val="windowText" lastClr="000000"/>
                </a:solidFill>
              </a:endParaRPr>
            </a:p>
          </p:txBody>
        </p:sp>
      </p:grpSp>
      <p:sp>
        <p:nvSpPr>
          <p:cNvPr id="14" name="object 14"/>
          <p:cNvSpPr txBox="1"/>
          <p:nvPr/>
        </p:nvSpPr>
        <p:spPr>
          <a:xfrm>
            <a:off x="4603347" y="6318869"/>
            <a:ext cx="2954867" cy="359073"/>
          </a:xfrm>
          <a:prstGeom prst="rect">
            <a:avLst/>
          </a:prstGeom>
        </p:spPr>
        <p:txBody>
          <a:bodyPr vert="horz" wrap="square" lIns="0" tIns="0" rIns="0" bIns="0" rtlCol="0">
            <a:spAutoFit/>
          </a:bodyPr>
          <a:lstStyle/>
          <a:p>
            <a:pPr marL="16933" defTabSz="1219170">
              <a:lnSpc>
                <a:spcPts val="2840"/>
              </a:lnSpc>
            </a:pPr>
            <a:r>
              <a:rPr sz="2400" b="1" kern="0" dirty="0">
                <a:solidFill>
                  <a:srgbClr val="212D73"/>
                </a:solidFill>
                <a:latin typeface="Roboto"/>
                <a:cs typeface="Roboto"/>
              </a:rPr>
              <a:t>PS5</a:t>
            </a:r>
            <a:r>
              <a:rPr sz="2400" b="1" kern="0" spc="-53" dirty="0">
                <a:solidFill>
                  <a:srgbClr val="212D73"/>
                </a:solidFill>
                <a:latin typeface="Roboto"/>
                <a:cs typeface="Roboto"/>
              </a:rPr>
              <a:t> </a:t>
            </a:r>
            <a:r>
              <a:rPr sz="2400" b="1" kern="0" spc="-13" dirty="0">
                <a:solidFill>
                  <a:srgbClr val="212D73"/>
                </a:solidFill>
                <a:latin typeface="Roboto"/>
                <a:cs typeface="Roboto"/>
              </a:rPr>
              <a:t>Controller</a:t>
            </a:r>
            <a:r>
              <a:rPr sz="2400" b="1" kern="0" spc="-47" dirty="0">
                <a:solidFill>
                  <a:srgbClr val="212D73"/>
                </a:solidFill>
                <a:latin typeface="Roboto"/>
                <a:cs typeface="Roboto"/>
              </a:rPr>
              <a:t> </a:t>
            </a:r>
            <a:r>
              <a:rPr sz="2400" b="1" kern="0" spc="-13" dirty="0">
                <a:solidFill>
                  <a:srgbClr val="212D73"/>
                </a:solidFill>
                <a:latin typeface="Roboto"/>
                <a:cs typeface="Roboto"/>
              </a:rPr>
              <a:t>FCCID</a:t>
            </a:r>
            <a:endParaRPr sz="2400" kern="0">
              <a:solidFill>
                <a:sysClr val="windowText" lastClr="000000"/>
              </a:solidFill>
              <a:latin typeface="Roboto"/>
              <a:cs typeface="Roboto"/>
            </a:endParaRPr>
          </a:p>
        </p:txBody>
      </p:sp>
      <p:sp>
        <p:nvSpPr>
          <p:cNvPr id="15" name="object 15"/>
          <p:cNvSpPr txBox="1"/>
          <p:nvPr/>
        </p:nvSpPr>
        <p:spPr>
          <a:xfrm>
            <a:off x="11377941" y="6320327"/>
            <a:ext cx="298027" cy="282129"/>
          </a:xfrm>
          <a:prstGeom prst="rect">
            <a:avLst/>
          </a:prstGeom>
        </p:spPr>
        <p:txBody>
          <a:bodyPr vert="horz" wrap="square" lIns="0" tIns="0" rIns="0" bIns="0" rtlCol="0">
            <a:spAutoFit/>
          </a:bodyPr>
          <a:lstStyle/>
          <a:p>
            <a:pPr marL="16933" defTabSz="1219170">
              <a:lnSpc>
                <a:spcPts val="2193"/>
              </a:lnSpc>
            </a:pPr>
            <a:r>
              <a:rPr sz="1867" kern="0" spc="-33" dirty="0">
                <a:solidFill>
                  <a:srgbClr val="434343"/>
                </a:solidFill>
                <a:latin typeface="Arial"/>
                <a:cs typeface="Arial"/>
              </a:rPr>
              <a:t>38</a:t>
            </a:r>
            <a:endParaRPr sz="1867" kern="0">
              <a:solidFill>
                <a:sysClr val="windowText" lastClr="000000"/>
              </a:solidFill>
              <a:latin typeface="Arial"/>
              <a:cs typeface="Arial"/>
            </a:endParaRPr>
          </a:p>
        </p:txBody>
      </p:sp>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 name="ARTICULATE_SLIDE_COUNT" val="155"/>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67B86F8708159745A0B6896184DE9576" ma:contentTypeVersion="19" ma:contentTypeDescription="Create a new document." ma:contentTypeScope="" ma:versionID="493bf26d373952ea1ae3b9e24cd19b33">
  <xsd:schema xmlns:xsd="http://www.w3.org/2001/XMLSchema" xmlns:xs="http://www.w3.org/2001/XMLSchema" xmlns:p="http://schemas.microsoft.com/office/2006/metadata/properties" xmlns:ns2="c7a77415-c4a3-4262-8430-671f3e8707b6" xmlns:ns3="69a7259e-7a2c-42d5-bc84-25eccf0dce8b" targetNamespace="http://schemas.microsoft.com/office/2006/metadata/properties" ma:root="true" ma:fieldsID="69c00e31f84d56e19bb090b7ea67ab52" ns2:_="" ns3:_="">
    <xsd:import namespace="c7a77415-c4a3-4262-8430-671f3e8707b6"/>
    <xsd:import namespace="69a7259e-7a2c-42d5-bc84-25eccf0dce8b"/>
    <xsd:element name="properties">
      <xsd:complexType>
        <xsd:sequence>
          <xsd:element name="documentManagement">
            <xsd:complexType>
              <xsd:all>
                <xsd:element ref="ns2:_dlc_DocId" minOccurs="0"/>
                <xsd:element ref="ns2:_dlc_DocIdUrl" minOccurs="0"/>
                <xsd:element ref="ns2:_dlc_DocIdPersistId" minOccurs="0"/>
                <xsd:element ref="ns3:MediaServiceMetadata" minOccurs="0"/>
                <xsd:element ref="ns3:MediaServiceFastMetadata" minOccurs="0"/>
                <xsd:element ref="ns3:MediaServiceAutoKeyPoints" minOccurs="0"/>
                <xsd:element ref="ns3:MediaServiceKeyPoints"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ServiceLocation" minOccurs="0"/>
                <xsd:element ref="ns2:SharedWithUsers" minOccurs="0"/>
                <xsd:element ref="ns2:SharedWithDetails" minOccurs="0"/>
                <xsd:element ref="ns3:MediaLengthInSeconds" minOccurs="0"/>
                <xsd:element ref="ns3:lcf76f155ced4ddcb4097134ff3c332f" minOccurs="0"/>
                <xsd:element ref="ns2:TaxCatchAll" minOccurs="0"/>
                <xsd:element ref="ns3:MediaServiceObjectDetectorVersions" minOccurs="0"/>
                <xsd:element ref="ns3:MediaServiceSearchProperties"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7a77415-c4a3-4262-8430-671f3e8707b6"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element name="SharedWithUsers" ma:index="2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2" nillable="true" ma:displayName="Shared With Details" ma:internalName="SharedWithDetails" ma:readOnly="true">
      <xsd:simpleType>
        <xsd:restriction base="dms:Note">
          <xsd:maxLength value="255"/>
        </xsd:restriction>
      </xsd:simpleType>
    </xsd:element>
    <xsd:element name="TaxCatchAll" ma:index="26" nillable="true" ma:displayName="Taxonomy Catch All Column" ma:hidden="true" ma:list="{d3a045ce-0abc-407a-a385-daab9685d46b}" ma:internalName="TaxCatchAll" ma:showField="CatchAllData" ma:web="c7a77415-c4a3-4262-8430-671f3e8707b6">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69a7259e-7a2c-42d5-bc84-25eccf0dce8b"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AutoTags" ma:index="15" nillable="true" ma:displayName="Tags" ma:internalName="MediaServiceAutoTag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DateTaken" ma:index="19" nillable="true" ma:displayName="MediaServiceDateTaken" ma:hidden="true" ma:internalName="MediaServiceDateTaken" ma:readOnly="true">
      <xsd:simpleType>
        <xsd:restriction base="dms:Text"/>
      </xsd:simpleType>
    </xsd:element>
    <xsd:element name="MediaServiceLocation" ma:index="20" nillable="true" ma:displayName="Location" ma:internalName="MediaServiceLocation" ma:readOnly="true">
      <xsd:simpleType>
        <xsd:restriction base="dms:Text"/>
      </xsd:simpleType>
    </xsd:element>
    <xsd:element name="MediaLengthInSeconds" ma:index="23" nillable="true" ma:displayName="Length (seconds)" ma:internalName="MediaLengthInSeconds" ma:readOnly="true">
      <xsd:simpleType>
        <xsd:restriction base="dms:Unknown"/>
      </xsd:simpleType>
    </xsd:element>
    <xsd:element name="lcf76f155ced4ddcb4097134ff3c332f" ma:index="25" nillable="true" ma:taxonomy="true" ma:internalName="lcf76f155ced4ddcb4097134ff3c332f" ma:taxonomyFieldName="MediaServiceImageTags" ma:displayName="Image Tags" ma:readOnly="false" ma:fieldId="{5cf76f15-5ced-4ddc-b409-7134ff3c332f}" ma:taxonomyMulti="true" ma:sspId="ca126d71-af09-421f-972c-d16e59c147a3"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7"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8" nillable="true" ma:displayName="MediaServiceSearchProperties" ma:hidden="true" ma:internalName="MediaServiceSearchProperties" ma:readOnly="true">
      <xsd:simpleType>
        <xsd:restriction base="dms:Note"/>
      </xsd:simpleType>
    </xsd:element>
    <xsd:element name="MediaServiceBillingMetadata" ma:index="29"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dlc_DocId xmlns="c7a77415-c4a3-4262-8430-671f3e8707b6">7J4PPY27XH2W-901365475-257158</_dlc_DocId>
    <_dlc_DocIdUrl xmlns="c7a77415-c4a3-4262-8430-671f3e8707b6">
      <Url>https://automotivei.sharepoint.com/sites/PMO/_layouts/15/DocIdRedir.aspx?ID=7J4PPY27XH2W-901365475-257158</Url>
      <Description>7J4PPY27XH2W-901365475-257158</Description>
    </_dlc_DocIdUrl>
    <TaxCatchAll xmlns="c7a77415-c4a3-4262-8430-671f3e8707b6" xsi:nil="true"/>
    <lcf76f155ced4ddcb4097134ff3c332f xmlns="69a7259e-7a2c-42d5-bc84-25eccf0dce8b">
      <Terms xmlns="http://schemas.microsoft.com/office/infopath/2007/PartnerControls"/>
    </lcf76f155ced4ddcb4097134ff3c332f>
  </documentManagement>
</p:properties>
</file>

<file path=customXml/item4.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Props1.xml><?xml version="1.0" encoding="utf-8"?>
<ds:datastoreItem xmlns:ds="http://schemas.openxmlformats.org/officeDocument/2006/customXml" ds:itemID="{84EE72F3-C956-4A5B-833F-E761B5D8ACD8}">
  <ds:schemaRefs>
    <ds:schemaRef ds:uri="http://schemas.microsoft.com/sharepoint/v3/contenttype/forms"/>
  </ds:schemaRefs>
</ds:datastoreItem>
</file>

<file path=customXml/itemProps2.xml><?xml version="1.0" encoding="utf-8"?>
<ds:datastoreItem xmlns:ds="http://schemas.openxmlformats.org/officeDocument/2006/customXml" ds:itemID="{8FEF19B7-7529-453B-A7D5-A8465340F17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7a77415-c4a3-4262-8430-671f3e8707b6"/>
    <ds:schemaRef ds:uri="69a7259e-7a2c-42d5-bc84-25eccf0dce8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71A463F-9F4B-47AC-91AA-3962FD8F3CE5}">
  <ds:schemaRefs>
    <ds:schemaRef ds:uri="http://schemas.microsoft.com/office/2006/metadata/properties"/>
    <ds:schemaRef ds:uri="http://schemas.microsoft.com/office/infopath/2007/PartnerControls"/>
    <ds:schemaRef ds:uri="c7a77415-c4a3-4262-8430-671f3e8707b6"/>
    <ds:schemaRef ds:uri="69a7259e-7a2c-42d5-bc84-25eccf0dce8b"/>
  </ds:schemaRefs>
</ds:datastoreItem>
</file>

<file path=customXml/itemProps4.xml><?xml version="1.0" encoding="utf-8"?>
<ds:datastoreItem xmlns:ds="http://schemas.openxmlformats.org/officeDocument/2006/customXml" ds:itemID="{54C592EF-85C1-482B-896B-DED434B6FCCC}">
  <ds:schemaRefs>
    <ds:schemaRef ds:uri="http://schemas.microsoft.com/sharepoint/events"/>
  </ds:schemaRefs>
</ds:datastoreItem>
</file>

<file path=docProps/app.xml><?xml version="1.0" encoding="utf-8"?>
<Properties xmlns="http://schemas.openxmlformats.org/officeDocument/2006/extended-properties" xmlns:vt="http://schemas.openxmlformats.org/officeDocument/2006/docPropsVTypes">
  <TotalTime>1302</TotalTime>
  <Words>285</Words>
  <Application>Microsoft Office PowerPoint</Application>
  <PresentationFormat>Widescreen</PresentationFormat>
  <Paragraphs>56</Paragraphs>
  <Slides>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vt:i4>
      </vt:variant>
    </vt:vector>
  </HeadingPairs>
  <TitlesOfParts>
    <vt:vector size="12" baseType="lpstr">
      <vt:lpstr>ＭＳ Ｐゴシック</vt:lpstr>
      <vt:lpstr>Aptos</vt:lpstr>
      <vt:lpstr>Aptos Display</vt:lpstr>
      <vt:lpstr>Arial</vt:lpstr>
      <vt:lpstr>Roboto</vt:lpstr>
      <vt:lpstr>Wingdings</vt:lpstr>
      <vt:lpstr>Custom Design</vt:lpstr>
      <vt:lpstr>PowerPoint Presentation</vt:lpstr>
      <vt:lpstr>PowerPoint Presentation</vt:lpstr>
      <vt:lpstr>PowerPoint Presentation</vt:lpstr>
      <vt:lpstr>FCCID Lookup – Exercise</vt:lpstr>
      <vt:lpstr>FCCID Lookup – Other Examples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Carey Garback</dc:creator>
  <cp:lastModifiedBy>Probert, Neal</cp:lastModifiedBy>
  <cp:revision>8</cp:revision>
  <dcterms:created xsi:type="dcterms:W3CDTF">2026-03-11T18:02:03Z</dcterms:created>
  <dcterms:modified xsi:type="dcterms:W3CDTF">2026-04-29T14:21:50Z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9C55993E-2489-4B16-A624-642EE1CF50C1</vt:lpwstr>
  </property>
  <property fmtid="{D5CDD505-2E9C-101B-9397-08002B2CF9AE}" pid="3" name="ArticulatePath">
    <vt:lpwstr>Presentation1</vt:lpwstr>
  </property>
  <property fmtid="{D5CDD505-2E9C-101B-9397-08002B2CF9AE}" pid="4" name="_dlc_DocIdItemGuid">
    <vt:lpwstr>93579079-5068-410a-b208-65d154b95cd0</vt:lpwstr>
  </property>
  <property fmtid="{D5CDD505-2E9C-101B-9397-08002B2CF9AE}" pid="5" name="ContentTypeId">
    <vt:lpwstr>0x01010067B86F8708159745A0B6896184DE9576</vt:lpwstr>
  </property>
  <property fmtid="{D5CDD505-2E9C-101B-9397-08002B2CF9AE}" pid="6" name="MediaServiceImageTags">
    <vt:lpwstr/>
  </property>
</Properties>
</file>