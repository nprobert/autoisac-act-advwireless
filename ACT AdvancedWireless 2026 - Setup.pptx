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5"/>
  </p:sldMasterIdLst>
  <p:notesMasterIdLst>
    <p:notesMasterId r:id="rId8"/>
  </p:notesMasterIdLst>
  <p:sldIdLst>
    <p:sldId id="508" r:id="rId6"/>
    <p:sldId id="509" r:id="rId7"/>
  </p:sldIdLst>
  <p:sldSz cx="12192000" cy="6858000"/>
  <p:notesSz cx="6858000" cy="9144000"/>
  <p:custDataLst>
    <p:tags r:id="rId9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Virtual Box" id="{CAC26D38-A0B5-405B-8045-57259533A223}">
          <p14:sldIdLst>
            <p14:sldId id="508"/>
          </p14:sldIdLst>
        </p14:section>
        <p14:section name="Kali Linux" id="{AF6FF401-F398-49CD-982E-520170691C75}">
          <p14:sldIdLst>
            <p14:sldId id="50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EA02856-269D-4F17-A7F6-0B8C7D84C0B3}" v="7" dt="2026-03-11T21:04:40.8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viewProps" Target="viewProps.xml"/><Relationship Id="rId5" Type="http://schemas.openxmlformats.org/officeDocument/2006/relationships/slideMaster" Target="slideMasters/slideMaster1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customXml" Target="../customXml/item4.xml"/><Relationship Id="rId9" Type="http://schemas.openxmlformats.org/officeDocument/2006/relationships/tags" Target="tags/tag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ey Garback" userId="dc25ffa4-de89-4779-8381-34524c87e417" providerId="ADAL" clId="{6E1D5EB8-13F6-40DF-B512-351F8F358EAF}"/>
    <pc:docChg chg="undo custSel delSld modSld addMainMaster delMainMaster modMainMaster">
      <pc:chgData name="Carey Garback" userId="dc25ffa4-de89-4779-8381-34524c87e417" providerId="ADAL" clId="{6E1D5EB8-13F6-40DF-B512-351F8F358EAF}" dt="2026-03-11T21:17:14.370" v="429" actId="478"/>
      <pc:docMkLst>
        <pc:docMk/>
      </pc:docMkLst>
      <pc:sldChg chg="modSp mod modClrScheme chgLayout">
        <pc:chgData name="Carey Garback" userId="dc25ffa4-de89-4779-8381-34524c87e417" providerId="ADAL" clId="{6E1D5EB8-13F6-40DF-B512-351F8F358EAF}" dt="2026-03-11T21:16:21.167" v="425" actId="1036"/>
        <pc:sldMkLst>
          <pc:docMk/>
          <pc:sldMk cId="0" sldId="272"/>
        </pc:sldMkLst>
        <pc:spChg chg="mod ord">
          <ac:chgData name="Carey Garback" userId="dc25ffa4-de89-4779-8381-34524c87e417" providerId="ADAL" clId="{6E1D5EB8-13F6-40DF-B512-351F8F358EAF}" dt="2026-03-11T21:16:09.261" v="398" actId="404"/>
          <ac:spMkLst>
            <pc:docMk/>
            <pc:sldMk cId="0" sldId="272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2"/>
            <ac:spMk id="4" creationId="{00000000-0000-0000-0000-000000000000}"/>
          </ac:spMkLst>
        </pc:spChg>
        <pc:graphicFrameChg chg="mod">
          <ac:chgData name="Carey Garback" userId="dc25ffa4-de89-4779-8381-34524c87e417" providerId="ADAL" clId="{6E1D5EB8-13F6-40DF-B512-351F8F358EAF}" dt="2026-03-11T21:16:21.167" v="425" actId="1036"/>
          <ac:graphicFrameMkLst>
            <pc:docMk/>
            <pc:sldMk cId="0" sldId="272"/>
            <ac:graphicFrameMk id="2" creationId="{00000000-0000-0000-0000-000000000000}"/>
          </ac:graphicFrameMkLst>
        </pc:graphicFrame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3"/>
            <ac:spMk id="1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4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5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5"/>
            <ac:spMk id="4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7"/>
            <ac:spMk id="23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7"/>
            <ac:spMk id="236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1:06.747" v="53" actId="478"/>
          <ac:spMkLst>
            <pc:docMk/>
            <pc:sldMk cId="0" sldId="277"/>
            <ac:spMk id="237" creationId="{00000000-0000-0000-0000-000000000000}"/>
          </ac:spMkLst>
        </pc:spChg>
      </pc:sldChg>
      <pc:sldChg chg="addSp delSp modSp del mod modClrScheme chgLayout">
        <pc:chgData name="Carey Garback" userId="dc25ffa4-de89-4779-8381-34524c87e417" providerId="ADAL" clId="{6E1D5EB8-13F6-40DF-B512-351F8F358EAF}" dt="2026-03-11T21:02:37.558" v="179" actId="47"/>
        <pc:sldMkLst>
          <pc:docMk/>
          <pc:sldMk cId="0" sldId="283"/>
        </pc:sldMkLst>
        <pc:spChg chg="mod">
          <ac:chgData name="Carey Garback" userId="dc25ffa4-de89-4779-8381-34524c87e417" providerId="ADAL" clId="{6E1D5EB8-13F6-40DF-B512-351F8F358EAF}" dt="2026-03-11T20:48:16.823" v="26" actId="122"/>
          <ac:spMkLst>
            <pc:docMk/>
            <pc:sldMk cId="0" sldId="283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47:34.307" v="11" actId="478"/>
          <ac:spMkLst>
            <pc:docMk/>
            <pc:sldMk cId="0" sldId="283"/>
            <ac:spMk id="3" creationId="{00000000-0000-0000-0000-000000000000}"/>
          </ac:spMkLst>
        </pc:spChg>
        <pc:spChg chg="add del mod ord">
          <ac:chgData name="Carey Garback" userId="dc25ffa4-de89-4779-8381-34524c87e417" providerId="ADAL" clId="{6E1D5EB8-13F6-40DF-B512-351F8F358EAF}" dt="2026-03-11T20:47:04.265" v="2" actId="478"/>
          <ac:spMkLst>
            <pc:docMk/>
            <pc:sldMk cId="0" sldId="283"/>
            <ac:spMk id="4" creationId="{97632196-89BD-C7F0-DBD2-2D6818DF3201}"/>
          </ac:spMkLst>
        </pc:spChg>
        <pc:spChg chg="add del mod ord">
          <ac:chgData name="Carey Garback" userId="dc25ffa4-de89-4779-8381-34524c87e417" providerId="ADAL" clId="{6E1D5EB8-13F6-40DF-B512-351F8F358EAF}" dt="2026-03-11T20:47:09.019" v="3" actId="478"/>
          <ac:spMkLst>
            <pc:docMk/>
            <pc:sldMk cId="0" sldId="283"/>
            <ac:spMk id="5" creationId="{F109EC6E-FF5E-0D09-3536-67771EBDC5DA}"/>
          </ac:spMkLst>
        </pc:spChg>
      </pc:sldChg>
      <pc:sldChg chg="addSp modSp mod modClrScheme chgLayout">
        <pc:chgData name="Carey Garback" userId="dc25ffa4-de89-4779-8381-34524c87e417" providerId="ADAL" clId="{6E1D5EB8-13F6-40DF-B512-351F8F358EAF}" dt="2026-03-11T21:02:41.265" v="181" actId="20577"/>
        <pc:sldMkLst>
          <pc:docMk/>
          <pc:sldMk cId="0" sldId="284"/>
        </pc:sldMkLst>
        <pc:spChg chg="mod ord">
          <ac:chgData name="Carey Garback" userId="dc25ffa4-de89-4779-8381-34524c87e417" providerId="ADAL" clId="{6E1D5EB8-13F6-40DF-B512-351F8F358EAF}" dt="2026-03-11T21:00:46.152" v="149" actId="1076"/>
          <ac:spMkLst>
            <pc:docMk/>
            <pc:sldMk cId="0" sldId="284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0:42.106" v="148" actId="1036"/>
          <ac:spMkLst>
            <pc:docMk/>
            <pc:sldMk cId="0" sldId="284"/>
            <ac:spMk id="3" creationId="{00000000-0000-0000-0000-000000000000}"/>
          </ac:spMkLst>
        </pc:spChg>
        <pc:spChg chg="add mod">
          <ac:chgData name="Carey Garback" userId="dc25ffa4-de89-4779-8381-34524c87e417" providerId="ADAL" clId="{6E1D5EB8-13F6-40DF-B512-351F8F358EAF}" dt="2026-03-11T21:02:41.265" v="181" actId="20577"/>
          <ac:spMkLst>
            <pc:docMk/>
            <pc:sldMk cId="0" sldId="284"/>
            <ac:spMk id="5" creationId="{0A99B574-4EB3-874B-D372-0652085B8A06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5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8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0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1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2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3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4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5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8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0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5:34.897" v="212" actId="14100"/>
        <pc:sldMkLst>
          <pc:docMk/>
          <pc:sldMk cId="0" sldId="301"/>
        </pc:sldMkLst>
        <pc:spChg chg="mod ord">
          <ac:chgData name="Carey Garback" userId="dc25ffa4-de89-4779-8381-34524c87e417" providerId="ADAL" clId="{6E1D5EB8-13F6-40DF-B512-351F8F358EAF}" dt="2026-03-11T21:05:29.945" v="211" actId="1038"/>
          <ac:spMkLst>
            <pc:docMk/>
            <pc:sldMk cId="0" sldId="301"/>
            <ac:spMk id="30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5:34.897" v="212" actId="14100"/>
          <ac:spMkLst>
            <pc:docMk/>
            <pc:sldMk cId="0" sldId="301"/>
            <ac:spMk id="30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9:36.646" v="112" actId="1076"/>
        <pc:sldMkLst>
          <pc:docMk/>
          <pc:sldMk cId="0" sldId="302"/>
        </pc:sldMkLst>
        <pc:spChg chg="mod ord">
          <ac:chgData name="Carey Garback" userId="dc25ffa4-de89-4779-8381-34524c87e417" providerId="ADAL" clId="{6E1D5EB8-13F6-40DF-B512-351F8F358EAF}" dt="2026-03-11T20:59:36.646" v="112" actId="1076"/>
          <ac:spMkLst>
            <pc:docMk/>
            <pc:sldMk cId="0" sldId="302"/>
            <ac:spMk id="30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2"/>
            <ac:spMk id="3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3"/>
            <ac:spMk id="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13.525" v="323" actId="1076"/>
        <pc:sldMkLst>
          <pc:docMk/>
          <pc:sldMk cId="0" sldId="304"/>
        </pc:sldMkLst>
        <pc:spChg chg="mod ord">
          <ac:chgData name="Carey Garback" userId="dc25ffa4-de89-4779-8381-34524c87e417" providerId="ADAL" clId="{6E1D5EB8-13F6-40DF-B512-351F8F358EAF}" dt="2026-03-11T21:11:13.525" v="323" actId="1076"/>
          <ac:spMkLst>
            <pc:docMk/>
            <pc:sldMk cId="0" sldId="304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4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21.393" v="325" actId="1076"/>
        <pc:sldMkLst>
          <pc:docMk/>
          <pc:sldMk cId="0" sldId="305"/>
        </pc:sldMkLst>
        <pc:spChg chg="mod ord">
          <ac:chgData name="Carey Garback" userId="dc25ffa4-de89-4779-8381-34524c87e417" providerId="ADAL" clId="{6E1D5EB8-13F6-40DF-B512-351F8F358EAF}" dt="2026-03-11T21:11:21.393" v="325" actId="1076"/>
          <ac:spMkLst>
            <pc:docMk/>
            <pc:sldMk cId="0" sldId="305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5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29.020" v="327" actId="1076"/>
        <pc:sldMkLst>
          <pc:docMk/>
          <pc:sldMk cId="0" sldId="306"/>
        </pc:sldMkLst>
        <pc:spChg chg="mod ord">
          <ac:chgData name="Carey Garback" userId="dc25ffa4-de89-4779-8381-34524c87e417" providerId="ADAL" clId="{6E1D5EB8-13F6-40DF-B512-351F8F358EAF}" dt="2026-03-11T21:11:29.020" v="327" actId="1076"/>
          <ac:spMkLst>
            <pc:docMk/>
            <pc:sldMk cId="0" sldId="306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6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0:59:43.671" v="113" actId="1076"/>
        <pc:sldMkLst>
          <pc:docMk/>
          <pc:sldMk cId="0" sldId="307"/>
        </pc:sldMkLst>
        <pc:spChg chg="mod ord">
          <ac:chgData name="Carey Garback" userId="dc25ffa4-de89-4779-8381-34524c87e417" providerId="ADAL" clId="{6E1D5EB8-13F6-40DF-B512-351F8F358EAF}" dt="2026-03-11T20:59:43.671" v="113" actId="1076"/>
          <ac:spMkLst>
            <pc:docMk/>
            <pc:sldMk cId="0" sldId="307"/>
            <ac:spMk id="47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7"/>
            <ac:spMk id="480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1:00.979" v="52" actId="478"/>
          <ac:spMkLst>
            <pc:docMk/>
            <pc:sldMk cId="0" sldId="307"/>
            <ac:spMk id="48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8"/>
            <ac:spMk id="48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8"/>
            <ac:spMk id="488" creationId="{00000000-0000-0000-0000-000000000000}"/>
          </ac:spMkLst>
        </pc:spChg>
      </pc:sldChg>
      <pc:sldChg chg="del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9"/>
        </pc:sldMkLst>
        <pc:spChg chg="del">
          <ac:chgData name="Carey Garback" userId="dc25ffa4-de89-4779-8381-34524c87e417" providerId="ADAL" clId="{6E1D5EB8-13F6-40DF-B512-351F8F358EAF}" dt="2026-03-11T20:49:21.684" v="28" actId="700"/>
          <ac:spMkLst>
            <pc:docMk/>
            <pc:sldMk cId="0" sldId="309"/>
            <ac:spMk id="49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49:21.684" v="28" actId="700"/>
          <ac:spMkLst>
            <pc:docMk/>
            <pc:sldMk cId="0" sldId="309"/>
            <ac:spMk id="49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6:03.065" v="216" actId="14100"/>
        <pc:sldMkLst>
          <pc:docMk/>
          <pc:sldMk cId="0" sldId="310"/>
        </pc:sldMkLst>
        <pc:spChg chg="mod ord">
          <ac:chgData name="Carey Garback" userId="dc25ffa4-de89-4779-8381-34524c87e417" providerId="ADAL" clId="{6E1D5EB8-13F6-40DF-B512-351F8F358EAF}" dt="2026-03-11T21:06:03.065" v="216" actId="14100"/>
          <ac:spMkLst>
            <pc:docMk/>
            <pc:sldMk cId="0" sldId="31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0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5:54.010" v="215" actId="1076"/>
        <pc:sldMkLst>
          <pc:docMk/>
          <pc:sldMk cId="0" sldId="311"/>
        </pc:sldMkLst>
        <pc:spChg chg="mod ord">
          <ac:chgData name="Carey Garback" userId="dc25ffa4-de89-4779-8381-34524c87e417" providerId="ADAL" clId="{6E1D5EB8-13F6-40DF-B512-351F8F358EAF}" dt="2026-03-11T21:05:54.010" v="215" actId="1076"/>
          <ac:spMkLst>
            <pc:docMk/>
            <pc:sldMk cId="0" sldId="311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2"/>
            <ac:spMk id="1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26.356" v="366" actId="1076"/>
        <pc:sldMkLst>
          <pc:docMk/>
          <pc:sldMk cId="0" sldId="313"/>
        </pc:sldMkLst>
        <pc:spChg chg="mod ord">
          <ac:chgData name="Carey Garback" userId="dc25ffa4-de89-4779-8381-34524c87e417" providerId="ADAL" clId="{6E1D5EB8-13F6-40DF-B512-351F8F358EAF}" dt="2026-03-11T21:12:26.356" v="366" actId="1076"/>
          <ac:spMkLst>
            <pc:docMk/>
            <pc:sldMk cId="0" sldId="31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3"/>
            <ac:spMk id="18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2:37.002" v="369" actId="1076"/>
        <pc:sldMkLst>
          <pc:docMk/>
          <pc:sldMk cId="0" sldId="314"/>
        </pc:sldMkLst>
        <pc:spChg chg="del">
          <ac:chgData name="Carey Garback" userId="dc25ffa4-de89-4779-8381-34524c87e417" providerId="ADAL" clId="{6E1D5EB8-13F6-40DF-B512-351F8F358EAF}" dt="2026-03-11T21:12:30.155" v="367" actId="478"/>
          <ac:spMkLst>
            <pc:docMk/>
            <pc:sldMk cId="0" sldId="314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37.002" v="369" actId="1076"/>
          <ac:spMkLst>
            <pc:docMk/>
            <pc:sldMk cId="0" sldId="314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5"/>
            <ac:spMk id="1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46.091" v="371" actId="1076"/>
        <pc:sldMkLst>
          <pc:docMk/>
          <pc:sldMk cId="0" sldId="316"/>
        </pc:sldMkLst>
        <pc:spChg chg="mod ord">
          <ac:chgData name="Carey Garback" userId="dc25ffa4-de89-4779-8381-34524c87e417" providerId="ADAL" clId="{6E1D5EB8-13F6-40DF-B512-351F8F358EAF}" dt="2026-03-11T21:12:46.091" v="371" actId="1076"/>
          <ac:spMkLst>
            <pc:docMk/>
            <pc:sldMk cId="0" sldId="31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6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55.325" v="373" actId="1076"/>
        <pc:sldMkLst>
          <pc:docMk/>
          <pc:sldMk cId="0" sldId="317"/>
        </pc:sldMkLst>
        <pc:spChg chg="mod ord">
          <ac:chgData name="Carey Garback" userId="dc25ffa4-de89-4779-8381-34524c87e417" providerId="ADAL" clId="{6E1D5EB8-13F6-40DF-B512-351F8F358EAF}" dt="2026-03-11T21:12:55.325" v="373" actId="1076"/>
          <ac:spMkLst>
            <pc:docMk/>
            <pc:sldMk cId="0" sldId="317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7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8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8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06.442" v="375" actId="1076"/>
        <pc:sldMkLst>
          <pc:docMk/>
          <pc:sldMk cId="0" sldId="319"/>
        </pc:sldMkLst>
        <pc:spChg chg="mod ord">
          <ac:chgData name="Carey Garback" userId="dc25ffa4-de89-4779-8381-34524c87e417" providerId="ADAL" clId="{6E1D5EB8-13F6-40DF-B512-351F8F358EAF}" dt="2026-03-11T21:13:06.442" v="375" actId="1076"/>
          <ac:spMkLst>
            <pc:docMk/>
            <pc:sldMk cId="0" sldId="319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9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6:21.197" v="243" actId="1035"/>
        <pc:sldMkLst>
          <pc:docMk/>
          <pc:sldMk cId="0" sldId="320"/>
        </pc:sldMkLst>
        <pc:spChg chg="del">
          <ac:chgData name="Carey Garback" userId="dc25ffa4-de89-4779-8381-34524c87e417" providerId="ADAL" clId="{6E1D5EB8-13F6-40DF-B512-351F8F358EAF}" dt="2026-03-11T20:51:58.859" v="59" actId="478"/>
          <ac:spMkLst>
            <pc:docMk/>
            <pc:sldMk cId="0" sldId="32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6:21.197" v="243" actId="1035"/>
          <ac:spMkLst>
            <pc:docMk/>
            <pc:sldMk cId="0" sldId="32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6:21.197" v="243" actId="1035"/>
          <ac:spMkLst>
            <pc:docMk/>
            <pc:sldMk cId="0" sldId="320"/>
            <ac:spMk id="10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0:52:16.188" v="62" actId="478"/>
          <ac:spMkLst>
            <pc:docMk/>
            <pc:sldMk cId="0" sldId="320"/>
            <ac:spMk id="11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2:14.243" v="61" actId="478"/>
          <ac:spMkLst>
            <pc:docMk/>
            <pc:sldMk cId="0" sldId="320"/>
            <ac:spMk id="12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2:19.283" v="63" actId="478"/>
          <ac:grpSpMkLst>
            <pc:docMk/>
            <pc:sldMk cId="0" sldId="320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1"/>
        </pc:sldMkLst>
        <pc:spChg chg="del">
          <ac:chgData name="Carey Garback" userId="dc25ffa4-de89-4779-8381-34524c87e417" providerId="ADAL" clId="{6E1D5EB8-13F6-40DF-B512-351F8F358EAF}" dt="2026-03-11T20:52:36.269" v="65" actId="478"/>
          <ac:spMkLst>
            <pc:docMk/>
            <pc:sldMk cId="0" sldId="321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2:53.179" v="68" actId="478"/>
          <ac:spMkLst>
            <pc:docMk/>
            <pc:sldMk cId="0" sldId="321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01.539" v="83" actId="478"/>
          <ac:spMkLst>
            <pc:docMk/>
            <pc:sldMk cId="0" sldId="321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3:05.284" v="69" actId="478"/>
          <ac:spMkLst>
            <pc:docMk/>
            <pc:sldMk cId="0" sldId="321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1"/>
            <ac:spMk id="9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2:39.323" v="66" actId="478"/>
          <ac:spMkLst>
            <pc:docMk/>
            <pc:sldMk cId="0" sldId="321"/>
            <ac:spMk id="11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3:58.875" v="82" actId="478"/>
          <ac:spMkLst>
            <pc:docMk/>
            <pc:sldMk cId="0" sldId="321"/>
            <ac:spMk id="12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0:52:48.410" v="67" actId="1076"/>
          <ac:grpSpMkLst>
            <pc:docMk/>
            <pc:sldMk cId="0" sldId="321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2"/>
        </pc:sldMkLst>
        <pc:spChg chg="del">
          <ac:chgData name="Carey Garback" userId="dc25ffa4-de89-4779-8381-34524c87e417" providerId="ADAL" clId="{6E1D5EB8-13F6-40DF-B512-351F8F358EAF}" dt="2026-03-11T20:53:21.947" v="71" actId="478"/>
          <ac:spMkLst>
            <pc:docMk/>
            <pc:sldMk cId="0" sldId="32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2"/>
            <ac:spMk id="8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3:25.307" v="72" actId="478"/>
          <ac:spMkLst>
            <pc:docMk/>
            <pc:sldMk cId="0" sldId="322"/>
            <ac:spMk id="19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3:18.674" v="70" actId="478"/>
          <ac:grpSpMkLst>
            <pc:docMk/>
            <pc:sldMk cId="0" sldId="322"/>
            <ac:grpSpMk id="3" creationId="{00000000-0000-0000-0000-000000000000}"/>
          </ac:grpSpMkLst>
        </pc:grpChg>
      </pc:sldChg>
      <pc:sldChg chg="addSp 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3"/>
        </pc:sldMkLst>
        <pc:spChg chg="del">
          <ac:chgData name="Carey Garback" userId="dc25ffa4-de89-4779-8381-34524c87e417" providerId="ADAL" clId="{6E1D5EB8-13F6-40DF-B512-351F8F358EAF}" dt="2026-03-11T20:54:30.936" v="89" actId="478"/>
          <ac:spMkLst>
            <pc:docMk/>
            <pc:sldMk cId="0" sldId="323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25.451" v="88" actId="478"/>
          <ac:spMkLst>
            <pc:docMk/>
            <pc:sldMk cId="0" sldId="323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47.401" v="92" actId="478"/>
          <ac:spMkLst>
            <pc:docMk/>
            <pc:sldMk cId="0" sldId="323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53.236" v="94" actId="478"/>
          <ac:spMkLst>
            <pc:docMk/>
            <pc:sldMk cId="0" sldId="323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3"/>
            <ac:spMk id="9" creationId="{00000000-0000-0000-0000-000000000000}"/>
          </ac:spMkLst>
        </pc:spChg>
        <pc:spChg chg="add del">
          <ac:chgData name="Carey Garback" userId="dc25ffa4-de89-4779-8381-34524c87e417" providerId="ADAL" clId="{6E1D5EB8-13F6-40DF-B512-351F8F358EAF}" dt="2026-03-11T20:54:51.299" v="93" actId="478"/>
          <ac:spMkLst>
            <pc:docMk/>
            <pc:sldMk cId="0" sldId="323"/>
            <ac:spMk id="11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30.936" v="89" actId="478"/>
          <ac:spMkLst>
            <pc:docMk/>
            <pc:sldMk cId="0" sldId="323"/>
            <ac:spMk id="12" creationId="{00000000-0000-0000-0000-000000000000}"/>
          </ac:spMkLst>
        </pc:spChg>
        <pc:grpChg chg="add del">
          <ac:chgData name="Carey Garback" userId="dc25ffa4-de89-4779-8381-34524c87e417" providerId="ADAL" clId="{6E1D5EB8-13F6-40DF-B512-351F8F358EAF}" dt="2026-03-11T20:54:44.007" v="91" actId="478"/>
          <ac:grpSpMkLst>
            <pc:docMk/>
            <pc:sldMk cId="0" sldId="323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4"/>
        </pc:sldMkLst>
        <pc:spChg chg="del">
          <ac:chgData name="Carey Garback" userId="dc25ffa4-de89-4779-8381-34524c87e417" providerId="ADAL" clId="{6E1D5EB8-13F6-40DF-B512-351F8F358EAF}" dt="2026-03-11T20:55:04.982" v="96" actId="478"/>
          <ac:spMkLst>
            <pc:docMk/>
            <pc:sldMk cId="0" sldId="32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4"/>
            <ac:spMk id="7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06.218" v="97" actId="478"/>
          <ac:spMkLst>
            <pc:docMk/>
            <pc:sldMk cId="0" sldId="324"/>
            <ac:spMk id="16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5:03.088" v="95" actId="478"/>
          <ac:grpSpMkLst>
            <pc:docMk/>
            <pc:sldMk cId="0" sldId="324"/>
            <ac:grpSpMk id="3" creationId="{00000000-0000-0000-0000-000000000000}"/>
          </ac:grpSpMkLst>
        </pc:grpChg>
      </pc:sldChg>
      <pc:sldChg chg="addSp 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5"/>
        </pc:sldMkLst>
        <pc:spChg chg="del">
          <ac:chgData name="Carey Garback" userId="dc25ffa4-de89-4779-8381-34524c87e417" providerId="ADAL" clId="{6E1D5EB8-13F6-40DF-B512-351F8F358EAF}" dt="2026-03-11T20:55:18.164" v="101" actId="478"/>
          <ac:spMkLst>
            <pc:docMk/>
            <pc:sldMk cId="0" sldId="325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6.635" v="105" actId="478"/>
          <ac:spMkLst>
            <pc:docMk/>
            <pc:sldMk cId="0" sldId="325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2.875" v="103" actId="478"/>
          <ac:spMkLst>
            <pc:docMk/>
            <pc:sldMk cId="0" sldId="325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16.399" v="100" actId="478"/>
          <ac:spMkLst>
            <pc:docMk/>
            <pc:sldMk cId="0" sldId="32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5"/>
            <ac:spMk id="9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4.178" v="104" actId="478"/>
          <ac:spMkLst>
            <pc:docMk/>
            <pc:sldMk cId="0" sldId="325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19.986" v="102" actId="6549"/>
          <ac:spMkLst>
            <pc:docMk/>
            <pc:sldMk cId="0" sldId="325"/>
            <ac:spMk id="12" creationId="{00000000-0000-0000-0000-000000000000}"/>
          </ac:spMkLst>
        </pc:spChg>
        <pc:grpChg chg="add del">
          <ac:chgData name="Carey Garback" userId="dc25ffa4-de89-4779-8381-34524c87e417" providerId="ADAL" clId="{6E1D5EB8-13F6-40DF-B512-351F8F358EAF}" dt="2026-03-11T20:55:13.521" v="99" actId="478"/>
          <ac:grpSpMkLst>
            <pc:docMk/>
            <pc:sldMk cId="0" sldId="325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00.556" v="390" actId="207"/>
        <pc:sldMkLst>
          <pc:docMk/>
          <pc:sldMk cId="0" sldId="327"/>
        </pc:sldMkLst>
        <pc:spChg chg="mod ord">
          <ac:chgData name="Carey Garback" userId="dc25ffa4-de89-4779-8381-34524c87e417" providerId="ADAL" clId="{6E1D5EB8-13F6-40DF-B512-351F8F358EAF}" dt="2026-03-11T21:15:00.556" v="390" actId="207"/>
          <ac:spMkLst>
            <pc:docMk/>
            <pc:sldMk cId="0" sldId="32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19.054" v="392" actId="14100"/>
        <pc:sldMkLst>
          <pc:docMk/>
          <pc:sldMk cId="0" sldId="336"/>
        </pc:sldMkLst>
        <pc:spChg chg="mod ord">
          <ac:chgData name="Carey Garback" userId="dc25ffa4-de89-4779-8381-34524c87e417" providerId="ADAL" clId="{6E1D5EB8-13F6-40DF-B512-351F8F358EAF}" dt="2026-03-11T21:15:19.054" v="392" actId="14100"/>
          <ac:spMkLst>
            <pc:docMk/>
            <pc:sldMk cId="0" sldId="33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9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6:41.464" v="286" actId="1037"/>
        <pc:sldMkLst>
          <pc:docMk/>
          <pc:sldMk cId="0" sldId="339"/>
        </pc:sldMkLst>
        <pc:spChg chg="del">
          <ac:chgData name="Carey Garback" userId="dc25ffa4-de89-4779-8381-34524c87e417" providerId="ADAL" clId="{6E1D5EB8-13F6-40DF-B512-351F8F358EAF}" dt="2026-03-11T20:55:34.711" v="106" actId="478"/>
          <ac:spMkLst>
            <pc:docMk/>
            <pc:sldMk cId="0" sldId="339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6:41.464" v="286" actId="1037"/>
          <ac:spMkLst>
            <pc:docMk/>
            <pc:sldMk cId="0" sldId="339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6:41.464" v="286" actId="1037"/>
          <ac:spMkLst>
            <pc:docMk/>
            <pc:sldMk cId="0" sldId="339"/>
            <ac:spMk id="10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5:53.610" v="109" actId="478"/>
          <ac:spMkLst>
            <pc:docMk/>
            <pc:sldMk cId="0" sldId="339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12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5:56.315" v="110" actId="478"/>
          <ac:grpSpMkLst>
            <pc:docMk/>
            <pc:sldMk cId="0" sldId="339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1:07:36.243" v="294" actId="14100"/>
        <pc:sldMkLst>
          <pc:docMk/>
          <pc:sldMk cId="0" sldId="340"/>
        </pc:sldMkLst>
        <pc:spChg chg="mod ord">
          <ac:chgData name="Carey Garback" userId="dc25ffa4-de89-4779-8381-34524c87e417" providerId="ADAL" clId="{6E1D5EB8-13F6-40DF-B512-351F8F358EAF}" dt="2026-03-11T21:07:36.243" v="294" actId="14100"/>
          <ac:spMkLst>
            <pc:docMk/>
            <pc:sldMk cId="0" sldId="34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7:28.121" v="293" actId="1076"/>
        <pc:sldMkLst>
          <pc:docMk/>
          <pc:sldMk cId="0" sldId="341"/>
        </pc:sldMkLst>
        <pc:spChg chg="mod ord">
          <ac:chgData name="Carey Garback" userId="dc25ffa4-de89-4779-8381-34524c87e417" providerId="ADAL" clId="{6E1D5EB8-13F6-40DF-B512-351F8F358EAF}" dt="2026-03-11T21:07:05.598" v="290" actId="1076"/>
          <ac:spMkLst>
            <pc:docMk/>
            <pc:sldMk cId="0" sldId="34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7:28.121" v="293" actId="1076"/>
          <ac:spMkLst>
            <pc:docMk/>
            <pc:sldMk cId="0" sldId="341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1"/>
            <ac:spMk id="1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2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3"/>
            <ac:spMk id="1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4"/>
            <ac:spMk id="1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7:49.745" v="296" actId="1076"/>
        <pc:sldMkLst>
          <pc:docMk/>
          <pc:sldMk cId="0" sldId="345"/>
        </pc:sldMkLst>
        <pc:spChg chg="mod ord">
          <ac:chgData name="Carey Garback" userId="dc25ffa4-de89-4779-8381-34524c87e417" providerId="ADAL" clId="{6E1D5EB8-13F6-40DF-B512-351F8F358EAF}" dt="2026-03-11T21:07:49.745" v="296" actId="1076"/>
          <ac:spMkLst>
            <pc:docMk/>
            <pc:sldMk cId="0" sldId="34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5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6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7"/>
            <ac:spMk id="3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8"/>
            <ac:spMk id="3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0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8:26.903" v="301" actId="14100"/>
        <pc:sldMkLst>
          <pc:docMk/>
          <pc:sldMk cId="0" sldId="351"/>
        </pc:sldMkLst>
        <pc:spChg chg="del">
          <ac:chgData name="Carey Garback" userId="dc25ffa4-de89-4779-8381-34524c87e417" providerId="ADAL" clId="{6E1D5EB8-13F6-40DF-B512-351F8F358EAF}" dt="2026-03-11T21:08:07.410" v="297" actId="478"/>
          <ac:spMkLst>
            <pc:docMk/>
            <pc:sldMk cId="0" sldId="351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26.903" v="301" actId="14100"/>
          <ac:spMkLst>
            <pc:docMk/>
            <pc:sldMk cId="0" sldId="351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12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08:21.268" v="300" actId="14100"/>
          <ac:grpSpMkLst>
            <pc:docMk/>
            <pc:sldMk cId="0" sldId="351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2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2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8:37.952" v="303" actId="1076"/>
        <pc:sldMkLst>
          <pc:docMk/>
          <pc:sldMk cId="0" sldId="35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37.952" v="303" actId="1076"/>
          <ac:spMkLst>
            <pc:docMk/>
            <pc:sldMk cId="0" sldId="353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3"/>
            <ac:spMk id="1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4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5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5"/>
            <ac:spMk id="1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6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8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8:54.612" v="304" actId="14100"/>
        <pc:sldMkLst>
          <pc:docMk/>
          <pc:sldMk cId="0" sldId="359"/>
        </pc:sldMkLst>
        <pc:spChg chg="mod">
          <ac:chgData name="Carey Garback" userId="dc25ffa4-de89-4779-8381-34524c87e417" providerId="ADAL" clId="{6E1D5EB8-13F6-40DF-B512-351F8F358EAF}" dt="2026-03-11T21:08:54.612" v="304" actId="14100"/>
          <ac:spMkLst>
            <pc:docMk/>
            <pc:sldMk cId="0" sldId="359"/>
            <ac:spMk id="9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9:12.492" v="308" actId="1076"/>
        <pc:sldMkLst>
          <pc:docMk/>
          <pc:sldMk cId="0" sldId="360"/>
        </pc:sldMkLst>
        <pc:spChg chg="del">
          <ac:chgData name="Carey Garback" userId="dc25ffa4-de89-4779-8381-34524c87e417" providerId="ADAL" clId="{6E1D5EB8-13F6-40DF-B512-351F8F358EAF}" dt="2026-03-11T21:08:59.763" v="305" actId="478"/>
          <ac:spMkLst>
            <pc:docMk/>
            <pc:sldMk cId="0" sldId="36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12.492" v="308" actId="1076"/>
          <ac:spMkLst>
            <pc:docMk/>
            <pc:sldMk cId="0" sldId="36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1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1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2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3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9:39.136" v="312" actId="1076"/>
        <pc:sldMkLst>
          <pc:docMk/>
          <pc:sldMk cId="0" sldId="368"/>
        </pc:sldMkLst>
        <pc:spChg chg="del">
          <ac:chgData name="Carey Garback" userId="dc25ffa4-de89-4779-8381-34524c87e417" providerId="ADAL" clId="{6E1D5EB8-13F6-40DF-B512-351F8F358EAF}" dt="2026-03-11T21:09:27.923" v="309" actId="478"/>
          <ac:spMkLst>
            <pc:docMk/>
            <pc:sldMk cId="0" sldId="368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39.136" v="312" actId="1076"/>
          <ac:spMkLst>
            <pc:docMk/>
            <pc:sldMk cId="0" sldId="368"/>
            <ac:spMk id="9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00.463" v="314" actId="1076"/>
        <pc:sldMkLst>
          <pc:docMk/>
          <pc:sldMk cId="0" sldId="370"/>
        </pc:sldMkLst>
        <pc:spChg chg="mod ord">
          <ac:chgData name="Carey Garback" userId="dc25ffa4-de89-4779-8381-34524c87e417" providerId="ADAL" clId="{6E1D5EB8-13F6-40DF-B512-351F8F358EAF}" dt="2026-03-11T21:10:00.463" v="314" actId="1076"/>
          <ac:spMkLst>
            <pc:docMk/>
            <pc:sldMk cId="0" sldId="37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0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08.482" v="315" actId="404"/>
        <pc:sldMkLst>
          <pc:docMk/>
          <pc:sldMk cId="0" sldId="37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1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0:08.482" v="315" actId="404"/>
          <ac:spMkLst>
            <pc:docMk/>
            <pc:sldMk cId="0" sldId="371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1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2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3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4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2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3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3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4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4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34.473" v="316" actId="14100"/>
        <pc:sldMkLst>
          <pc:docMk/>
          <pc:sldMk cId="0" sldId="38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5"/>
            <ac:spMk id="7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10:34.473" v="316" actId="14100"/>
          <ac:grpSpMkLst>
            <pc:docMk/>
            <pc:sldMk cId="0" sldId="385"/>
            <ac:grpSpMk id="4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1:10:41.577" v="317" actId="1076"/>
        <pc:sldMkLst>
          <pc:docMk/>
          <pc:sldMk cId="0" sldId="38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6"/>
            <ac:spMk id="6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10:41.577" v="317" actId="1076"/>
          <ac:grpSpMkLst>
            <pc:docMk/>
            <pc:sldMk cId="0" sldId="386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7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8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54.298" v="319" actId="1076"/>
        <pc:sldMkLst>
          <pc:docMk/>
          <pc:sldMk cId="0" sldId="389"/>
        </pc:sldMkLst>
        <pc:spChg chg="mod ord">
          <ac:chgData name="Carey Garback" userId="dc25ffa4-de89-4779-8381-34524c87e417" providerId="ADAL" clId="{6E1D5EB8-13F6-40DF-B512-351F8F358EAF}" dt="2026-03-11T21:10:54.298" v="319" actId="1076"/>
          <ac:spMkLst>
            <pc:docMk/>
            <pc:sldMk cId="0" sldId="38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9"/>
            <ac:spMk id="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03.377" v="321" actId="1076"/>
        <pc:sldMkLst>
          <pc:docMk/>
          <pc:sldMk cId="0" sldId="390"/>
        </pc:sldMkLst>
        <pc:spChg chg="mod ord">
          <ac:chgData name="Carey Garback" userId="dc25ffa4-de89-4779-8381-34524c87e417" providerId="ADAL" clId="{6E1D5EB8-13F6-40DF-B512-351F8F358EAF}" dt="2026-03-11T21:11:03.377" v="321" actId="1076"/>
          <ac:spMkLst>
            <pc:docMk/>
            <pc:sldMk cId="0" sldId="39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0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36.943" v="329" actId="1076"/>
        <pc:sldMkLst>
          <pc:docMk/>
          <pc:sldMk cId="0" sldId="391"/>
        </pc:sldMkLst>
        <pc:spChg chg="mod ord">
          <ac:chgData name="Carey Garback" userId="dc25ffa4-de89-4779-8381-34524c87e417" providerId="ADAL" clId="{6E1D5EB8-13F6-40DF-B512-351F8F358EAF}" dt="2026-03-11T21:11:36.943" v="329" actId="1076"/>
          <ac:spMkLst>
            <pc:docMk/>
            <pc:sldMk cId="0" sldId="39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1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44.411" v="331" actId="1076"/>
        <pc:sldMkLst>
          <pc:docMk/>
          <pc:sldMk cId="0" sldId="392"/>
        </pc:sldMkLst>
        <pc:spChg chg="mod ord">
          <ac:chgData name="Carey Garback" userId="dc25ffa4-de89-4779-8381-34524c87e417" providerId="ADAL" clId="{6E1D5EB8-13F6-40DF-B512-351F8F358EAF}" dt="2026-03-11T21:11:44.411" v="331" actId="1076"/>
          <ac:spMkLst>
            <pc:docMk/>
            <pc:sldMk cId="0" sldId="39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51.379" v="333" actId="1076"/>
        <pc:sldMkLst>
          <pc:docMk/>
          <pc:sldMk cId="0" sldId="393"/>
        </pc:sldMkLst>
        <pc:spChg chg="mod ord">
          <ac:chgData name="Carey Garback" userId="dc25ffa4-de89-4779-8381-34524c87e417" providerId="ADAL" clId="{6E1D5EB8-13F6-40DF-B512-351F8F358EAF}" dt="2026-03-11T21:11:51.379" v="333" actId="1076"/>
          <ac:spMkLst>
            <pc:docMk/>
            <pc:sldMk cId="0" sldId="39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3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58.779" v="335" actId="1076"/>
        <pc:sldMkLst>
          <pc:docMk/>
          <pc:sldMk cId="0" sldId="394"/>
        </pc:sldMkLst>
        <pc:spChg chg="mod ord">
          <ac:chgData name="Carey Garback" userId="dc25ffa4-de89-4779-8381-34524c87e417" providerId="ADAL" clId="{6E1D5EB8-13F6-40DF-B512-351F8F358EAF}" dt="2026-03-11T21:11:58.779" v="335" actId="1076"/>
          <ac:spMkLst>
            <pc:docMk/>
            <pc:sldMk cId="0" sldId="394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4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2:13.763" v="364" actId="1035"/>
        <pc:sldMkLst>
          <pc:docMk/>
          <pc:sldMk cId="0" sldId="395"/>
        </pc:sldMkLst>
        <pc:spChg chg="del">
          <ac:chgData name="Carey Garback" userId="dc25ffa4-de89-4779-8381-34524c87e417" providerId="ADAL" clId="{6E1D5EB8-13F6-40DF-B512-351F8F358EAF}" dt="2026-03-11T21:12:02.808" v="336" actId="478"/>
          <ac:spMkLst>
            <pc:docMk/>
            <pc:sldMk cId="0" sldId="395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13.763" v="364" actId="1035"/>
          <ac:spMkLst>
            <pc:docMk/>
            <pc:sldMk cId="0" sldId="395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9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6"/>
            <ac:spMk id="1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28.199" v="380" actId="1076"/>
        <pc:sldMkLst>
          <pc:docMk/>
          <pc:sldMk cId="0" sldId="397"/>
        </pc:sldMkLst>
        <pc:spChg chg="mod ord">
          <ac:chgData name="Carey Garback" userId="dc25ffa4-de89-4779-8381-34524c87e417" providerId="ADAL" clId="{6E1D5EB8-13F6-40DF-B512-351F8F358EAF}" dt="2026-03-11T21:13:28.199" v="380" actId="1076"/>
          <ac:spMkLst>
            <pc:docMk/>
            <pc:sldMk cId="0" sldId="397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7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17.096" v="377" actId="1076"/>
        <pc:sldMkLst>
          <pc:docMk/>
          <pc:sldMk cId="0" sldId="398"/>
        </pc:sldMkLst>
        <pc:spChg chg="mod ord">
          <ac:chgData name="Carey Garback" userId="dc25ffa4-de89-4779-8381-34524c87e417" providerId="ADAL" clId="{6E1D5EB8-13F6-40DF-B512-351F8F358EAF}" dt="2026-03-11T21:13:17.096" v="377" actId="1076"/>
          <ac:spMkLst>
            <pc:docMk/>
            <pc:sldMk cId="0" sldId="398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8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4:06.161" v="384" actId="1076"/>
        <pc:sldMkLst>
          <pc:docMk/>
          <pc:sldMk cId="0" sldId="399"/>
        </pc:sldMkLst>
        <pc:spChg chg="del">
          <ac:chgData name="Carey Garback" userId="dc25ffa4-de89-4779-8381-34524c87e417" providerId="ADAL" clId="{6E1D5EB8-13F6-40DF-B512-351F8F358EAF}" dt="2026-03-11T21:13:38.722" v="381" actId="478"/>
          <ac:spMkLst>
            <pc:docMk/>
            <pc:sldMk cId="0" sldId="399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06.161" v="384" actId="1076"/>
          <ac:spMkLst>
            <pc:docMk/>
            <pc:sldMk cId="0" sldId="399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4:14.233" v="386" actId="1076"/>
        <pc:sldMkLst>
          <pc:docMk/>
          <pc:sldMk cId="0" sldId="400"/>
        </pc:sldMkLst>
        <pc:spChg chg="del">
          <ac:chgData name="Carey Garback" userId="dc25ffa4-de89-4779-8381-34524c87e417" providerId="ADAL" clId="{6E1D5EB8-13F6-40DF-B512-351F8F358EAF}" dt="2026-03-11T21:13:42.561" v="382" actId="478"/>
          <ac:spMkLst>
            <pc:docMk/>
            <pc:sldMk cId="0" sldId="40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14.233" v="386" actId="1076"/>
          <ac:spMkLst>
            <pc:docMk/>
            <pc:sldMk cId="0" sldId="400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4:22.529" v="388" actId="1076"/>
        <pc:sldMkLst>
          <pc:docMk/>
          <pc:sldMk cId="0" sldId="401"/>
        </pc:sldMkLst>
        <pc:spChg chg="mod ord">
          <ac:chgData name="Carey Garback" userId="dc25ffa4-de89-4779-8381-34524c87e417" providerId="ADAL" clId="{6E1D5EB8-13F6-40DF-B512-351F8F358EAF}" dt="2026-03-11T21:14:22.529" v="388" actId="1076"/>
          <ac:spMkLst>
            <pc:docMk/>
            <pc:sldMk cId="0" sldId="40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1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4:31.769" v="389" actId="207"/>
        <pc:sldMkLst>
          <pc:docMk/>
          <pc:sldMk cId="0" sldId="403"/>
        </pc:sldMkLst>
        <pc:spChg chg="mod ord">
          <ac:chgData name="Carey Garback" userId="dc25ffa4-de89-4779-8381-34524c87e417" providerId="ADAL" clId="{6E1D5EB8-13F6-40DF-B512-351F8F358EAF}" dt="2026-03-11T21:14:31.769" v="389" actId="207"/>
          <ac:spMkLst>
            <pc:docMk/>
            <pc:sldMk cId="0" sldId="403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34.989" v="395" actId="14100"/>
        <pc:sldMkLst>
          <pc:docMk/>
          <pc:sldMk cId="0" sldId="409"/>
        </pc:sldMkLst>
        <pc:spChg chg="mod ord">
          <ac:chgData name="Carey Garback" userId="dc25ffa4-de89-4779-8381-34524c87e417" providerId="ADAL" clId="{6E1D5EB8-13F6-40DF-B512-351F8F358EAF}" dt="2026-03-11T21:15:34.989" v="395" actId="14100"/>
          <ac:spMkLst>
            <pc:docMk/>
            <pc:sldMk cId="0" sldId="40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46.035" v="396" actId="207"/>
        <pc:sldMkLst>
          <pc:docMk/>
          <pc:sldMk cId="0" sldId="414"/>
        </pc:sldMkLst>
        <pc:spChg chg="mod ord">
          <ac:chgData name="Carey Garback" userId="dc25ffa4-de89-4779-8381-34524c87e417" providerId="ADAL" clId="{6E1D5EB8-13F6-40DF-B512-351F8F358EAF}" dt="2026-03-11T21:15:46.035" v="396" actId="207"/>
          <ac:spMkLst>
            <pc:docMk/>
            <pc:sldMk cId="0" sldId="414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1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2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6:43.044" v="427" actId="1076"/>
        <pc:sldMkLst>
          <pc:docMk/>
          <pc:sldMk cId="0" sldId="423"/>
        </pc:sldMkLst>
        <pc:spChg chg="mod ord">
          <ac:chgData name="Carey Garback" userId="dc25ffa4-de89-4779-8381-34524c87e417" providerId="ADAL" clId="{6E1D5EB8-13F6-40DF-B512-351F8F358EAF}" dt="2026-03-11T21:16:43.044" v="427" actId="1076"/>
          <ac:spMkLst>
            <pc:docMk/>
            <pc:sldMk cId="0" sldId="423"/>
            <ac:spMk id="2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7:09.192" v="428" actId="478"/>
        <pc:sldMkLst>
          <pc:docMk/>
          <pc:sldMk cId="0" sldId="42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4"/>
            <ac:spMk id="3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1:17:09.192" v="428" actId="478"/>
          <ac:spMkLst>
            <pc:docMk/>
            <pc:sldMk cId="0" sldId="424"/>
            <ac:spMk id="4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7:14.370" v="429" actId="478"/>
        <pc:sldMkLst>
          <pc:docMk/>
          <pc:sldMk cId="0" sldId="42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5"/>
            <ac:spMk id="5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1:17:14.370" v="429" actId="478"/>
          <ac:spMkLst>
            <pc:docMk/>
            <pc:sldMk cId="0" sldId="425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6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7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8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9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0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1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1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2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3"/>
            <ac:spMk id="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4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5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6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7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8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9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0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1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2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2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3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3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4"/>
            <ac:spMk id="4" creationId="{00000000-0000-0000-0000-000000000000}"/>
          </ac:spMkLst>
        </pc:spChg>
      </pc:sldChg>
      <pc:sldMasterChg chg="del delSldLayout">
        <pc:chgData name="Carey Garback" userId="dc25ffa4-de89-4779-8381-34524c87e417" providerId="ADAL" clId="{6E1D5EB8-13F6-40DF-B512-351F8F358EAF}" dt="2026-03-11T20:48:42.898" v="27" actId="700"/>
        <pc:sldMasterMkLst>
          <pc:docMk/>
          <pc:sldMasterMk cId="3235924352" sldId="2147483660"/>
        </pc:sldMasterMkLst>
        <pc:sldLayoutChg chg="del">
          <pc:chgData name="Carey Garback" userId="dc25ffa4-de89-4779-8381-34524c87e417" providerId="ADAL" clId="{6E1D5EB8-13F6-40DF-B512-351F8F358EAF}" dt="2026-03-11T20:48:42.898" v="27" actId="700"/>
          <pc:sldLayoutMkLst>
            <pc:docMk/>
            <pc:sldMasterMk cId="3235924352" sldId="2147483660"/>
            <pc:sldLayoutMk cId="1035141377" sldId="2147483661"/>
          </pc:sldLayoutMkLst>
        </pc:sldLayoutChg>
        <pc:sldLayoutChg chg="del">
          <pc:chgData name="Carey Garback" userId="dc25ffa4-de89-4779-8381-34524c87e417" providerId="ADAL" clId="{6E1D5EB8-13F6-40DF-B512-351F8F358EAF}" dt="2026-03-11T20:48:42.898" v="27" actId="700"/>
          <pc:sldLayoutMkLst>
            <pc:docMk/>
            <pc:sldMasterMk cId="3235924352" sldId="2147483660"/>
            <pc:sldLayoutMk cId="4027653642" sldId="2147483662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49:21.684" v="28" actId="700"/>
        <pc:sldMasterMkLst>
          <pc:docMk/>
          <pc:sldMasterMk cId="923368649" sldId="2147483666"/>
        </pc:sldMasterMkLst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1141453576" sldId="2147483667"/>
          </pc:sldLayoutMkLst>
        </pc:sldLayoutChg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1456915426" sldId="2147483668"/>
          </pc:sldLayoutMkLst>
        </pc:sldLayoutChg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2183310103" sldId="2147483669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1401809999" sldId="2147483679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2909978897" sldId="2147483680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2915061967" sldId="2147483681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1914343070" sldId="2147483682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365608168" sldId="2147483683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917995300" sldId="2147483685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1257960484" sldId="2147483686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738163252" sldId="2147483687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3981737369" sldId="2147483688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1236164671" sldId="2147483689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4040483893" sldId="2147483691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62507525" sldId="2147483692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3087094166" sldId="2147483693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500174963" sldId="2147483695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833956046" sldId="2147483697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345404786" sldId="2147483698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048282712" sldId="2147483699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843714748" sldId="2147483701"/>
          </pc:sldLayoutMkLst>
        </pc:sldLayoutChg>
      </pc:sldMasterChg>
      <pc:sldMasterChg chg="new mod addSldLayout">
        <pc:chgData name="Carey Garback" userId="dc25ffa4-de89-4779-8381-34524c87e417" providerId="ADAL" clId="{6E1D5EB8-13F6-40DF-B512-351F8F358EAF}" dt="2026-03-11T20:45:54.864" v="0" actId="6938"/>
        <pc:sldMasterMkLst>
          <pc:docMk/>
          <pc:sldMasterMk cId="3768917275" sldId="2147483702"/>
        </pc:sldMasterMkLst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4122042031" sldId="2147483703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619336987" sldId="2147483704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2999859724" sldId="2147483705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046803670" sldId="2147483706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127527939" sldId="2147483707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568196630" sldId="2147483708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138423179" sldId="2147483709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639641599" sldId="2147483710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727792376" sldId="2147483711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611994235" sldId="2147483712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2774246442" sldId="2147483713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C2648E-2733-4EC8-BEDA-1577DE2D3D01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CA796C-48E4-4AB2-BF9A-20773E9CD2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432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CA380C-F67F-EFBA-3B70-375AF924B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61943-3342-4554-8403-118C8C1529D5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4AFDB8-8FC5-F48F-B4AE-DA7846B5D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92BEB7-8480-87E5-785A-0C311E8BB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C522-3418-4017-B3CC-40AB94203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4231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プレースホルダー 5"/>
          <p:cNvSpPr>
            <a:spLocks noGrp="1"/>
          </p:cNvSpPr>
          <p:nvPr>
            <p:ph type="body" sz="quarter" idx="10" hasCustomPrompt="1"/>
          </p:nvPr>
        </p:nvSpPr>
        <p:spPr>
          <a:xfrm>
            <a:off x="263524" y="208032"/>
            <a:ext cx="11664951" cy="56352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="1">
                <a:latin typeface="+mj-lt"/>
              </a:defRPr>
            </a:lvl1pPr>
          </a:lstStyle>
          <a:p>
            <a:pPr lvl="0"/>
            <a:r>
              <a:rPr kumimoji="1" lang="en-US" altLang="ja-JP" dirty="0"/>
              <a:t>Title, Verdana Bold 28pt</a:t>
            </a:r>
            <a:endParaRPr kumimoji="1" lang="ja-JP" altLang="en-US" dirty="0"/>
          </a:p>
        </p:txBody>
      </p:sp>
      <p:sp>
        <p:nvSpPr>
          <p:cNvPr id="8" name="テキスト プレースホルダー 7"/>
          <p:cNvSpPr>
            <a:spLocks noGrp="1"/>
          </p:cNvSpPr>
          <p:nvPr>
            <p:ph type="body" sz="quarter" idx="11" hasCustomPrompt="1"/>
          </p:nvPr>
        </p:nvSpPr>
        <p:spPr>
          <a:xfrm>
            <a:off x="270415" y="976343"/>
            <a:ext cx="11658059" cy="446057"/>
          </a:xfrm>
          <a:prstGeom prst="rect">
            <a:avLst/>
          </a:prstGeom>
        </p:spPr>
        <p:txBody>
          <a:bodyPr/>
          <a:lstStyle>
            <a:lvl1pPr marL="228600" indent="-228600">
              <a:buFont typeface="Wingdings" panose="05000000000000000000" pitchFamily="2" charset="2"/>
              <a:buChar char="n"/>
              <a:defRPr sz="2400" baseline="0">
                <a:latin typeface="+mn-lt"/>
              </a:defRPr>
            </a:lvl1pPr>
          </a:lstStyle>
          <a:p>
            <a:pPr lvl="0"/>
            <a:r>
              <a:rPr kumimoji="1" lang="en-US" altLang="ja-JP" dirty="0"/>
              <a:t>Body Title, Verdana 24pt</a:t>
            </a:r>
            <a:endParaRPr kumimoji="1" lang="ja-JP" altLang="en-US" dirty="0"/>
          </a:p>
        </p:txBody>
      </p:sp>
      <p:sp>
        <p:nvSpPr>
          <p:cNvPr id="9" name="テキスト プレースホルダー 7"/>
          <p:cNvSpPr>
            <a:spLocks noGrp="1"/>
          </p:cNvSpPr>
          <p:nvPr>
            <p:ph type="body" sz="quarter" idx="12" hasCustomPrompt="1"/>
          </p:nvPr>
        </p:nvSpPr>
        <p:spPr>
          <a:xfrm>
            <a:off x="270415" y="1422400"/>
            <a:ext cx="11658059" cy="46228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800" baseline="0">
                <a:latin typeface="+mn-lt"/>
              </a:defRPr>
            </a:lvl1pPr>
          </a:lstStyle>
          <a:p>
            <a:pPr lvl="0"/>
            <a:r>
              <a:rPr kumimoji="1" lang="en-US" altLang="ja-JP" dirty="0"/>
              <a:t>Body Text, Verdana 18pt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25236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19">
          <p15:clr>
            <a:srgbClr val="FBAE40"/>
          </p15:clr>
        </p15:guide>
        <p15:guide id="5" orient="horz" pos="618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95542D-E5F5-D09D-EEA0-06051D45B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12CF76-9965-422C-D7AA-934E02A1E3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C11D16-F5A9-231C-545E-6906C5F1DE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F61943-3342-4554-8403-118C8C1529D5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8B990-6EF6-E39E-EF31-38B044D069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B0DDA7-C73D-4678-0FED-6404D4AF2D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D4C522-3418-4017-B3CC-40AB94203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917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racle.com/en/virtualization/virtualbox/6.0/user/intro-installing.html" TargetMode="External"/><Relationship Id="rId2" Type="http://schemas.openxmlformats.org/officeDocument/2006/relationships/hyperlink" Target="https://www.virtualbox.org/wiki/Download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lifewire.com/install-virtualbox-extension-pack-4782422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uxfordevices.com/tutorials/kali-linux/install-kali-linux-in-virtualbox" TargetMode="External"/><Relationship Id="rId2" Type="http://schemas.openxmlformats.org/officeDocument/2006/relationships/hyperlink" Target="https://www.kali.org/get-kali/#kali-virtual-machines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kali.org/docs/usb/live-usb-install-with-windows/" TargetMode="External"/><Relationship Id="rId4" Type="http://schemas.openxmlformats.org/officeDocument/2006/relationships/hyperlink" Target="https://www.kali.org/get-kali/#kali-installer-image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AB79438-1929-B66C-5A54-EEE0BFBB59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Virtual Box Setup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53296E-8822-77F5-4641-9716D98ADCC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0415" y="685800"/>
            <a:ext cx="11658059" cy="5359400"/>
          </a:xfrm>
        </p:spPr>
        <p:txBody>
          <a:bodyPr/>
          <a:lstStyle/>
          <a:p>
            <a:r>
              <a:rPr lang="en-US" dirty="0"/>
              <a:t>VirtualBox is a general-purpose full virtualization software for x86_64 hardware (with version 7.1 additionally for macOS/Arm and with version 7.2 also for Windows/Arm), targeted at laptop, desktop, server and embedded use.</a:t>
            </a:r>
          </a:p>
          <a:p>
            <a:r>
              <a:rPr lang="en-US" dirty="0"/>
              <a:t>The provided laptop comes with VirtualBox setup with a Kali Linux VM and additional applications needed.</a:t>
            </a:r>
          </a:p>
          <a:p>
            <a:r>
              <a:rPr lang="en-US" dirty="0"/>
              <a:t>But if you want to DYI on your own laptop (Windows 10/11 or even Linux), here are some instructions to get started: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Download from here: </a:t>
            </a:r>
            <a:r>
              <a:rPr lang="en-US" dirty="0">
                <a:hlinkClick r:id="rId2"/>
              </a:rPr>
              <a:t>Downloads – Oracle VirtualBox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Download both the Windows (or Linux) hosts platform package and the VirtualBox Extension Pack</a:t>
            </a:r>
          </a:p>
          <a:p>
            <a:pPr marL="971550" lvl="1" indent="-285750"/>
            <a:r>
              <a:rPr lang="en-US" sz="1600" dirty="0"/>
              <a:t>Current version is 7.2.14</a:t>
            </a:r>
          </a:p>
          <a:p>
            <a:pPr marL="971550" lvl="1" indent="-285750"/>
            <a:r>
              <a:rPr lang="en-US" sz="1600" dirty="0">
                <a:hlinkClick r:id="rId3"/>
              </a:rPr>
              <a:t>1.5. Installing Oracle VM VirtualBox and Extension Packs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Install VirtualBox</a:t>
            </a:r>
          </a:p>
          <a:p>
            <a:pPr marL="971550" lvl="1" indent="-285750"/>
            <a:r>
              <a:rPr lang="en-US" sz="1600" dirty="0"/>
              <a:t>Reboot</a:t>
            </a:r>
          </a:p>
          <a:p>
            <a:pPr marL="971550" lvl="1" indent="-285750"/>
            <a:r>
              <a:rPr lang="en-US" sz="1600" dirty="0"/>
              <a:t>Run VirtualBox</a:t>
            </a:r>
          </a:p>
          <a:p>
            <a:pPr marL="971550" lvl="1" indent="-285750"/>
            <a:r>
              <a:rPr lang="en-US" sz="1600" dirty="0"/>
              <a:t>The Extension Pack is installed from inside VirtualBox</a:t>
            </a:r>
          </a:p>
          <a:p>
            <a:pPr marL="1428750" lvl="2" indent="-285750"/>
            <a:r>
              <a:rPr lang="en-US" sz="1400" dirty="0">
                <a:hlinkClick r:id="rId4"/>
              </a:rPr>
              <a:t>How to Install VirtualBox Extension Pack</a:t>
            </a:r>
            <a:endParaRPr lang="en-US" sz="14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8735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0A7F1C4-B3CB-5335-CD67-EDAD8D2A63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Kali Linux Setup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61CE8A-4CFB-AD02-DB70-80AB233B185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0415" y="640080"/>
            <a:ext cx="11658059" cy="5405120"/>
          </a:xfrm>
        </p:spPr>
        <p:txBody>
          <a:bodyPr/>
          <a:lstStyle/>
          <a:p>
            <a:r>
              <a:rPr lang="en-US" dirty="0"/>
              <a:t>Kali Linux is an open-source, Debian-based Linux distribution geared towards various information security tasks, such as Penetration Testing, Security Research, Computer Forensics and Reverse Engineering.</a:t>
            </a:r>
          </a:p>
          <a:p>
            <a:r>
              <a:rPr lang="en-US" dirty="0"/>
              <a:t>If you want to DYI on your own laptop, there are 2 ways to go about it: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Kali Linux VirtualBox VM</a:t>
            </a:r>
          </a:p>
          <a:p>
            <a:pPr marL="971550" lvl="1" indent="-285750"/>
            <a:r>
              <a:rPr lang="en-US" sz="1600" dirty="0">
                <a:hlinkClick r:id="rId2"/>
              </a:rPr>
              <a:t>Get Kali | Kali Linux</a:t>
            </a:r>
            <a:r>
              <a:rPr lang="en-US" sz="1600" dirty="0"/>
              <a:t> and download the VirtualBox version</a:t>
            </a:r>
          </a:p>
          <a:p>
            <a:pPr marL="971550" lvl="1" indent="-285750"/>
            <a:r>
              <a:rPr lang="en-US" sz="1600" dirty="0"/>
              <a:t>Add the VM and open the file from inside VirtualBox </a:t>
            </a:r>
          </a:p>
          <a:p>
            <a:pPr marL="971550" lvl="1" indent="-285750"/>
            <a:r>
              <a:rPr lang="en-US" sz="1600" dirty="0">
                <a:hlinkClick r:id="rId3"/>
              </a:rPr>
              <a:t>How to Install Kali Linux in VirtualBox: Complete Setup Guide – </a:t>
            </a:r>
            <a:r>
              <a:rPr lang="en-US" sz="1600" dirty="0" err="1">
                <a:hlinkClick r:id="rId3"/>
              </a:rPr>
              <a:t>LinuxForDevices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Bare metal Kali Linux</a:t>
            </a:r>
          </a:p>
          <a:p>
            <a:pPr marL="971550" lvl="1" indent="-285750"/>
            <a:r>
              <a:rPr lang="en-US" sz="1600" dirty="0">
                <a:hlinkClick r:id="rId4"/>
              </a:rPr>
              <a:t>Get Kali | Kali Linux</a:t>
            </a:r>
            <a:r>
              <a:rPr lang="en-US" sz="1600" dirty="0"/>
              <a:t> and download the ISO image to put on a bootable USB thumb drive</a:t>
            </a:r>
          </a:p>
          <a:p>
            <a:pPr marL="971550" lvl="1" indent="-285750"/>
            <a:r>
              <a:rPr lang="en-US" sz="1600" dirty="0"/>
              <a:t>This gets you a Kali Linux that boots up on your Laptop or Workstation</a:t>
            </a:r>
          </a:p>
          <a:p>
            <a:pPr marL="971550" lvl="1" indent="-285750"/>
            <a:r>
              <a:rPr lang="en-US" sz="1600" dirty="0"/>
              <a:t>However, you may wipe out existing Windows installation or create a dual boot.  Either way you must have space for it on your disk</a:t>
            </a:r>
          </a:p>
          <a:p>
            <a:pPr marL="971550" lvl="1" indent="-285750"/>
            <a:r>
              <a:rPr lang="en-US" sz="1600" dirty="0">
                <a:hlinkClick r:id="rId5"/>
              </a:rPr>
              <a:t>Making a Kali Bootable USB Drive on Windows | Kali Linux Documentation</a:t>
            </a:r>
            <a:endParaRPr lang="en-US" sz="1600" dirty="0"/>
          </a:p>
          <a:p>
            <a:pPr marL="971550" lvl="1" indent="-285750"/>
            <a:endParaRPr lang="en-US" sz="1600" dirty="0"/>
          </a:p>
          <a:p>
            <a:pPr marL="971550" lvl="1" indent="-285750"/>
            <a:endParaRPr lang="en-US" sz="1600" dirty="0"/>
          </a:p>
          <a:p>
            <a:pPr marL="285750" indent="-285750"/>
            <a:endParaRPr lang="en-US" sz="1000" dirty="0"/>
          </a:p>
          <a:p>
            <a:pPr marL="285750" indent="-285750"/>
            <a:endParaRPr lang="en-US" sz="10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433865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ARTICULATE_SLIDE_COUNT" val="155"/>
</p:tagLst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7B86F8708159745A0B6896184DE9576" ma:contentTypeVersion="19" ma:contentTypeDescription="Create a new document." ma:contentTypeScope="" ma:versionID="493bf26d373952ea1ae3b9e24cd19b33">
  <xsd:schema xmlns:xsd="http://www.w3.org/2001/XMLSchema" xmlns:xs="http://www.w3.org/2001/XMLSchema" xmlns:p="http://schemas.microsoft.com/office/2006/metadata/properties" xmlns:ns2="c7a77415-c4a3-4262-8430-671f3e8707b6" xmlns:ns3="69a7259e-7a2c-42d5-bc84-25eccf0dce8b" targetNamespace="http://schemas.microsoft.com/office/2006/metadata/properties" ma:root="true" ma:fieldsID="69c00e31f84d56e19bb090b7ea67ab52" ns2:_="" ns3:_="">
    <xsd:import namespace="c7a77415-c4a3-4262-8430-671f3e8707b6"/>
    <xsd:import namespace="69a7259e-7a2c-42d5-bc84-25eccf0dce8b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2:SharedWithUsers" minOccurs="0"/>
                <xsd:element ref="ns2:SharedWithDetail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7a77415-c4a3-4262-8430-671f3e8707b6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SharedWithUsers" ma:index="2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6" nillable="true" ma:displayName="Taxonomy Catch All Column" ma:hidden="true" ma:list="{d3a045ce-0abc-407a-a385-daab9685d46b}" ma:internalName="TaxCatchAll" ma:showField="CatchAllData" ma:web="c7a77415-c4a3-4262-8430-671f3e8707b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7259e-7a2c-42d5-bc84-25eccf0dce8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MediaLengthInSeconds" ma:index="23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5" nillable="true" ma:taxonomy="true" ma:internalName="lcf76f155ced4ddcb4097134ff3c332f" ma:taxonomyFieldName="MediaServiceImageTags" ma:displayName="Image Tags" ma:readOnly="false" ma:fieldId="{5cf76f15-5ced-4ddc-b409-7134ff3c332f}" ma:taxonomyMulti="true" ma:sspId="ca126d71-af09-421f-972c-d16e59c147a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c7a77415-c4a3-4262-8430-671f3e8707b6">7J4PPY27XH2W-901365475-257158</_dlc_DocId>
    <_dlc_DocIdUrl xmlns="c7a77415-c4a3-4262-8430-671f3e8707b6">
      <Url>https://automotivei.sharepoint.com/sites/PMO/_layouts/15/DocIdRedir.aspx?ID=7J4PPY27XH2W-901365475-257158</Url>
      <Description>7J4PPY27XH2W-901365475-257158</Description>
    </_dlc_DocIdUrl>
    <TaxCatchAll xmlns="c7a77415-c4a3-4262-8430-671f3e8707b6" xsi:nil="true"/>
    <lcf76f155ced4ddcb4097134ff3c332f xmlns="69a7259e-7a2c-42d5-bc84-25eccf0dce8b">
      <Terms xmlns="http://schemas.microsoft.com/office/infopath/2007/PartnerControls"/>
    </lcf76f155ced4ddcb4097134ff3c332f>
  </documentManagement>
</p:properties>
</file>

<file path=customXml/item4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Props1.xml><?xml version="1.0" encoding="utf-8"?>
<ds:datastoreItem xmlns:ds="http://schemas.openxmlformats.org/officeDocument/2006/customXml" ds:itemID="{84EE72F3-C956-4A5B-833F-E761B5D8ACD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FEF19B7-7529-453B-A7D5-A8465340F17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7a77415-c4a3-4262-8430-671f3e8707b6"/>
    <ds:schemaRef ds:uri="69a7259e-7a2c-42d5-bc84-25eccf0dce8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71A463F-9F4B-47AC-91AA-3962FD8F3CE5}">
  <ds:schemaRefs>
    <ds:schemaRef ds:uri="http://schemas.microsoft.com/office/2006/metadata/properties"/>
    <ds:schemaRef ds:uri="http://schemas.microsoft.com/office/infopath/2007/PartnerControls"/>
    <ds:schemaRef ds:uri="c7a77415-c4a3-4262-8430-671f3e8707b6"/>
    <ds:schemaRef ds:uri="69a7259e-7a2c-42d5-bc84-25eccf0dce8b"/>
  </ds:schemaRefs>
</ds:datastoreItem>
</file>

<file path=customXml/itemProps4.xml><?xml version="1.0" encoding="utf-8"?>
<ds:datastoreItem xmlns:ds="http://schemas.openxmlformats.org/officeDocument/2006/customXml" ds:itemID="{54C592EF-85C1-482B-896B-DED434B6FCCC}">
  <ds:schemaRefs>
    <ds:schemaRef ds:uri="http://schemas.microsoft.com/sharepoint/event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1331</TotalTime>
  <Words>304</Words>
  <Application>Microsoft Office PowerPoint</Application>
  <PresentationFormat>Widescreen</PresentationFormat>
  <Paragraphs>28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Wingdings</vt:lpstr>
      <vt:lpstr>Custom Design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Carey Garback</dc:creator>
  <cp:lastModifiedBy>Probert, Neal</cp:lastModifiedBy>
  <cp:revision>18</cp:revision>
  <dcterms:created xsi:type="dcterms:W3CDTF">2026-03-11T18:02:03Z</dcterms:created>
  <dcterms:modified xsi:type="dcterms:W3CDTF">2026-09-04T12:54:41Z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9C55993E-2489-4B16-A624-642EE1CF50C1</vt:lpwstr>
  </property>
  <property fmtid="{D5CDD505-2E9C-101B-9397-08002B2CF9AE}" pid="3" name="ArticulatePath">
    <vt:lpwstr>Presentation1</vt:lpwstr>
  </property>
  <property fmtid="{D5CDD505-2E9C-101B-9397-08002B2CF9AE}" pid="4" name="_dlc_DocIdItemGuid">
    <vt:lpwstr>93579079-5068-410a-b208-65d154b95cd0</vt:lpwstr>
  </property>
  <property fmtid="{D5CDD505-2E9C-101B-9397-08002B2CF9AE}" pid="5" name="ContentTypeId">
    <vt:lpwstr>0x01010067B86F8708159745A0B6896184DE9576</vt:lpwstr>
  </property>
  <property fmtid="{D5CDD505-2E9C-101B-9397-08002B2CF9AE}" pid="6" name="MediaServiceImageTags">
    <vt:lpwstr/>
  </property>
</Properties>
</file>