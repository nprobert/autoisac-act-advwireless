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notesSlides/notesSlide2.xml" ContentType="application/vnd.openxmlformats-officedocument.presentationml.notesSlide+xml"/>
  <Override PartName="/ppt/tags/tag21.xml" ContentType="application/vnd.openxmlformats-officedocument.presentationml.tags+xml"/>
  <Override PartName="/ppt/notesSlides/notesSlide3.xml" ContentType="application/vnd.openxmlformats-officedocument.presentationml.notesSlide+xml"/>
  <Override PartName="/ppt/tags/tag22.xml" ContentType="application/vnd.openxmlformats-officedocument.presentationml.tags+xml"/>
  <Override PartName="/ppt/notesSlides/notesSlide4.xml" ContentType="application/vnd.openxmlformats-officedocument.presentationml.notesSlide+xml"/>
  <Override PartName="/ppt/tags/tag23.xml" ContentType="application/vnd.openxmlformats-officedocument.presentationml.tags+xml"/>
  <Override PartName="/ppt/notesSlides/notesSlide5.xml" ContentType="application/vnd.openxmlformats-officedocument.presentationml.notesSlide+xml"/>
  <Override PartName="/ppt/tags/tag24.xml" ContentType="application/vnd.openxmlformats-officedocument.presentationml.tags+xml"/>
  <Override PartName="/ppt/notesSlides/notesSlide6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5"/>
  </p:sldMasterIdLst>
  <p:notesMasterIdLst>
    <p:notesMasterId r:id="rId132"/>
  </p:notesMasterIdLst>
  <p:sldIdLst>
    <p:sldId id="445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277" r:id="rId24"/>
    <p:sldId id="301" r:id="rId25"/>
    <p:sldId id="302" r:id="rId26"/>
    <p:sldId id="307" r:id="rId27"/>
    <p:sldId id="308" r:id="rId28"/>
    <p:sldId id="309" r:id="rId29"/>
    <p:sldId id="312" r:id="rId30"/>
    <p:sldId id="310" r:id="rId31"/>
    <p:sldId id="311" r:id="rId32"/>
    <p:sldId id="320" r:id="rId33"/>
    <p:sldId id="321" r:id="rId34"/>
    <p:sldId id="322" r:id="rId35"/>
    <p:sldId id="323" r:id="rId36"/>
    <p:sldId id="324" r:id="rId37"/>
    <p:sldId id="325" r:id="rId38"/>
    <p:sldId id="339" r:id="rId39"/>
    <p:sldId id="340" r:id="rId40"/>
    <p:sldId id="341" r:id="rId41"/>
    <p:sldId id="342" r:id="rId42"/>
    <p:sldId id="343" r:id="rId43"/>
    <p:sldId id="344" r:id="rId44"/>
    <p:sldId id="345" r:id="rId45"/>
    <p:sldId id="346" r:id="rId46"/>
    <p:sldId id="347" r:id="rId47"/>
    <p:sldId id="348" r:id="rId48"/>
    <p:sldId id="349" r:id="rId49"/>
    <p:sldId id="350" r:id="rId50"/>
    <p:sldId id="351" r:id="rId51"/>
    <p:sldId id="352" r:id="rId52"/>
    <p:sldId id="353" r:id="rId53"/>
    <p:sldId id="354" r:id="rId54"/>
    <p:sldId id="355" r:id="rId55"/>
    <p:sldId id="356" r:id="rId56"/>
    <p:sldId id="357" r:id="rId57"/>
    <p:sldId id="358" r:id="rId58"/>
    <p:sldId id="359" r:id="rId59"/>
    <p:sldId id="360" r:id="rId60"/>
    <p:sldId id="361" r:id="rId61"/>
    <p:sldId id="362" r:id="rId62"/>
    <p:sldId id="363" r:id="rId63"/>
    <p:sldId id="368" r:id="rId64"/>
    <p:sldId id="369" r:id="rId65"/>
    <p:sldId id="370" r:id="rId66"/>
    <p:sldId id="371" r:id="rId67"/>
    <p:sldId id="372" r:id="rId68"/>
    <p:sldId id="373" r:id="rId69"/>
    <p:sldId id="374" r:id="rId70"/>
    <p:sldId id="384" r:id="rId71"/>
    <p:sldId id="385" r:id="rId72"/>
    <p:sldId id="386" r:id="rId73"/>
    <p:sldId id="387" r:id="rId74"/>
    <p:sldId id="388" r:id="rId75"/>
    <p:sldId id="389" r:id="rId76"/>
    <p:sldId id="390" r:id="rId77"/>
    <p:sldId id="303" r:id="rId78"/>
    <p:sldId id="304" r:id="rId79"/>
    <p:sldId id="305" r:id="rId80"/>
    <p:sldId id="306" r:id="rId81"/>
    <p:sldId id="391" r:id="rId82"/>
    <p:sldId id="392" r:id="rId83"/>
    <p:sldId id="393" r:id="rId84"/>
    <p:sldId id="394" r:id="rId85"/>
    <p:sldId id="395" r:id="rId86"/>
    <p:sldId id="396" r:id="rId87"/>
    <p:sldId id="313" r:id="rId88"/>
    <p:sldId id="314" r:id="rId89"/>
    <p:sldId id="315" r:id="rId90"/>
    <p:sldId id="316" r:id="rId91"/>
    <p:sldId id="317" r:id="rId92"/>
    <p:sldId id="318" r:id="rId93"/>
    <p:sldId id="319" r:id="rId94"/>
    <p:sldId id="397" r:id="rId95"/>
    <p:sldId id="398" r:id="rId96"/>
    <p:sldId id="399" r:id="rId97"/>
    <p:sldId id="400" r:id="rId98"/>
    <p:sldId id="401" r:id="rId99"/>
    <p:sldId id="402" r:id="rId100"/>
    <p:sldId id="403" r:id="rId101"/>
    <p:sldId id="404" r:id="rId102"/>
    <p:sldId id="405" r:id="rId103"/>
    <p:sldId id="406" r:id="rId104"/>
    <p:sldId id="407" r:id="rId105"/>
    <p:sldId id="326" r:id="rId106"/>
    <p:sldId id="327" r:id="rId107"/>
    <p:sldId id="328" r:id="rId108"/>
    <p:sldId id="329" r:id="rId109"/>
    <p:sldId id="330" r:id="rId110"/>
    <p:sldId id="331" r:id="rId111"/>
    <p:sldId id="332" r:id="rId112"/>
    <p:sldId id="333" r:id="rId113"/>
    <p:sldId id="334" r:id="rId114"/>
    <p:sldId id="335" r:id="rId115"/>
    <p:sldId id="336" r:id="rId116"/>
    <p:sldId id="337" r:id="rId117"/>
    <p:sldId id="338" r:id="rId118"/>
    <p:sldId id="408" r:id="rId119"/>
    <p:sldId id="409" r:id="rId120"/>
    <p:sldId id="410" r:id="rId121"/>
    <p:sldId id="411" r:id="rId122"/>
    <p:sldId id="412" r:id="rId123"/>
    <p:sldId id="413" r:id="rId124"/>
    <p:sldId id="414" r:id="rId125"/>
    <p:sldId id="415" r:id="rId126"/>
    <p:sldId id="416" r:id="rId127"/>
    <p:sldId id="417" r:id="rId128"/>
    <p:sldId id="418" r:id="rId129"/>
    <p:sldId id="419" r:id="rId130"/>
    <p:sldId id="420" r:id="rId131"/>
  </p:sldIdLst>
  <p:sldSz cx="12192000" cy="6858000"/>
  <p:notesSz cx="6858000" cy="9144000"/>
  <p:custDataLst>
    <p:tags r:id="rId1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0EEF03E-46C1-4B91-8015-EA960149133A}">
          <p14:sldIdLst>
            <p14:sldId id="445"/>
          </p14:sldIdLst>
        </p14:section>
        <p14:section name="Bluetooth" id="{C12E490E-F232-4BBA-9114-EED92090983A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Flipper Zero - Door Bell" id="{632DFCC3-E09C-4390-8B69-189B7526F068}">
          <p14:sldIdLst>
            <p14:sldId id="277"/>
          </p14:sldIdLst>
        </p14:section>
        <p14:section name="NFC" id="{8EB6B6A1-445C-4BA9-8AEE-80EFBF45AAA0}">
          <p14:sldIdLst>
            <p14:sldId id="301"/>
            <p14:sldId id="302"/>
            <p14:sldId id="307"/>
            <p14:sldId id="308"/>
            <p14:sldId id="309"/>
          </p14:sldIdLst>
        </p14:section>
        <p14:section name="FCC ID" id="{996098ED-F625-41E8-8BD8-06E6CC46322C}">
          <p14:sldIdLst>
            <p14:sldId id="312"/>
            <p14:sldId id="310"/>
            <p14:sldId id="311"/>
          </p14:sldIdLst>
        </p14:section>
        <p14:section name="SDR - GQRX" id="{A7F41C88-17AA-4B6D-B05E-0A04F37A3536}">
          <p14:sldIdLst>
            <p14:sldId id="320"/>
            <p14:sldId id="321"/>
            <p14:sldId id="322"/>
            <p14:sldId id="323"/>
            <p14:sldId id="324"/>
            <p14:sldId id="325"/>
          </p14:sldIdLst>
        </p14:section>
        <p14:section name="SDR - GNU Radio - Keyfob record" id="{154B9B56-A423-4799-A91B-8B713321DC7B}">
          <p14:sldIdLst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</p14:sldIdLst>
        </p14:section>
        <p14:section name="SDR - GNU Radio - Keyfob replay" id="{D44BFE6D-3B0A-49E7-A48C-663B9C6BBFDD}">
          <p14:sldIdLst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</p14:sldIdLst>
        </p14:section>
        <p14:section name="SDR - GNU Radio - Keyfob decode" id="{039E7430-DF79-44AE-98C8-845E95BB49D1}">
          <p14:sldIdLst>
            <p14:sldId id="360"/>
            <p14:sldId id="361"/>
            <p14:sldId id="362"/>
            <p14:sldId id="363"/>
          </p14:sldIdLst>
        </p14:section>
        <p14:section name="GPS" id="{8DCAC77E-AFFC-4B03-A97C-F54C522A913E}">
          <p14:sldIdLst>
            <p14:sldId id="368"/>
            <p14:sldId id="369"/>
            <p14:sldId id="370"/>
            <p14:sldId id="371"/>
            <p14:sldId id="372"/>
            <p14:sldId id="373"/>
            <p14:sldId id="374"/>
          </p14:sldIdLst>
        </p14:section>
        <p14:section name="RDS" id="{F402DFBD-F3C0-4A7F-8C91-E580A561F99E}">
          <p14:sldIdLst>
            <p14:sldId id="384"/>
            <p14:sldId id="385"/>
            <p14:sldId id="386"/>
            <p14:sldId id="387"/>
            <p14:sldId id="388"/>
            <p14:sldId id="389"/>
            <p14:sldId id="390"/>
          </p14:sldIdLst>
        </p14:section>
        <p14:section name="WiFi" id="{074B3C31-54E2-4065-AC58-8112E024755A}">
          <p14:sldIdLst>
            <p14:sldId id="303"/>
            <p14:sldId id="304"/>
            <p14:sldId id="305"/>
            <p14:sldId id="306"/>
            <p14:sldId id="391"/>
            <p14:sldId id="392"/>
            <p14:sldId id="393"/>
            <p14:sldId id="394"/>
          </p14:sldIdLst>
        </p14:section>
        <p14:section name="WiFi - Analyzer App" id="{DB79742B-9CBA-4F20-80DA-0FE921A8153D}">
          <p14:sldIdLst>
            <p14:sldId id="395"/>
            <p14:sldId id="396"/>
            <p14:sldId id="313"/>
          </p14:sldIdLst>
        </p14:section>
        <p14:section name="WiFi - HackISAC" id="{D03E4C7D-FBD0-4CCE-80B4-6619565A2E9D}">
          <p14:sldIdLst>
            <p14:sldId id="314"/>
            <p14:sldId id="315"/>
            <p14:sldId id="316"/>
            <p14:sldId id="317"/>
            <p14:sldId id="318"/>
            <p14:sldId id="319"/>
            <p14:sldId id="397"/>
            <p14:sldId id="398"/>
            <p14:sldId id="399"/>
          </p14:sldIdLst>
        </p14:section>
        <p14:section name="WiFi - Wifite2" id="{635FED02-9980-4ED6-9FAE-ED9CFAB3223B}">
          <p14:sldIdLst>
            <p14:sldId id="400"/>
            <p14:sldId id="401"/>
            <p14:sldId id="402"/>
            <p14:sldId id="403"/>
          </p14:sldIdLst>
        </p14:section>
        <p14:section name="Cellular" id="{25C6303D-1F66-4394-9550-8A6018EDAB0A}">
          <p14:sldIdLst>
            <p14:sldId id="404"/>
            <p14:sldId id="405"/>
            <p14:sldId id="406"/>
            <p14:sldId id="407"/>
            <p14:sldId id="326"/>
          </p14:sldIdLst>
        </p14:section>
        <p14:section name="Cellular - srsRAN" id="{FB62652E-D7E0-472B-B534-6309AEE11FE8}">
          <p14:sldIdLst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408"/>
            <p14:sldId id="409"/>
            <p14:sldId id="410"/>
            <p14:sldId id="411"/>
            <p14:sldId id="412"/>
            <p14:sldId id="413"/>
          </p14:sldIdLst>
        </p14:section>
        <p14:section name="Headunit" id="{AD7A1288-D49E-4C1D-A143-6A0A1A4E6680}">
          <p14:sldIdLst>
            <p14:sldId id="414"/>
            <p14:sldId id="415"/>
            <p14:sldId id="416"/>
            <p14:sldId id="417"/>
            <p14:sldId id="418"/>
            <p14:sldId id="419"/>
            <p14:sldId id="42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A02856-269D-4F17-A7F6-0B8C7D84C0B3}" v="7" dt="2026-03-11T21:04:40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2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63" Type="http://schemas.openxmlformats.org/officeDocument/2006/relationships/slide" Target="slides/slide58.xml"/><Relationship Id="rId84" Type="http://schemas.openxmlformats.org/officeDocument/2006/relationships/slide" Target="slides/slide79.xml"/><Relationship Id="rId138" Type="http://schemas.microsoft.com/office/2016/11/relationships/changesInfo" Target="changesInfos/changesInfo1.xml"/><Relationship Id="rId16" Type="http://schemas.openxmlformats.org/officeDocument/2006/relationships/slide" Target="slides/slide11.xml"/><Relationship Id="rId107" Type="http://schemas.openxmlformats.org/officeDocument/2006/relationships/slide" Target="slides/slide102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102" Type="http://schemas.openxmlformats.org/officeDocument/2006/relationships/slide" Target="slides/slide97.xml"/><Relationship Id="rId123" Type="http://schemas.openxmlformats.org/officeDocument/2006/relationships/slide" Target="slides/slide118.xml"/><Relationship Id="rId128" Type="http://schemas.openxmlformats.org/officeDocument/2006/relationships/slide" Target="slides/slide123.xml"/><Relationship Id="rId5" Type="http://schemas.openxmlformats.org/officeDocument/2006/relationships/slideMaster" Target="slideMasters/slideMaster1.xml"/><Relationship Id="rId90" Type="http://schemas.openxmlformats.org/officeDocument/2006/relationships/slide" Target="slides/slide85.xml"/><Relationship Id="rId95" Type="http://schemas.openxmlformats.org/officeDocument/2006/relationships/slide" Target="slides/slide9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113" Type="http://schemas.openxmlformats.org/officeDocument/2006/relationships/slide" Target="slides/slide108.xml"/><Relationship Id="rId118" Type="http://schemas.openxmlformats.org/officeDocument/2006/relationships/slide" Target="slides/slide113.xml"/><Relationship Id="rId134" Type="http://schemas.openxmlformats.org/officeDocument/2006/relationships/presProps" Target="presProps.xml"/><Relationship Id="rId139" Type="http://schemas.microsoft.com/office/2015/10/relationships/revisionInfo" Target="revisionInfo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slide" Target="slides/slide98.xml"/><Relationship Id="rId108" Type="http://schemas.openxmlformats.org/officeDocument/2006/relationships/slide" Target="slides/slide103.xml"/><Relationship Id="rId124" Type="http://schemas.openxmlformats.org/officeDocument/2006/relationships/slide" Target="slides/slide119.xml"/><Relationship Id="rId129" Type="http://schemas.openxmlformats.org/officeDocument/2006/relationships/slide" Target="slides/slide124.xml"/><Relationship Id="rId54" Type="http://schemas.openxmlformats.org/officeDocument/2006/relationships/slide" Target="slides/slide49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91" Type="http://schemas.openxmlformats.org/officeDocument/2006/relationships/slide" Target="slides/slide86.xml"/><Relationship Id="rId96" Type="http://schemas.openxmlformats.org/officeDocument/2006/relationships/slide" Target="slides/slide9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49" Type="http://schemas.openxmlformats.org/officeDocument/2006/relationships/slide" Target="slides/slide44.xml"/><Relationship Id="rId114" Type="http://schemas.openxmlformats.org/officeDocument/2006/relationships/slide" Target="slides/slide109.xml"/><Relationship Id="rId119" Type="http://schemas.openxmlformats.org/officeDocument/2006/relationships/slide" Target="slides/slide114.xml"/><Relationship Id="rId44" Type="http://schemas.openxmlformats.org/officeDocument/2006/relationships/slide" Target="slides/slide39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130" Type="http://schemas.openxmlformats.org/officeDocument/2006/relationships/slide" Target="slides/slide125.xml"/><Relationship Id="rId135" Type="http://schemas.openxmlformats.org/officeDocument/2006/relationships/viewProps" Target="viewProps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109" Type="http://schemas.openxmlformats.org/officeDocument/2006/relationships/slide" Target="slides/slide10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slide" Target="slides/slide99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110" Type="http://schemas.openxmlformats.org/officeDocument/2006/relationships/slide" Target="slides/slide105.xml"/><Relationship Id="rId115" Type="http://schemas.openxmlformats.org/officeDocument/2006/relationships/slide" Target="slides/slide110.xml"/><Relationship Id="rId131" Type="http://schemas.openxmlformats.org/officeDocument/2006/relationships/slide" Target="slides/slide126.xml"/><Relationship Id="rId136" Type="http://schemas.openxmlformats.org/officeDocument/2006/relationships/theme" Target="theme/theme1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105" Type="http://schemas.openxmlformats.org/officeDocument/2006/relationships/slide" Target="slides/slide100.xml"/><Relationship Id="rId126" Type="http://schemas.openxmlformats.org/officeDocument/2006/relationships/slide" Target="slides/slide12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121" Type="http://schemas.openxmlformats.org/officeDocument/2006/relationships/slide" Target="slides/slide116.xml"/><Relationship Id="rId3" Type="http://schemas.openxmlformats.org/officeDocument/2006/relationships/customXml" Target="../customXml/item3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116" Type="http://schemas.openxmlformats.org/officeDocument/2006/relationships/slide" Target="slides/slide111.xml"/><Relationship Id="rId137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11" Type="http://schemas.openxmlformats.org/officeDocument/2006/relationships/slide" Target="slides/slide106.xml"/><Relationship Id="rId132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36" Type="http://schemas.openxmlformats.org/officeDocument/2006/relationships/slide" Target="slides/slide31.xml"/><Relationship Id="rId57" Type="http://schemas.openxmlformats.org/officeDocument/2006/relationships/slide" Target="slides/slide52.xml"/><Relationship Id="rId106" Type="http://schemas.openxmlformats.org/officeDocument/2006/relationships/slide" Target="slides/slide101.xml"/><Relationship Id="rId127" Type="http://schemas.openxmlformats.org/officeDocument/2006/relationships/slide" Target="slides/slide12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52" Type="http://schemas.openxmlformats.org/officeDocument/2006/relationships/slide" Target="slides/slide47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122" Type="http://schemas.openxmlformats.org/officeDocument/2006/relationships/slide" Target="slides/slide117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7" Type="http://schemas.openxmlformats.org/officeDocument/2006/relationships/slide" Target="slides/slide42.xml"/><Relationship Id="rId68" Type="http://schemas.openxmlformats.org/officeDocument/2006/relationships/slide" Target="slides/slide63.xml"/><Relationship Id="rId89" Type="http://schemas.openxmlformats.org/officeDocument/2006/relationships/slide" Target="slides/slide84.xml"/><Relationship Id="rId112" Type="http://schemas.openxmlformats.org/officeDocument/2006/relationships/slide" Target="slides/slide107.xml"/><Relationship Id="rId133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ey Garback" userId="dc25ffa4-de89-4779-8381-34524c87e417" providerId="ADAL" clId="{6E1D5EB8-13F6-40DF-B512-351F8F358EAF}"/>
    <pc:docChg chg="undo custSel delSld modSld addMainMaster delMainMaster modMainMaster">
      <pc:chgData name="Carey Garback" userId="dc25ffa4-de89-4779-8381-34524c87e417" providerId="ADAL" clId="{6E1D5EB8-13F6-40DF-B512-351F8F358EAF}" dt="2026-03-11T21:17:14.370" v="429" actId="478"/>
      <pc:docMkLst>
        <pc:docMk/>
      </pc:docMkLst>
      <pc:sldChg chg="modSp mod modClrScheme chgLayout">
        <pc:chgData name="Carey Garback" userId="dc25ffa4-de89-4779-8381-34524c87e417" providerId="ADAL" clId="{6E1D5EB8-13F6-40DF-B512-351F8F358EAF}" dt="2026-03-11T21:16:21.167" v="425" actId="1036"/>
        <pc:sldMkLst>
          <pc:docMk/>
          <pc:sldMk cId="0" sldId="272"/>
        </pc:sldMkLst>
        <pc:spChg chg="mod ord">
          <ac:chgData name="Carey Garback" userId="dc25ffa4-de89-4779-8381-34524c87e417" providerId="ADAL" clId="{6E1D5EB8-13F6-40DF-B512-351F8F358EAF}" dt="2026-03-11T21:16:09.261" v="398" actId="404"/>
          <ac:spMkLst>
            <pc:docMk/>
            <pc:sldMk cId="0" sldId="27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2"/>
            <ac:spMk id="4" creationId="{00000000-0000-0000-0000-000000000000}"/>
          </ac:spMkLst>
        </pc:spChg>
        <pc:graphicFrameChg chg="mod">
          <ac:chgData name="Carey Garback" userId="dc25ffa4-de89-4779-8381-34524c87e417" providerId="ADAL" clId="{6E1D5EB8-13F6-40DF-B512-351F8F358EAF}" dt="2026-03-11T21:16:21.167" v="425" actId="1036"/>
          <ac:graphicFrameMkLst>
            <pc:docMk/>
            <pc:sldMk cId="0" sldId="272"/>
            <ac:graphicFrameMk id="2" creationId="{00000000-0000-0000-0000-000000000000}"/>
          </ac:graphicFrameMkLst>
        </pc:graphicFrame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6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6.747" v="53" actId="478"/>
          <ac:spMkLst>
            <pc:docMk/>
            <pc:sldMk cId="0" sldId="277"/>
            <ac:spMk id="237" creationId="{00000000-0000-0000-0000-000000000000}"/>
          </ac:spMkLst>
        </pc:spChg>
      </pc:sldChg>
      <pc:sldChg chg="addSp delSp modSp del mod modClrScheme chgLayout">
        <pc:chgData name="Carey Garback" userId="dc25ffa4-de89-4779-8381-34524c87e417" providerId="ADAL" clId="{6E1D5EB8-13F6-40DF-B512-351F8F358EAF}" dt="2026-03-11T21:02:37.558" v="179" actId="47"/>
        <pc:sldMkLst>
          <pc:docMk/>
          <pc:sldMk cId="0" sldId="283"/>
        </pc:sldMkLst>
        <pc:spChg chg="mod">
          <ac:chgData name="Carey Garback" userId="dc25ffa4-de89-4779-8381-34524c87e417" providerId="ADAL" clId="{6E1D5EB8-13F6-40DF-B512-351F8F358EAF}" dt="2026-03-11T20:48:16.823" v="26" actId="122"/>
          <ac:spMkLst>
            <pc:docMk/>
            <pc:sldMk cId="0" sldId="28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7:34.307" v="11" actId="478"/>
          <ac:spMkLst>
            <pc:docMk/>
            <pc:sldMk cId="0" sldId="283"/>
            <ac:spMk id="3" creationId="{00000000-0000-0000-0000-000000000000}"/>
          </ac:spMkLst>
        </pc:spChg>
        <pc:spChg chg="add del mod ord">
          <ac:chgData name="Carey Garback" userId="dc25ffa4-de89-4779-8381-34524c87e417" providerId="ADAL" clId="{6E1D5EB8-13F6-40DF-B512-351F8F358EAF}" dt="2026-03-11T20:47:04.265" v="2" actId="478"/>
          <ac:spMkLst>
            <pc:docMk/>
            <pc:sldMk cId="0" sldId="283"/>
            <ac:spMk id="4" creationId="{97632196-89BD-C7F0-DBD2-2D6818DF3201}"/>
          </ac:spMkLst>
        </pc:spChg>
        <pc:spChg chg="add del mod ord">
          <ac:chgData name="Carey Garback" userId="dc25ffa4-de89-4779-8381-34524c87e417" providerId="ADAL" clId="{6E1D5EB8-13F6-40DF-B512-351F8F358EAF}" dt="2026-03-11T20:47:09.019" v="3" actId="478"/>
          <ac:spMkLst>
            <pc:docMk/>
            <pc:sldMk cId="0" sldId="283"/>
            <ac:spMk id="5" creationId="{F109EC6E-FF5E-0D09-3536-67771EBDC5DA}"/>
          </ac:spMkLst>
        </pc:spChg>
      </pc:sldChg>
      <pc:sldChg chg="addSp modSp mod modClrScheme chgLayout">
        <pc:chgData name="Carey Garback" userId="dc25ffa4-de89-4779-8381-34524c87e417" providerId="ADAL" clId="{6E1D5EB8-13F6-40DF-B512-351F8F358EAF}" dt="2026-03-11T21:02:41.265" v="181" actId="20577"/>
        <pc:sldMkLst>
          <pc:docMk/>
          <pc:sldMk cId="0" sldId="284"/>
        </pc:sldMkLst>
        <pc:spChg chg="mod ord">
          <ac:chgData name="Carey Garback" userId="dc25ffa4-de89-4779-8381-34524c87e417" providerId="ADAL" clId="{6E1D5EB8-13F6-40DF-B512-351F8F358EAF}" dt="2026-03-11T21:00:46.152" v="149" actId="1076"/>
          <ac:spMkLst>
            <pc:docMk/>
            <pc:sldMk cId="0" sldId="28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0:42.106" v="148" actId="1036"/>
          <ac:spMkLst>
            <pc:docMk/>
            <pc:sldMk cId="0" sldId="284"/>
            <ac:spMk id="3" creationId="{00000000-0000-0000-0000-000000000000}"/>
          </ac:spMkLst>
        </pc:spChg>
        <pc:spChg chg="add mod">
          <ac:chgData name="Carey Garback" userId="dc25ffa4-de89-4779-8381-34524c87e417" providerId="ADAL" clId="{6E1D5EB8-13F6-40DF-B512-351F8F358EAF}" dt="2026-03-11T21:02:41.265" v="181" actId="20577"/>
          <ac:spMkLst>
            <pc:docMk/>
            <pc:sldMk cId="0" sldId="284"/>
            <ac:spMk id="5" creationId="{0A99B574-4EB3-874B-D372-0652085B8A06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2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34.897" v="212" actId="14100"/>
        <pc:sldMkLst>
          <pc:docMk/>
          <pc:sldMk cId="0" sldId="301"/>
        </pc:sldMkLst>
        <pc:spChg chg="mod ord">
          <ac:chgData name="Carey Garback" userId="dc25ffa4-de89-4779-8381-34524c87e417" providerId="ADAL" clId="{6E1D5EB8-13F6-40DF-B512-351F8F358EAF}" dt="2026-03-11T21:05:29.945" v="211" actId="1038"/>
          <ac:spMkLst>
            <pc:docMk/>
            <pc:sldMk cId="0" sldId="301"/>
            <ac:spMk id="30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5:34.897" v="212" actId="14100"/>
          <ac:spMkLst>
            <pc:docMk/>
            <pc:sldMk cId="0" sldId="301"/>
            <ac:spMk id="30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9:36.646" v="112" actId="1076"/>
        <pc:sldMkLst>
          <pc:docMk/>
          <pc:sldMk cId="0" sldId="302"/>
        </pc:sldMkLst>
        <pc:spChg chg="mod ord">
          <ac:chgData name="Carey Garback" userId="dc25ffa4-de89-4779-8381-34524c87e417" providerId="ADAL" clId="{6E1D5EB8-13F6-40DF-B512-351F8F358EAF}" dt="2026-03-11T20:59:36.646" v="112" actId="1076"/>
          <ac:spMkLst>
            <pc:docMk/>
            <pc:sldMk cId="0" sldId="302"/>
            <ac:spMk id="30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2"/>
            <ac:spMk id="3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3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13.525" v="323" actId="1076"/>
        <pc:sldMkLst>
          <pc:docMk/>
          <pc:sldMk cId="0" sldId="304"/>
        </pc:sldMkLst>
        <pc:spChg chg="mod ord">
          <ac:chgData name="Carey Garback" userId="dc25ffa4-de89-4779-8381-34524c87e417" providerId="ADAL" clId="{6E1D5EB8-13F6-40DF-B512-351F8F358EAF}" dt="2026-03-11T21:11:13.525" v="323" actId="1076"/>
          <ac:spMkLst>
            <pc:docMk/>
            <pc:sldMk cId="0" sldId="30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4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1.393" v="325" actId="1076"/>
        <pc:sldMkLst>
          <pc:docMk/>
          <pc:sldMk cId="0" sldId="305"/>
        </pc:sldMkLst>
        <pc:spChg chg="mod ord">
          <ac:chgData name="Carey Garback" userId="dc25ffa4-de89-4779-8381-34524c87e417" providerId="ADAL" clId="{6E1D5EB8-13F6-40DF-B512-351F8F358EAF}" dt="2026-03-11T21:11:21.393" v="325" actId="1076"/>
          <ac:spMkLst>
            <pc:docMk/>
            <pc:sldMk cId="0" sldId="305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5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9.020" v="327" actId="1076"/>
        <pc:sldMkLst>
          <pc:docMk/>
          <pc:sldMk cId="0" sldId="306"/>
        </pc:sldMkLst>
        <pc:spChg chg="mod ord">
          <ac:chgData name="Carey Garback" userId="dc25ffa4-de89-4779-8381-34524c87e417" providerId="ADAL" clId="{6E1D5EB8-13F6-40DF-B512-351F8F358EAF}" dt="2026-03-11T21:11:29.020" v="327" actId="1076"/>
          <ac:spMkLst>
            <pc:docMk/>
            <pc:sldMk cId="0" sldId="306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6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9:43.671" v="113" actId="1076"/>
        <pc:sldMkLst>
          <pc:docMk/>
          <pc:sldMk cId="0" sldId="307"/>
        </pc:sldMkLst>
        <pc:spChg chg="mod ord">
          <ac:chgData name="Carey Garback" userId="dc25ffa4-de89-4779-8381-34524c87e417" providerId="ADAL" clId="{6E1D5EB8-13F6-40DF-B512-351F8F358EAF}" dt="2026-03-11T20:59:43.671" v="113" actId="1076"/>
          <ac:spMkLst>
            <pc:docMk/>
            <pc:sldMk cId="0" sldId="307"/>
            <ac:spMk id="47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7"/>
            <ac:spMk id="480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0.979" v="52" actId="478"/>
          <ac:spMkLst>
            <pc:docMk/>
            <pc:sldMk cId="0" sldId="307"/>
            <ac:spMk id="48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8" creationId="{00000000-0000-0000-0000-000000000000}"/>
          </ac:spMkLst>
        </pc:spChg>
      </pc:sldChg>
      <pc:sldChg chg="del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9"/>
        </pc:sldMkLst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6:03.065" v="216" actId="14100"/>
        <pc:sldMkLst>
          <pc:docMk/>
          <pc:sldMk cId="0" sldId="310"/>
        </pc:sldMkLst>
        <pc:spChg chg="mod ord">
          <ac:chgData name="Carey Garback" userId="dc25ffa4-de89-4779-8381-34524c87e417" providerId="ADAL" clId="{6E1D5EB8-13F6-40DF-B512-351F8F358EAF}" dt="2026-03-11T21:06:03.065" v="216" actId="14100"/>
          <ac:spMkLst>
            <pc:docMk/>
            <pc:sldMk cId="0" sldId="31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54.010" v="215" actId="1076"/>
        <pc:sldMkLst>
          <pc:docMk/>
          <pc:sldMk cId="0" sldId="311"/>
        </pc:sldMkLst>
        <pc:spChg chg="mod ord">
          <ac:chgData name="Carey Garback" userId="dc25ffa4-de89-4779-8381-34524c87e417" providerId="ADAL" clId="{6E1D5EB8-13F6-40DF-B512-351F8F358EAF}" dt="2026-03-11T21:05:54.010" v="215" actId="1076"/>
          <ac:spMkLst>
            <pc:docMk/>
            <pc:sldMk cId="0" sldId="31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2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26.356" v="366" actId="1076"/>
        <pc:sldMkLst>
          <pc:docMk/>
          <pc:sldMk cId="0" sldId="313"/>
        </pc:sldMkLst>
        <pc:spChg chg="mod ord">
          <ac:chgData name="Carey Garback" userId="dc25ffa4-de89-4779-8381-34524c87e417" providerId="ADAL" clId="{6E1D5EB8-13F6-40DF-B512-351F8F358EAF}" dt="2026-03-11T21:12:26.356" v="366" actId="1076"/>
          <ac:spMkLst>
            <pc:docMk/>
            <pc:sldMk cId="0" sldId="31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3"/>
            <ac:spMk id="18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37.002" v="369" actId="1076"/>
        <pc:sldMkLst>
          <pc:docMk/>
          <pc:sldMk cId="0" sldId="314"/>
        </pc:sldMkLst>
        <pc:spChg chg="del">
          <ac:chgData name="Carey Garback" userId="dc25ffa4-de89-4779-8381-34524c87e417" providerId="ADAL" clId="{6E1D5EB8-13F6-40DF-B512-351F8F358EAF}" dt="2026-03-11T21:12:30.155" v="367" actId="478"/>
          <ac:spMkLst>
            <pc:docMk/>
            <pc:sldMk cId="0" sldId="31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7.002" v="369" actId="1076"/>
          <ac:spMkLst>
            <pc:docMk/>
            <pc:sldMk cId="0" sldId="314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46.091" v="371" actId="1076"/>
        <pc:sldMkLst>
          <pc:docMk/>
          <pc:sldMk cId="0" sldId="316"/>
        </pc:sldMkLst>
        <pc:spChg chg="mod ord">
          <ac:chgData name="Carey Garback" userId="dc25ffa4-de89-4779-8381-34524c87e417" providerId="ADAL" clId="{6E1D5EB8-13F6-40DF-B512-351F8F358EAF}" dt="2026-03-11T21:12:46.091" v="371" actId="1076"/>
          <ac:spMkLst>
            <pc:docMk/>
            <pc:sldMk cId="0" sldId="31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55.325" v="373" actId="1076"/>
        <pc:sldMkLst>
          <pc:docMk/>
          <pc:sldMk cId="0" sldId="317"/>
        </pc:sldMkLst>
        <pc:spChg chg="mod ord">
          <ac:chgData name="Carey Garback" userId="dc25ffa4-de89-4779-8381-34524c87e417" providerId="ADAL" clId="{6E1D5EB8-13F6-40DF-B512-351F8F358EAF}" dt="2026-03-11T21:12:55.325" v="373" actId="1076"/>
          <ac:spMkLst>
            <pc:docMk/>
            <pc:sldMk cId="0" sldId="317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7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06.442" v="375" actId="1076"/>
        <pc:sldMkLst>
          <pc:docMk/>
          <pc:sldMk cId="0" sldId="319"/>
        </pc:sldMkLst>
        <pc:spChg chg="mod ord">
          <ac:chgData name="Carey Garback" userId="dc25ffa4-de89-4779-8381-34524c87e417" providerId="ADAL" clId="{6E1D5EB8-13F6-40DF-B512-351F8F358EAF}" dt="2026-03-11T21:13:06.442" v="375" actId="1076"/>
          <ac:spMkLst>
            <pc:docMk/>
            <pc:sldMk cId="0" sldId="31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9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21.197" v="243" actId="1035"/>
        <pc:sldMkLst>
          <pc:docMk/>
          <pc:sldMk cId="0" sldId="320"/>
        </pc:sldMkLst>
        <pc:spChg chg="del">
          <ac:chgData name="Carey Garback" userId="dc25ffa4-de89-4779-8381-34524c87e417" providerId="ADAL" clId="{6E1D5EB8-13F6-40DF-B512-351F8F358EAF}" dt="2026-03-11T20:51:58.859" v="59" actId="478"/>
          <ac:spMkLst>
            <pc:docMk/>
            <pc:sldMk cId="0" sldId="32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10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0:52:16.188" v="62" actId="478"/>
          <ac:spMkLst>
            <pc:docMk/>
            <pc:sldMk cId="0" sldId="320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2:14.243" v="61" actId="478"/>
          <ac:spMkLst>
            <pc:docMk/>
            <pc:sldMk cId="0" sldId="320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2:19.283" v="63" actId="478"/>
          <ac:grpSpMkLst>
            <pc:docMk/>
            <pc:sldMk cId="0" sldId="320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1"/>
        </pc:sldMkLst>
        <pc:spChg chg="del">
          <ac:chgData name="Carey Garback" userId="dc25ffa4-de89-4779-8381-34524c87e417" providerId="ADAL" clId="{6E1D5EB8-13F6-40DF-B512-351F8F358EAF}" dt="2026-03-11T20:52:36.269" v="65" actId="478"/>
          <ac:spMkLst>
            <pc:docMk/>
            <pc:sldMk cId="0" sldId="321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53.179" v="68" actId="478"/>
          <ac:spMkLst>
            <pc:docMk/>
            <pc:sldMk cId="0" sldId="321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01.539" v="83" actId="478"/>
          <ac:spMkLst>
            <pc:docMk/>
            <pc:sldMk cId="0" sldId="321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05.284" v="69" actId="478"/>
          <ac:spMkLst>
            <pc:docMk/>
            <pc:sldMk cId="0" sldId="32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1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39.323" v="66" actId="478"/>
          <ac:spMkLst>
            <pc:docMk/>
            <pc:sldMk cId="0" sldId="321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3:58.875" v="82" actId="478"/>
          <ac:spMkLst>
            <pc:docMk/>
            <pc:sldMk cId="0" sldId="32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0:52:48.410" v="67" actId="1076"/>
          <ac:grpSpMkLst>
            <pc:docMk/>
            <pc:sldMk cId="0" sldId="321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2"/>
        </pc:sldMkLst>
        <pc:spChg chg="del">
          <ac:chgData name="Carey Garback" userId="dc25ffa4-de89-4779-8381-34524c87e417" providerId="ADAL" clId="{6E1D5EB8-13F6-40DF-B512-351F8F358EAF}" dt="2026-03-11T20:53:21.947" v="71" actId="478"/>
          <ac:spMkLst>
            <pc:docMk/>
            <pc:sldMk cId="0" sldId="3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8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25.307" v="72" actId="478"/>
          <ac:spMkLst>
            <pc:docMk/>
            <pc:sldMk cId="0" sldId="322"/>
            <ac:spMk id="19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3:18.674" v="70" actId="478"/>
          <ac:grpSpMkLst>
            <pc:docMk/>
            <pc:sldMk cId="0" sldId="322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3"/>
        </pc:sldMkLst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25.451" v="88" actId="478"/>
          <ac:spMkLst>
            <pc:docMk/>
            <pc:sldMk cId="0" sldId="323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47.401" v="92" actId="478"/>
          <ac:spMkLst>
            <pc:docMk/>
            <pc:sldMk cId="0" sldId="323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53.236" v="94" actId="478"/>
          <ac:spMkLst>
            <pc:docMk/>
            <pc:sldMk cId="0" sldId="32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3"/>
            <ac:spMk id="9" creationId="{00000000-0000-0000-0000-000000000000}"/>
          </ac:spMkLst>
        </pc:spChg>
        <pc:spChg chg="add del">
          <ac:chgData name="Carey Garback" userId="dc25ffa4-de89-4779-8381-34524c87e417" providerId="ADAL" clId="{6E1D5EB8-13F6-40DF-B512-351F8F358EAF}" dt="2026-03-11T20:54:51.299" v="93" actId="478"/>
          <ac:spMkLst>
            <pc:docMk/>
            <pc:sldMk cId="0" sldId="323"/>
            <ac:spMk id="11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4:44.007" v="91" actId="478"/>
          <ac:grpSpMkLst>
            <pc:docMk/>
            <pc:sldMk cId="0" sldId="323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4"/>
        </pc:sldMkLst>
        <pc:spChg chg="del">
          <ac:chgData name="Carey Garback" userId="dc25ffa4-de89-4779-8381-34524c87e417" providerId="ADAL" clId="{6E1D5EB8-13F6-40DF-B512-351F8F358EAF}" dt="2026-03-11T20:55:04.982" v="96" actId="478"/>
          <ac:spMkLst>
            <pc:docMk/>
            <pc:sldMk cId="0" sldId="32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4"/>
            <ac:spMk id="7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06.218" v="97" actId="478"/>
          <ac:spMkLst>
            <pc:docMk/>
            <pc:sldMk cId="0" sldId="324"/>
            <ac:spMk id="16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03.088" v="95" actId="478"/>
          <ac:grpSpMkLst>
            <pc:docMk/>
            <pc:sldMk cId="0" sldId="324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5"/>
        </pc:sldMkLst>
        <pc:spChg chg="del">
          <ac:chgData name="Carey Garback" userId="dc25ffa4-de89-4779-8381-34524c87e417" providerId="ADAL" clId="{6E1D5EB8-13F6-40DF-B512-351F8F358EAF}" dt="2026-03-11T20:55:18.164" v="101" actId="478"/>
          <ac:spMkLst>
            <pc:docMk/>
            <pc:sldMk cId="0" sldId="325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6.635" v="105" actId="478"/>
          <ac:spMkLst>
            <pc:docMk/>
            <pc:sldMk cId="0" sldId="325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2.875" v="103" actId="478"/>
          <ac:spMkLst>
            <pc:docMk/>
            <pc:sldMk cId="0" sldId="325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16.399" v="100" actId="478"/>
          <ac:spMkLst>
            <pc:docMk/>
            <pc:sldMk cId="0" sldId="32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5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4.178" v="104" actId="478"/>
          <ac:spMkLst>
            <pc:docMk/>
            <pc:sldMk cId="0" sldId="325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19.986" v="102" actId="6549"/>
          <ac:spMkLst>
            <pc:docMk/>
            <pc:sldMk cId="0" sldId="325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5:13.521" v="99" actId="478"/>
          <ac:grpSpMkLst>
            <pc:docMk/>
            <pc:sldMk cId="0" sldId="325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00.556" v="390" actId="207"/>
        <pc:sldMkLst>
          <pc:docMk/>
          <pc:sldMk cId="0" sldId="327"/>
        </pc:sldMkLst>
        <pc:spChg chg="mod ord">
          <ac:chgData name="Carey Garback" userId="dc25ffa4-de89-4779-8381-34524c87e417" providerId="ADAL" clId="{6E1D5EB8-13F6-40DF-B512-351F8F358EAF}" dt="2026-03-11T21:15:00.556" v="390" actId="207"/>
          <ac:spMkLst>
            <pc:docMk/>
            <pc:sldMk cId="0" sldId="32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19.054" v="392" actId="14100"/>
        <pc:sldMkLst>
          <pc:docMk/>
          <pc:sldMk cId="0" sldId="336"/>
        </pc:sldMkLst>
        <pc:spChg chg="mod ord">
          <ac:chgData name="Carey Garback" userId="dc25ffa4-de89-4779-8381-34524c87e417" providerId="ADAL" clId="{6E1D5EB8-13F6-40DF-B512-351F8F358EAF}" dt="2026-03-11T21:15:19.054" v="392" actId="14100"/>
          <ac:spMkLst>
            <pc:docMk/>
            <pc:sldMk cId="0" sldId="33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41.464" v="286" actId="1037"/>
        <pc:sldMkLst>
          <pc:docMk/>
          <pc:sldMk cId="0" sldId="339"/>
        </pc:sldMkLst>
        <pc:spChg chg="del">
          <ac:chgData name="Carey Garback" userId="dc25ffa4-de89-4779-8381-34524c87e417" providerId="ADAL" clId="{6E1D5EB8-13F6-40DF-B512-351F8F358EAF}" dt="2026-03-11T20:55:34.711" v="106" actId="478"/>
          <ac:spMkLst>
            <pc:docMk/>
            <pc:sldMk cId="0" sldId="33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10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5:53.610" v="109" actId="478"/>
          <ac:spMkLst>
            <pc:docMk/>
            <pc:sldMk cId="0" sldId="339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56.315" v="110" actId="478"/>
          <ac:grpSpMkLst>
            <pc:docMk/>
            <pc:sldMk cId="0" sldId="339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07:36.243" v="294" actId="14100"/>
        <pc:sldMkLst>
          <pc:docMk/>
          <pc:sldMk cId="0" sldId="340"/>
        </pc:sldMkLst>
        <pc:spChg chg="mod ord">
          <ac:chgData name="Carey Garback" userId="dc25ffa4-de89-4779-8381-34524c87e417" providerId="ADAL" clId="{6E1D5EB8-13F6-40DF-B512-351F8F358EAF}" dt="2026-03-11T21:07:36.243" v="294" actId="14100"/>
          <ac:spMkLst>
            <pc:docMk/>
            <pc:sldMk cId="0" sldId="34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28.121" v="293" actId="1076"/>
        <pc:sldMkLst>
          <pc:docMk/>
          <pc:sldMk cId="0" sldId="341"/>
        </pc:sldMkLst>
        <pc:spChg chg="mod ord">
          <ac:chgData name="Carey Garback" userId="dc25ffa4-de89-4779-8381-34524c87e417" providerId="ADAL" clId="{6E1D5EB8-13F6-40DF-B512-351F8F358EAF}" dt="2026-03-11T21:07:05.598" v="290" actId="1076"/>
          <ac:spMkLst>
            <pc:docMk/>
            <pc:sldMk cId="0" sldId="34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7:28.121" v="293" actId="1076"/>
          <ac:spMkLst>
            <pc:docMk/>
            <pc:sldMk cId="0" sldId="341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1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49.745" v="296" actId="1076"/>
        <pc:sldMkLst>
          <pc:docMk/>
          <pc:sldMk cId="0" sldId="345"/>
        </pc:sldMkLst>
        <pc:spChg chg="mod ord">
          <ac:chgData name="Carey Garback" userId="dc25ffa4-de89-4779-8381-34524c87e417" providerId="ADAL" clId="{6E1D5EB8-13F6-40DF-B512-351F8F358EAF}" dt="2026-03-11T21:07:49.745" v="296" actId="1076"/>
          <ac:spMkLst>
            <pc:docMk/>
            <pc:sldMk cId="0" sldId="34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5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7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8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0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8:26.903" v="301" actId="14100"/>
        <pc:sldMkLst>
          <pc:docMk/>
          <pc:sldMk cId="0" sldId="351"/>
        </pc:sldMkLst>
        <pc:spChg chg="del">
          <ac:chgData name="Carey Garback" userId="dc25ffa4-de89-4779-8381-34524c87e417" providerId="ADAL" clId="{6E1D5EB8-13F6-40DF-B512-351F8F358EAF}" dt="2026-03-11T21:08:07.410" v="297" actId="478"/>
          <ac:spMkLst>
            <pc:docMk/>
            <pc:sldMk cId="0" sldId="35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6.903" v="301" actId="14100"/>
          <ac:spMkLst>
            <pc:docMk/>
            <pc:sldMk cId="0" sldId="35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08:21.268" v="300" actId="14100"/>
          <ac:grpSpMkLst>
            <pc:docMk/>
            <pc:sldMk cId="0" sldId="351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37.952" v="303" actId="1076"/>
        <pc:sldMkLst>
          <pc:docMk/>
          <pc:sldMk cId="0" sldId="35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37.952" v="303" actId="1076"/>
          <ac:spMkLst>
            <pc:docMk/>
            <pc:sldMk cId="0" sldId="353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4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6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54.612" v="304" actId="14100"/>
        <pc:sldMkLst>
          <pc:docMk/>
          <pc:sldMk cId="0" sldId="359"/>
        </pc:sldMkLst>
        <pc:spChg chg="mod">
          <ac:chgData name="Carey Garback" userId="dc25ffa4-de89-4779-8381-34524c87e417" providerId="ADAL" clId="{6E1D5EB8-13F6-40DF-B512-351F8F358EAF}" dt="2026-03-11T21:08:54.612" v="304" actId="14100"/>
          <ac:spMkLst>
            <pc:docMk/>
            <pc:sldMk cId="0" sldId="359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12.492" v="308" actId="1076"/>
        <pc:sldMkLst>
          <pc:docMk/>
          <pc:sldMk cId="0" sldId="360"/>
        </pc:sldMkLst>
        <pc:spChg chg="del">
          <ac:chgData name="Carey Garback" userId="dc25ffa4-de89-4779-8381-34524c87e417" providerId="ADAL" clId="{6E1D5EB8-13F6-40DF-B512-351F8F358EAF}" dt="2026-03-11T21:08:59.763" v="305" actId="478"/>
          <ac:spMkLst>
            <pc:docMk/>
            <pc:sldMk cId="0" sldId="36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12.492" v="308" actId="1076"/>
          <ac:spMkLst>
            <pc:docMk/>
            <pc:sldMk cId="0" sldId="36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39.136" v="312" actId="1076"/>
        <pc:sldMkLst>
          <pc:docMk/>
          <pc:sldMk cId="0" sldId="368"/>
        </pc:sldMkLst>
        <pc:spChg chg="del">
          <ac:chgData name="Carey Garback" userId="dc25ffa4-de89-4779-8381-34524c87e417" providerId="ADAL" clId="{6E1D5EB8-13F6-40DF-B512-351F8F358EAF}" dt="2026-03-11T21:09:27.923" v="309" actId="478"/>
          <ac:spMkLst>
            <pc:docMk/>
            <pc:sldMk cId="0" sldId="368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9.136" v="312" actId="1076"/>
          <ac:spMkLst>
            <pc:docMk/>
            <pc:sldMk cId="0" sldId="368"/>
            <ac:spMk id="9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0.463" v="314" actId="1076"/>
        <pc:sldMkLst>
          <pc:docMk/>
          <pc:sldMk cId="0" sldId="370"/>
        </pc:sldMkLst>
        <pc:spChg chg="mod ord">
          <ac:chgData name="Carey Garback" userId="dc25ffa4-de89-4779-8381-34524c87e417" providerId="ADAL" clId="{6E1D5EB8-13F6-40DF-B512-351F8F358EAF}" dt="2026-03-11T21:10:00.463" v="314" actId="1076"/>
          <ac:spMkLst>
            <pc:docMk/>
            <pc:sldMk cId="0" sldId="37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8.482" v="315" actId="404"/>
        <pc:sldMkLst>
          <pc:docMk/>
          <pc:sldMk cId="0" sldId="37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0:08.482" v="315" actId="404"/>
          <ac:spMkLst>
            <pc:docMk/>
            <pc:sldMk cId="0" sldId="37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34.473" v="316" actId="14100"/>
        <pc:sldMkLst>
          <pc:docMk/>
          <pc:sldMk cId="0" sldId="3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5"/>
            <ac:spMk id="7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34.473" v="316" actId="14100"/>
          <ac:grpSpMkLst>
            <pc:docMk/>
            <pc:sldMk cId="0" sldId="385"/>
            <ac:grpSpMk id="4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10:41.577" v="317" actId="1076"/>
        <pc:sldMkLst>
          <pc:docMk/>
          <pc:sldMk cId="0" sldId="3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6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41.577" v="317" actId="1076"/>
          <ac:grpSpMkLst>
            <pc:docMk/>
            <pc:sldMk cId="0" sldId="386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7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8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54.298" v="319" actId="1076"/>
        <pc:sldMkLst>
          <pc:docMk/>
          <pc:sldMk cId="0" sldId="389"/>
        </pc:sldMkLst>
        <pc:spChg chg="mod ord">
          <ac:chgData name="Carey Garback" userId="dc25ffa4-de89-4779-8381-34524c87e417" providerId="ADAL" clId="{6E1D5EB8-13F6-40DF-B512-351F8F358EAF}" dt="2026-03-11T21:10:54.298" v="319" actId="1076"/>
          <ac:spMkLst>
            <pc:docMk/>
            <pc:sldMk cId="0" sldId="38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9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03.377" v="321" actId="1076"/>
        <pc:sldMkLst>
          <pc:docMk/>
          <pc:sldMk cId="0" sldId="390"/>
        </pc:sldMkLst>
        <pc:spChg chg="mod ord">
          <ac:chgData name="Carey Garback" userId="dc25ffa4-de89-4779-8381-34524c87e417" providerId="ADAL" clId="{6E1D5EB8-13F6-40DF-B512-351F8F358EAF}" dt="2026-03-11T21:11:03.377" v="321" actId="1076"/>
          <ac:spMkLst>
            <pc:docMk/>
            <pc:sldMk cId="0" sldId="39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36.943" v="329" actId="1076"/>
        <pc:sldMkLst>
          <pc:docMk/>
          <pc:sldMk cId="0" sldId="391"/>
        </pc:sldMkLst>
        <pc:spChg chg="mod ord">
          <ac:chgData name="Carey Garback" userId="dc25ffa4-de89-4779-8381-34524c87e417" providerId="ADAL" clId="{6E1D5EB8-13F6-40DF-B512-351F8F358EAF}" dt="2026-03-11T21:11:36.943" v="329" actId="1076"/>
          <ac:spMkLst>
            <pc:docMk/>
            <pc:sldMk cId="0" sldId="39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1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44.411" v="331" actId="1076"/>
        <pc:sldMkLst>
          <pc:docMk/>
          <pc:sldMk cId="0" sldId="392"/>
        </pc:sldMkLst>
        <pc:spChg chg="mod ord">
          <ac:chgData name="Carey Garback" userId="dc25ffa4-de89-4779-8381-34524c87e417" providerId="ADAL" clId="{6E1D5EB8-13F6-40DF-B512-351F8F358EAF}" dt="2026-03-11T21:11:44.411" v="331" actId="1076"/>
          <ac:spMkLst>
            <pc:docMk/>
            <pc:sldMk cId="0" sldId="39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1.379" v="333" actId="1076"/>
        <pc:sldMkLst>
          <pc:docMk/>
          <pc:sldMk cId="0" sldId="393"/>
        </pc:sldMkLst>
        <pc:spChg chg="mod ord">
          <ac:chgData name="Carey Garback" userId="dc25ffa4-de89-4779-8381-34524c87e417" providerId="ADAL" clId="{6E1D5EB8-13F6-40DF-B512-351F8F358EAF}" dt="2026-03-11T21:11:51.379" v="333" actId="1076"/>
          <ac:spMkLst>
            <pc:docMk/>
            <pc:sldMk cId="0" sldId="39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3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8.779" v="335" actId="1076"/>
        <pc:sldMkLst>
          <pc:docMk/>
          <pc:sldMk cId="0" sldId="394"/>
        </pc:sldMkLst>
        <pc:spChg chg="mod ord">
          <ac:chgData name="Carey Garback" userId="dc25ffa4-de89-4779-8381-34524c87e417" providerId="ADAL" clId="{6E1D5EB8-13F6-40DF-B512-351F8F358EAF}" dt="2026-03-11T21:11:58.779" v="335" actId="1076"/>
          <ac:spMkLst>
            <pc:docMk/>
            <pc:sldMk cId="0" sldId="39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4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13.763" v="364" actId="1035"/>
        <pc:sldMkLst>
          <pc:docMk/>
          <pc:sldMk cId="0" sldId="395"/>
        </pc:sldMkLst>
        <pc:spChg chg="del">
          <ac:chgData name="Carey Garback" userId="dc25ffa4-de89-4779-8381-34524c87e417" providerId="ADAL" clId="{6E1D5EB8-13F6-40DF-B512-351F8F358EAF}" dt="2026-03-11T21:12:02.808" v="336" actId="478"/>
          <ac:spMkLst>
            <pc:docMk/>
            <pc:sldMk cId="0" sldId="395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13.763" v="364" actId="1035"/>
          <ac:spMkLst>
            <pc:docMk/>
            <pc:sldMk cId="0" sldId="395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28.199" v="380" actId="1076"/>
        <pc:sldMkLst>
          <pc:docMk/>
          <pc:sldMk cId="0" sldId="397"/>
        </pc:sldMkLst>
        <pc:spChg chg="mod ord">
          <ac:chgData name="Carey Garback" userId="dc25ffa4-de89-4779-8381-34524c87e417" providerId="ADAL" clId="{6E1D5EB8-13F6-40DF-B512-351F8F358EAF}" dt="2026-03-11T21:13:28.199" v="380" actId="1076"/>
          <ac:spMkLst>
            <pc:docMk/>
            <pc:sldMk cId="0" sldId="397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7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17.096" v="377" actId="1076"/>
        <pc:sldMkLst>
          <pc:docMk/>
          <pc:sldMk cId="0" sldId="398"/>
        </pc:sldMkLst>
        <pc:spChg chg="mod ord">
          <ac:chgData name="Carey Garback" userId="dc25ffa4-de89-4779-8381-34524c87e417" providerId="ADAL" clId="{6E1D5EB8-13F6-40DF-B512-351F8F358EAF}" dt="2026-03-11T21:13:17.096" v="377" actId="1076"/>
          <ac:spMkLst>
            <pc:docMk/>
            <pc:sldMk cId="0" sldId="39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8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06.161" v="384" actId="1076"/>
        <pc:sldMkLst>
          <pc:docMk/>
          <pc:sldMk cId="0" sldId="399"/>
        </pc:sldMkLst>
        <pc:spChg chg="del">
          <ac:chgData name="Carey Garback" userId="dc25ffa4-de89-4779-8381-34524c87e417" providerId="ADAL" clId="{6E1D5EB8-13F6-40DF-B512-351F8F358EAF}" dt="2026-03-11T21:13:38.722" v="381" actId="478"/>
          <ac:spMkLst>
            <pc:docMk/>
            <pc:sldMk cId="0" sldId="39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6.161" v="384" actId="1076"/>
          <ac:spMkLst>
            <pc:docMk/>
            <pc:sldMk cId="0" sldId="399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14.233" v="386" actId="1076"/>
        <pc:sldMkLst>
          <pc:docMk/>
          <pc:sldMk cId="0" sldId="400"/>
        </pc:sldMkLst>
        <pc:spChg chg="del">
          <ac:chgData name="Carey Garback" userId="dc25ffa4-de89-4779-8381-34524c87e417" providerId="ADAL" clId="{6E1D5EB8-13F6-40DF-B512-351F8F358EAF}" dt="2026-03-11T21:13:42.561" v="382" actId="478"/>
          <ac:spMkLst>
            <pc:docMk/>
            <pc:sldMk cId="0" sldId="40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4.233" v="386" actId="1076"/>
          <ac:spMkLst>
            <pc:docMk/>
            <pc:sldMk cId="0" sldId="400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22.529" v="388" actId="1076"/>
        <pc:sldMkLst>
          <pc:docMk/>
          <pc:sldMk cId="0" sldId="401"/>
        </pc:sldMkLst>
        <pc:spChg chg="mod ord">
          <ac:chgData name="Carey Garback" userId="dc25ffa4-de89-4779-8381-34524c87e417" providerId="ADAL" clId="{6E1D5EB8-13F6-40DF-B512-351F8F358EAF}" dt="2026-03-11T21:14:22.529" v="388" actId="1076"/>
          <ac:spMkLst>
            <pc:docMk/>
            <pc:sldMk cId="0" sldId="40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31.769" v="389" actId="207"/>
        <pc:sldMkLst>
          <pc:docMk/>
          <pc:sldMk cId="0" sldId="403"/>
        </pc:sldMkLst>
        <pc:spChg chg="mod ord">
          <ac:chgData name="Carey Garback" userId="dc25ffa4-de89-4779-8381-34524c87e417" providerId="ADAL" clId="{6E1D5EB8-13F6-40DF-B512-351F8F358EAF}" dt="2026-03-11T21:14:31.769" v="389" actId="207"/>
          <ac:spMkLst>
            <pc:docMk/>
            <pc:sldMk cId="0" sldId="40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34.989" v="395" actId="14100"/>
        <pc:sldMkLst>
          <pc:docMk/>
          <pc:sldMk cId="0" sldId="409"/>
        </pc:sldMkLst>
        <pc:spChg chg="mod ord">
          <ac:chgData name="Carey Garback" userId="dc25ffa4-de89-4779-8381-34524c87e417" providerId="ADAL" clId="{6E1D5EB8-13F6-40DF-B512-351F8F358EAF}" dt="2026-03-11T21:15:34.989" v="395" actId="14100"/>
          <ac:spMkLst>
            <pc:docMk/>
            <pc:sldMk cId="0" sldId="40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46.035" v="396" actId="207"/>
        <pc:sldMkLst>
          <pc:docMk/>
          <pc:sldMk cId="0" sldId="414"/>
        </pc:sldMkLst>
        <pc:spChg chg="mod ord">
          <ac:chgData name="Carey Garback" userId="dc25ffa4-de89-4779-8381-34524c87e417" providerId="ADAL" clId="{6E1D5EB8-13F6-40DF-B512-351F8F358EAF}" dt="2026-03-11T21:15:46.035" v="396" actId="207"/>
          <ac:spMkLst>
            <pc:docMk/>
            <pc:sldMk cId="0" sldId="41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6:43.044" v="427" actId="1076"/>
        <pc:sldMkLst>
          <pc:docMk/>
          <pc:sldMk cId="0" sldId="423"/>
        </pc:sldMkLst>
        <pc:spChg chg="mod ord">
          <ac:chgData name="Carey Garback" userId="dc25ffa4-de89-4779-8381-34524c87e417" providerId="ADAL" clId="{6E1D5EB8-13F6-40DF-B512-351F8F358EAF}" dt="2026-03-11T21:16:43.044" v="427" actId="1076"/>
          <ac:spMkLst>
            <pc:docMk/>
            <pc:sldMk cId="0" sldId="423"/>
            <ac:spMk id="2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09.192" v="428" actId="478"/>
        <pc:sldMkLst>
          <pc:docMk/>
          <pc:sldMk cId="0" sldId="42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4"/>
            <ac:spMk id="3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09.192" v="428" actId="478"/>
          <ac:spMkLst>
            <pc:docMk/>
            <pc:sldMk cId="0" sldId="424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14.370" v="429" actId="478"/>
        <pc:sldMkLst>
          <pc:docMk/>
          <pc:sldMk cId="0" sldId="42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5"/>
            <ac:spMk id="5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14.370" v="429" actId="478"/>
          <ac:spMkLst>
            <pc:docMk/>
            <pc:sldMk cId="0" sldId="425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3"/>
            <ac:spMk id="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4" creationId="{00000000-0000-0000-0000-000000000000}"/>
          </ac:spMkLst>
        </pc:spChg>
      </pc:sldChg>
      <pc:sldMasterChg chg="del delSldLayout">
        <pc:chgData name="Carey Garback" userId="dc25ffa4-de89-4779-8381-34524c87e417" providerId="ADAL" clId="{6E1D5EB8-13F6-40DF-B512-351F8F358EAF}" dt="2026-03-11T20:48:42.898" v="27" actId="700"/>
        <pc:sldMasterMkLst>
          <pc:docMk/>
          <pc:sldMasterMk cId="3235924352" sldId="2147483660"/>
        </pc:sldMasterMkLst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1035141377" sldId="2147483661"/>
          </pc:sldLayoutMkLst>
        </pc:sldLayoutChg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4027653642" sldId="2147483662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49:21.684" v="28" actId="700"/>
        <pc:sldMasterMkLst>
          <pc:docMk/>
          <pc:sldMasterMk cId="923368649" sldId="2147483666"/>
        </pc:sldMasterMkLst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141453576" sldId="2147483667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456915426" sldId="2147483668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2183310103" sldId="214748366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1401809999" sldId="2147483679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09978897" sldId="2147483680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15061967" sldId="2147483681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1914343070" sldId="214748368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365608168" sldId="2147483683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917995300" sldId="2147483685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57960484" sldId="2147483686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738163252" sldId="2147483687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3981737369" sldId="214748368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36164671" sldId="214748368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4040483893" sldId="2147483691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62507525" sldId="214748369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3087094166" sldId="2147483693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500174963" sldId="2147483695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833956046" sldId="2147483697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345404786" sldId="214748369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048282712" sldId="2147483699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843714748" sldId="2147483701"/>
          </pc:sldLayoutMkLst>
        </pc:sldLayoutChg>
      </pc:sldMasterChg>
      <pc:sldMasterChg chg="new mod addSldLayout">
        <pc:chgData name="Carey Garback" userId="dc25ffa4-de89-4779-8381-34524c87e417" providerId="ADAL" clId="{6E1D5EB8-13F6-40DF-B512-351F8F358EAF}" dt="2026-03-11T20:45:54.864" v="0" actId="6938"/>
        <pc:sldMasterMkLst>
          <pc:docMk/>
          <pc:sldMasterMk cId="3768917275" sldId="2147483702"/>
        </pc:sldMasterMkLst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4122042031" sldId="2147483703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9336987" sldId="2147483704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999859724" sldId="2147483705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046803670" sldId="2147483706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27527939" sldId="2147483707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568196630" sldId="2147483708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38423179" sldId="2147483709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639641599" sldId="2147483710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727792376" sldId="2147483711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1994235" sldId="2147483712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774246442" sldId="214748371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2648E-2733-4EC8-BEDA-1577DE2D3D01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A796C-48E4-4AB2-BF9A-20773E9CD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3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676f7274c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g2676f7274c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676f7274c6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676f7274c6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56a0fba4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g156a0fba4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56a0fba46b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7" name="Google Shape;477;g156a0fba46b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4" name="Google Shape;48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Refs: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en"/>
              <a:t>https://www.linux.org/threads/usb-serial-device-does-not-appear-as-dev-ttyusb.23105/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en"/>
              <a:t>https://www.kali.org/docs/general-use/updating-kali/</a:t>
            </a:r>
            <a:endParaRPr/>
          </a:p>
          <a:p>
            <a:pPr marL="17145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  <p:sp>
        <p:nvSpPr>
          <p:cNvPr id="485" name="Google Shape;485;p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676f7274c6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2676f7274c6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A380C-F67F-EFBA-3B70-375AF924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61943-3342-4554-8403-118C8C1529D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AFDB8-8FC5-F48F-B4AE-DA7846B5D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2BEB7-8480-87E5-785A-0C311E8B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23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42D-E5F5-D09D-EEA0-06051D45B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2CF76-9965-422C-D7AA-934E02A1E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11D16-F5A9-231C-545E-6906C5F1D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61943-3342-4554-8403-118C8C1529D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8B990-6EF6-E39E-EF31-38B044D06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DDA7-C73D-4678-0FED-6404D4AF2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1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7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.xml"/><Relationship Id="rId4" Type="http://schemas.openxmlformats.org/officeDocument/2006/relationships/image" Target="../media/image25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2.xml"/><Relationship Id="rId4" Type="http://schemas.openxmlformats.org/officeDocument/2006/relationships/image" Target="../media/image28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6.xml"/><Relationship Id="rId4" Type="http://schemas.openxmlformats.org/officeDocument/2006/relationships/image" Target="../media/image31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8.xml"/><Relationship Id="rId4" Type="http://schemas.openxmlformats.org/officeDocument/2006/relationships/image" Target="../media/image34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9.xml"/><Relationship Id="rId5" Type="http://schemas.openxmlformats.org/officeDocument/2006/relationships/image" Target="../media/image37.png"/><Relationship Id="rId4" Type="http://schemas.openxmlformats.org/officeDocument/2006/relationships/image" Target="../media/image36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1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jpe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55.png"/><Relationship Id="rId3" Type="http://schemas.openxmlformats.org/officeDocument/2006/relationships/image" Target="../media/image50.jpg"/><Relationship Id="rId7" Type="http://schemas.openxmlformats.org/officeDocument/2006/relationships/image" Target="../media/image51.png"/><Relationship Id="rId12" Type="http://schemas.openxmlformats.org/officeDocument/2006/relationships/image" Target="../media/image5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3.xml"/><Relationship Id="rId6" Type="http://schemas.openxmlformats.org/officeDocument/2006/relationships/image" Target="../media/image42.png"/><Relationship Id="rId11" Type="http://schemas.openxmlformats.org/officeDocument/2006/relationships/image" Target="../media/image53.png"/><Relationship Id="rId5" Type="http://schemas.openxmlformats.org/officeDocument/2006/relationships/image" Target="../media/image41.png"/><Relationship Id="rId10" Type="http://schemas.openxmlformats.org/officeDocument/2006/relationships/image" Target="../media/image52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4.xml"/><Relationship Id="rId4" Type="http://schemas.openxmlformats.org/officeDocument/2006/relationships/image" Target="../media/image57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5.xml"/><Relationship Id="rId4" Type="http://schemas.openxmlformats.org/officeDocument/2006/relationships/image" Target="../media/image56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8.xml"/><Relationship Id="rId4" Type="http://schemas.openxmlformats.org/officeDocument/2006/relationships/image" Target="../media/image31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0.xml"/><Relationship Id="rId4" Type="http://schemas.openxmlformats.org/officeDocument/2006/relationships/image" Target="../media/image33.jp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7" Type="http://schemas.openxmlformats.org/officeDocument/2006/relationships/image" Target="../media/image6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7" Type="http://schemas.openxmlformats.org/officeDocument/2006/relationships/image" Target="../media/image6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2.xml"/><Relationship Id="rId6" Type="http://schemas.openxmlformats.org/officeDocument/2006/relationships/image" Target="../media/image64.png"/><Relationship Id="rId5" Type="http://schemas.openxmlformats.org/officeDocument/2006/relationships/image" Target="../media/image67.png"/><Relationship Id="rId4" Type="http://schemas.openxmlformats.org/officeDocument/2006/relationships/image" Target="../media/image6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sqzss/gps-sdr-sim.git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cddis.nasa.gov/archive/gnss/data/daily/2024/brdc/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2.xml"/><Relationship Id="rId4" Type="http://schemas.openxmlformats.org/officeDocument/2006/relationships/image" Target="../media/image74.jp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maps.google.com/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Relationship Id="rId4" Type="http://schemas.openxmlformats.org/officeDocument/2006/relationships/image" Target="../media/image75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Relationship Id="rId4" Type="http://schemas.openxmlformats.org/officeDocument/2006/relationships/image" Target="../media/image79.jpe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9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0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8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9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2.xml"/><Relationship Id="rId4" Type="http://schemas.openxmlformats.org/officeDocument/2006/relationships/image" Target="../media/image93.jpe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3.xml"/><Relationship Id="rId5" Type="http://schemas.openxmlformats.org/officeDocument/2006/relationships/image" Target="../media/image96.jpeg"/><Relationship Id="rId4" Type="http://schemas.openxmlformats.org/officeDocument/2006/relationships/image" Target="../media/image95.jpe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5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8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9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0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4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5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6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mapper.net/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7.xml"/><Relationship Id="rId4" Type="http://schemas.openxmlformats.org/officeDocument/2006/relationships/image" Target="../media/image104.jpe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8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9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0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4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5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6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8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9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0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3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5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6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7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8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9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0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3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4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5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5052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118873" y="1774081"/>
            <a:ext cx="458851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spc="-200" dirty="0"/>
              <a:t> </a:t>
            </a:r>
            <a:r>
              <a:rPr spc="-55" dirty="0"/>
              <a:t>Getting</a:t>
            </a:r>
            <a:r>
              <a:rPr spc="-195" dirty="0"/>
              <a:t> </a:t>
            </a:r>
            <a:r>
              <a:rPr spc="-40" dirty="0"/>
              <a:t>Started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2803474"/>
            <a:ext cx="6352540" cy="29336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Follow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lab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manual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log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into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virtual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machine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connect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Bluetooth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adapter!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algn="just" defTabSz="914400" eaLnBrk="1" fontAlgn="auto" latinLnBrk="0" hangingPunct="1">
              <a:lnSpc>
                <a:spcPts val="259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begin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hands-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portion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training,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we’ll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start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connecting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training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platforms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configuring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Bluetooth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adapter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1435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We’ll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start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off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making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sure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adapter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running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page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scan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inquiry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scan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nearby</a:t>
            </a:r>
            <a:r>
              <a:rPr kumimoji="0" sz="2400" b="0" i="0" u="none" strike="noStrike" kern="0" cap="none" spc="-10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devices.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4" name="object 4" descr="Text  Description automatically generated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56247" y="950975"/>
            <a:ext cx="5516880" cy="5061204"/>
          </a:xfrm>
          <a:prstGeom prst="rect">
            <a:avLst/>
          </a:prstGeom>
        </p:spPr>
      </p:pic>
      <p:sp>
        <p:nvSpPr>
          <p:cNvPr id="5" name="object 2" descr="$PPTXTitle">
            <a:extLst>
              <a:ext uri="{FF2B5EF4-FFF2-40B4-BE49-F238E27FC236}">
                <a16:creationId xmlns:a16="http://schemas.microsoft.com/office/drawing/2014/main" id="{0A99B574-4EB3-874B-D372-0652085B8A06}"/>
              </a:ext>
            </a:extLst>
          </p:cNvPr>
          <p:cNvSpPr txBox="1"/>
          <p:nvPr/>
        </p:nvSpPr>
        <p:spPr>
          <a:xfrm>
            <a:off x="78739" y="0"/>
            <a:ext cx="9940672" cy="804772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12700" marR="5080" lvl="0" indent="142875" algn="ctr" defTabSz="914400" eaLnBrk="1" fontAlgn="auto" latinLnBrk="0" hangingPunct="1">
              <a:lnSpc>
                <a:spcPts val="5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0" cap="none" spc="-4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Bluetooth</a:t>
            </a:r>
            <a:r>
              <a:rPr kumimoji="0" sz="3600" b="1" i="0" u="none" strike="noStrike" kern="0" cap="none" spc="-409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3600" b="1" i="0" u="none" strike="noStrike" kern="0" cap="none" spc="-1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</a:t>
            </a:r>
            <a:r>
              <a:rPr kumimoji="0" sz="3600" b="1" i="0" u="none" strike="noStrike" kern="0" cap="none" spc="-7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Hands-</a:t>
            </a:r>
            <a:r>
              <a:rPr kumimoji="0" sz="3600" b="1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kumimoji="0" sz="3600" b="1" i="0" u="none" strike="noStrike" kern="0" cap="none" spc="-19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sz="3600" b="1" i="0" u="none" strike="noStrike" kern="0" cap="none" spc="-6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Exercises</a:t>
            </a:r>
            <a:r>
              <a:rPr lang="en-US" sz="3600" b="1" kern="0" spc="-65" dirty="0">
                <a:solidFill>
                  <a:srgbClr val="25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Slides 1-17</a:t>
            </a:r>
            <a:endParaRPr kumimoji="0" sz="36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190" dirty="0"/>
              <a:t> </a:t>
            </a:r>
            <a:r>
              <a:rPr spc="-55" dirty="0"/>
              <a:t>Bluetooth</a:t>
            </a:r>
            <a:r>
              <a:rPr spc="-190" dirty="0"/>
              <a:t> </a:t>
            </a:r>
            <a:r>
              <a:rPr spc="-35" dirty="0"/>
              <a:t>Scanning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782571"/>
            <a:ext cx="5621020" cy="23926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325755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good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any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type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security assessment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searching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nearby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algn="just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know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area.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thing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have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find</a:t>
            </a:r>
            <a:r>
              <a:rPr kumimoji="0" sz="2400" b="0" i="1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4798517"/>
            <a:ext cx="5446395" cy="105029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90000"/>
              </a:lnSpc>
              <a:spcBef>
                <a:spcPts val="3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Scanning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proximity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will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find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it’s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292842" y="3375405"/>
            <a:ext cx="770255" cy="1440815"/>
            <a:chOff x="10292842" y="3375405"/>
            <a:chExt cx="770255" cy="1440815"/>
          </a:xfrm>
        </p:grpSpPr>
        <p:sp>
          <p:nvSpPr>
            <p:cNvPr id="6" name="object 6"/>
            <p:cNvSpPr/>
            <p:nvPr/>
          </p:nvSpPr>
          <p:spPr>
            <a:xfrm>
              <a:off x="10299192" y="3381755"/>
              <a:ext cx="757555" cy="1428115"/>
            </a:xfrm>
            <a:custGeom>
              <a:avLst/>
              <a:gdLst/>
              <a:ahLst/>
              <a:cxnLst/>
              <a:rect l="l" t="t" r="r" b="b"/>
              <a:pathLst>
                <a:path w="757554" h="1428114">
                  <a:moveTo>
                    <a:pt x="378713" y="0"/>
                  </a:moveTo>
                  <a:lnTo>
                    <a:pt x="0" y="378714"/>
                  </a:lnTo>
                  <a:lnTo>
                    <a:pt x="189356" y="378714"/>
                  </a:lnTo>
                  <a:lnTo>
                    <a:pt x="189356" y="1427988"/>
                  </a:lnTo>
                  <a:lnTo>
                    <a:pt x="568071" y="1427988"/>
                  </a:lnTo>
                  <a:lnTo>
                    <a:pt x="568071" y="378714"/>
                  </a:lnTo>
                  <a:lnTo>
                    <a:pt x="757427" y="378714"/>
                  </a:lnTo>
                  <a:lnTo>
                    <a:pt x="378713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0299192" y="3381755"/>
              <a:ext cx="757555" cy="1428115"/>
            </a:xfrm>
            <a:custGeom>
              <a:avLst/>
              <a:gdLst/>
              <a:ahLst/>
              <a:cxnLst/>
              <a:rect l="l" t="t" r="r" b="b"/>
              <a:pathLst>
                <a:path w="757554" h="1428114">
                  <a:moveTo>
                    <a:pt x="189356" y="1427988"/>
                  </a:moveTo>
                  <a:lnTo>
                    <a:pt x="189356" y="378714"/>
                  </a:lnTo>
                  <a:lnTo>
                    <a:pt x="0" y="378714"/>
                  </a:lnTo>
                  <a:lnTo>
                    <a:pt x="378713" y="0"/>
                  </a:lnTo>
                  <a:lnTo>
                    <a:pt x="757427" y="378714"/>
                  </a:lnTo>
                  <a:lnTo>
                    <a:pt x="568071" y="378714"/>
                  </a:lnTo>
                  <a:lnTo>
                    <a:pt x="568071" y="1427988"/>
                  </a:lnTo>
                  <a:lnTo>
                    <a:pt x="189356" y="1427988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571606" y="3990933"/>
            <a:ext cx="254000" cy="4019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USB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28218" y="1107470"/>
            <a:ext cx="1367790" cy="2837180"/>
            <a:chOff x="8328218" y="1107470"/>
            <a:chExt cx="1367790" cy="2837180"/>
          </a:xfrm>
        </p:grpSpPr>
        <p:sp>
          <p:nvSpPr>
            <p:cNvPr id="10" name="object 10"/>
            <p:cNvSpPr/>
            <p:nvPr/>
          </p:nvSpPr>
          <p:spPr>
            <a:xfrm>
              <a:off x="8328218" y="1229257"/>
              <a:ext cx="1367790" cy="2715260"/>
            </a:xfrm>
            <a:custGeom>
              <a:avLst/>
              <a:gdLst/>
              <a:ahLst/>
              <a:cxnLst/>
              <a:rect l="l" t="t" r="r" b="b"/>
              <a:pathLst>
                <a:path w="1367790" h="2715260">
                  <a:moveTo>
                    <a:pt x="764036" y="1591707"/>
                  </a:moveTo>
                  <a:lnTo>
                    <a:pt x="571260" y="1591707"/>
                  </a:lnTo>
                  <a:lnTo>
                    <a:pt x="571260" y="2715246"/>
                  </a:lnTo>
                  <a:lnTo>
                    <a:pt x="1036790" y="2250399"/>
                  </a:lnTo>
                  <a:lnTo>
                    <a:pt x="764036" y="2250399"/>
                  </a:lnTo>
                  <a:lnTo>
                    <a:pt x="764036" y="1591707"/>
                  </a:lnTo>
                  <a:close/>
                </a:path>
                <a:path w="1367790" h="2715260">
                  <a:moveTo>
                    <a:pt x="1037457" y="1590099"/>
                  </a:moveTo>
                  <a:lnTo>
                    <a:pt x="764036" y="1590099"/>
                  </a:lnTo>
                  <a:lnTo>
                    <a:pt x="1094647" y="1920249"/>
                  </a:lnTo>
                  <a:lnTo>
                    <a:pt x="764036" y="2250399"/>
                  </a:lnTo>
                  <a:lnTo>
                    <a:pt x="1036790" y="2250399"/>
                  </a:lnTo>
                  <a:lnTo>
                    <a:pt x="1367425" y="1920249"/>
                  </a:lnTo>
                  <a:lnTo>
                    <a:pt x="1037457" y="1590099"/>
                  </a:lnTo>
                  <a:close/>
                </a:path>
                <a:path w="1367790" h="2715260">
                  <a:moveTo>
                    <a:pt x="136228" y="688375"/>
                  </a:moveTo>
                  <a:lnTo>
                    <a:pt x="0" y="824678"/>
                  </a:lnTo>
                  <a:lnTo>
                    <a:pt x="532704" y="1357676"/>
                  </a:lnTo>
                  <a:lnTo>
                    <a:pt x="0" y="1890674"/>
                  </a:lnTo>
                  <a:lnTo>
                    <a:pt x="136228" y="2026977"/>
                  </a:lnTo>
                  <a:lnTo>
                    <a:pt x="571260" y="1591707"/>
                  </a:lnTo>
                  <a:lnTo>
                    <a:pt x="764036" y="1591707"/>
                  </a:lnTo>
                  <a:lnTo>
                    <a:pt x="764036" y="1590099"/>
                  </a:lnTo>
                  <a:lnTo>
                    <a:pt x="1037457" y="1590099"/>
                  </a:lnTo>
                  <a:lnTo>
                    <a:pt x="805161" y="1357676"/>
                  </a:lnTo>
                  <a:lnTo>
                    <a:pt x="1036493" y="1126217"/>
                  </a:lnTo>
                  <a:lnTo>
                    <a:pt x="764036" y="1126217"/>
                  </a:lnTo>
                  <a:lnTo>
                    <a:pt x="764036" y="1123646"/>
                  </a:lnTo>
                  <a:lnTo>
                    <a:pt x="571260" y="1123646"/>
                  </a:lnTo>
                  <a:lnTo>
                    <a:pt x="136228" y="688375"/>
                  </a:lnTo>
                  <a:close/>
                </a:path>
                <a:path w="1367790" h="2715260">
                  <a:moveTo>
                    <a:pt x="1036834" y="464953"/>
                  </a:moveTo>
                  <a:lnTo>
                    <a:pt x="764036" y="464953"/>
                  </a:lnTo>
                  <a:lnTo>
                    <a:pt x="1094647" y="795103"/>
                  </a:lnTo>
                  <a:lnTo>
                    <a:pt x="764036" y="1126217"/>
                  </a:lnTo>
                  <a:lnTo>
                    <a:pt x="1036493" y="1126217"/>
                  </a:lnTo>
                  <a:lnTo>
                    <a:pt x="1367425" y="795103"/>
                  </a:lnTo>
                  <a:lnTo>
                    <a:pt x="1036834" y="464953"/>
                  </a:lnTo>
                  <a:close/>
                </a:path>
                <a:path w="1367790" h="2715260">
                  <a:moveTo>
                    <a:pt x="571259" y="0"/>
                  </a:moveTo>
                  <a:lnTo>
                    <a:pt x="571260" y="1123646"/>
                  </a:lnTo>
                  <a:lnTo>
                    <a:pt x="764036" y="1123646"/>
                  </a:lnTo>
                  <a:lnTo>
                    <a:pt x="764036" y="464953"/>
                  </a:lnTo>
                  <a:lnTo>
                    <a:pt x="1036834" y="464953"/>
                  </a:lnTo>
                  <a:lnTo>
                    <a:pt x="571259" y="0"/>
                  </a:lnTo>
                  <a:close/>
                </a:path>
              </a:pathLst>
            </a:custGeom>
            <a:solidFill>
              <a:srgbClr val="455FD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720652" y="1107470"/>
              <a:ext cx="237818" cy="238126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0219840" y="2756893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219840" y="266241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219840" y="285136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219840" y="3134791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219840" y="304031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219840" y="2945842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034235" y="304031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034235" y="3134791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034235" y="2945842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034235" y="266241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034235" y="285136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034235" y="2756893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691953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880798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786375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597530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0408685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0503107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945179" y="3288313"/>
            <a:ext cx="1449705" cy="2417445"/>
            <a:chOff x="9945179" y="3288313"/>
            <a:chExt cx="1449705" cy="2417445"/>
          </a:xfrm>
        </p:grpSpPr>
        <p:sp>
          <p:nvSpPr>
            <p:cNvPr id="31" name="object 31"/>
            <p:cNvSpPr/>
            <p:nvPr/>
          </p:nvSpPr>
          <p:spPr>
            <a:xfrm>
              <a:off x="10408679" y="3288322"/>
              <a:ext cx="519430" cy="83185"/>
            </a:xfrm>
            <a:custGeom>
              <a:avLst/>
              <a:gdLst/>
              <a:ahLst/>
              <a:cxnLst/>
              <a:rect l="l" t="t" r="r" b="b"/>
              <a:pathLst>
                <a:path w="519429" h="83185">
                  <a:moveTo>
                    <a:pt x="47218" y="82664"/>
                  </a:moveTo>
                  <a:lnTo>
                    <a:pt x="47205" y="0"/>
                  </a:lnTo>
                  <a:lnTo>
                    <a:pt x="0" y="0"/>
                  </a:lnTo>
                  <a:lnTo>
                    <a:pt x="0" y="82664"/>
                  </a:lnTo>
                  <a:lnTo>
                    <a:pt x="47218" y="82664"/>
                  </a:lnTo>
                  <a:close/>
                </a:path>
                <a:path w="519429" h="83185">
                  <a:moveTo>
                    <a:pt x="141630" y="0"/>
                  </a:moveTo>
                  <a:lnTo>
                    <a:pt x="94424" y="0"/>
                  </a:lnTo>
                  <a:lnTo>
                    <a:pt x="94424" y="82664"/>
                  </a:lnTo>
                  <a:lnTo>
                    <a:pt x="141630" y="82664"/>
                  </a:lnTo>
                  <a:lnTo>
                    <a:pt x="141630" y="0"/>
                  </a:lnTo>
                  <a:close/>
                </a:path>
                <a:path w="519429" h="83185">
                  <a:moveTo>
                    <a:pt x="236054" y="0"/>
                  </a:moveTo>
                  <a:lnTo>
                    <a:pt x="188849" y="0"/>
                  </a:lnTo>
                  <a:lnTo>
                    <a:pt x="188849" y="82664"/>
                  </a:lnTo>
                  <a:lnTo>
                    <a:pt x="236054" y="82664"/>
                  </a:lnTo>
                  <a:lnTo>
                    <a:pt x="236054" y="0"/>
                  </a:lnTo>
                  <a:close/>
                </a:path>
                <a:path w="519429" h="83185">
                  <a:moveTo>
                    <a:pt x="330479" y="0"/>
                  </a:moveTo>
                  <a:lnTo>
                    <a:pt x="283273" y="0"/>
                  </a:lnTo>
                  <a:lnTo>
                    <a:pt x="283273" y="82664"/>
                  </a:lnTo>
                  <a:lnTo>
                    <a:pt x="330479" y="82664"/>
                  </a:lnTo>
                  <a:lnTo>
                    <a:pt x="330479" y="0"/>
                  </a:lnTo>
                  <a:close/>
                </a:path>
                <a:path w="519429" h="83185">
                  <a:moveTo>
                    <a:pt x="424903" y="0"/>
                  </a:moveTo>
                  <a:lnTo>
                    <a:pt x="377685" y="0"/>
                  </a:lnTo>
                  <a:lnTo>
                    <a:pt x="377685" y="82664"/>
                  </a:lnTo>
                  <a:lnTo>
                    <a:pt x="424903" y="82664"/>
                  </a:lnTo>
                  <a:lnTo>
                    <a:pt x="424903" y="0"/>
                  </a:lnTo>
                  <a:close/>
                </a:path>
                <a:path w="519429" h="83185">
                  <a:moveTo>
                    <a:pt x="519328" y="0"/>
                  </a:moveTo>
                  <a:lnTo>
                    <a:pt x="472109" y="0"/>
                  </a:lnTo>
                  <a:lnTo>
                    <a:pt x="472109" y="82664"/>
                  </a:lnTo>
                  <a:lnTo>
                    <a:pt x="519328" y="82664"/>
                  </a:lnTo>
                  <a:lnTo>
                    <a:pt x="519328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9945179" y="4724136"/>
              <a:ext cx="1449705" cy="981075"/>
            </a:xfrm>
            <a:custGeom>
              <a:avLst/>
              <a:gdLst/>
              <a:ahLst/>
              <a:cxnLst/>
              <a:rect l="l" t="t" r="r" b="b"/>
              <a:pathLst>
                <a:path w="1449704" h="981075">
                  <a:moveTo>
                    <a:pt x="1364122" y="0"/>
                  </a:moveTo>
                  <a:lnTo>
                    <a:pt x="85257" y="0"/>
                  </a:lnTo>
                  <a:lnTo>
                    <a:pt x="52153" y="6731"/>
                  </a:lnTo>
                  <a:lnTo>
                    <a:pt x="25044" y="25058"/>
                  </a:lnTo>
                  <a:lnTo>
                    <a:pt x="6727" y="52182"/>
                  </a:lnTo>
                  <a:lnTo>
                    <a:pt x="0" y="85304"/>
                  </a:lnTo>
                  <a:lnTo>
                    <a:pt x="0" y="981002"/>
                  </a:lnTo>
                  <a:lnTo>
                    <a:pt x="1449380" y="981002"/>
                  </a:lnTo>
                  <a:lnTo>
                    <a:pt x="1449380" y="853045"/>
                  </a:lnTo>
                  <a:lnTo>
                    <a:pt x="127886" y="853045"/>
                  </a:lnTo>
                  <a:lnTo>
                    <a:pt x="127886" y="127956"/>
                  </a:lnTo>
                  <a:lnTo>
                    <a:pt x="1449380" y="127956"/>
                  </a:lnTo>
                  <a:lnTo>
                    <a:pt x="1449380" y="85304"/>
                  </a:lnTo>
                  <a:lnTo>
                    <a:pt x="1442652" y="52182"/>
                  </a:lnTo>
                  <a:lnTo>
                    <a:pt x="1424335" y="25058"/>
                  </a:lnTo>
                  <a:lnTo>
                    <a:pt x="1397226" y="6731"/>
                  </a:lnTo>
                  <a:lnTo>
                    <a:pt x="1364122" y="0"/>
                  </a:lnTo>
                  <a:close/>
                </a:path>
                <a:path w="1449704" h="981075">
                  <a:moveTo>
                    <a:pt x="1449380" y="127956"/>
                  </a:moveTo>
                  <a:lnTo>
                    <a:pt x="1321493" y="127956"/>
                  </a:lnTo>
                  <a:lnTo>
                    <a:pt x="1321493" y="853045"/>
                  </a:lnTo>
                  <a:lnTo>
                    <a:pt x="1449380" y="853045"/>
                  </a:lnTo>
                  <a:lnTo>
                    <a:pt x="1449380" y="127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3" name="object 33"/>
          <p:cNvSpPr/>
          <p:nvPr/>
        </p:nvSpPr>
        <p:spPr>
          <a:xfrm>
            <a:off x="10349662" y="2603372"/>
            <a:ext cx="637540" cy="638175"/>
          </a:xfrm>
          <a:custGeom>
            <a:avLst/>
            <a:gdLst/>
            <a:ahLst/>
            <a:cxnLst/>
            <a:rect l="l" t="t" r="r" b="b"/>
            <a:pathLst>
              <a:path w="637540" h="638175">
                <a:moveTo>
                  <a:pt x="472122" y="165341"/>
                </a:moveTo>
                <a:lnTo>
                  <a:pt x="165239" y="165341"/>
                </a:lnTo>
                <a:lnTo>
                  <a:pt x="165239" y="472376"/>
                </a:lnTo>
                <a:lnTo>
                  <a:pt x="472122" y="472376"/>
                </a:lnTo>
                <a:lnTo>
                  <a:pt x="472122" y="165341"/>
                </a:lnTo>
                <a:close/>
              </a:path>
              <a:path w="637540" h="638175">
                <a:moveTo>
                  <a:pt x="637362" y="47244"/>
                </a:moveTo>
                <a:lnTo>
                  <a:pt x="633641" y="28854"/>
                </a:lnTo>
                <a:lnTo>
                  <a:pt x="623531" y="13843"/>
                </a:lnTo>
                <a:lnTo>
                  <a:pt x="608520" y="3721"/>
                </a:lnTo>
                <a:lnTo>
                  <a:pt x="590143" y="0"/>
                </a:lnTo>
                <a:lnTo>
                  <a:pt x="519328" y="0"/>
                </a:lnTo>
                <a:lnTo>
                  <a:pt x="519328" y="118097"/>
                </a:lnTo>
                <a:lnTo>
                  <a:pt x="519328" y="519620"/>
                </a:lnTo>
                <a:lnTo>
                  <a:pt x="118033" y="519620"/>
                </a:lnTo>
                <a:lnTo>
                  <a:pt x="118033" y="118097"/>
                </a:lnTo>
                <a:lnTo>
                  <a:pt x="519328" y="118097"/>
                </a:lnTo>
                <a:lnTo>
                  <a:pt x="519328" y="0"/>
                </a:lnTo>
                <a:lnTo>
                  <a:pt x="47218" y="0"/>
                </a:lnTo>
                <a:lnTo>
                  <a:pt x="28841" y="3721"/>
                </a:lnTo>
                <a:lnTo>
                  <a:pt x="13830" y="13843"/>
                </a:lnTo>
                <a:lnTo>
                  <a:pt x="3708" y="28854"/>
                </a:lnTo>
                <a:lnTo>
                  <a:pt x="0" y="47244"/>
                </a:lnTo>
                <a:lnTo>
                  <a:pt x="0" y="590473"/>
                </a:lnTo>
                <a:lnTo>
                  <a:pt x="3708" y="608863"/>
                </a:lnTo>
                <a:lnTo>
                  <a:pt x="13830" y="623874"/>
                </a:lnTo>
                <a:lnTo>
                  <a:pt x="28841" y="633996"/>
                </a:lnTo>
                <a:lnTo>
                  <a:pt x="47218" y="637705"/>
                </a:lnTo>
                <a:lnTo>
                  <a:pt x="590143" y="637705"/>
                </a:lnTo>
                <a:lnTo>
                  <a:pt x="608520" y="633996"/>
                </a:lnTo>
                <a:lnTo>
                  <a:pt x="623531" y="623874"/>
                </a:lnTo>
                <a:lnTo>
                  <a:pt x="633641" y="608863"/>
                </a:lnTo>
                <a:lnTo>
                  <a:pt x="637362" y="590473"/>
                </a:lnTo>
                <a:lnTo>
                  <a:pt x="637362" y="519620"/>
                </a:lnTo>
                <a:lnTo>
                  <a:pt x="637362" y="118097"/>
                </a:lnTo>
                <a:lnTo>
                  <a:pt x="637362" y="47244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106526" y="4510887"/>
            <a:ext cx="953135" cy="853440"/>
          </a:xfrm>
          <a:custGeom>
            <a:avLst/>
            <a:gdLst/>
            <a:ahLst/>
            <a:cxnLst/>
            <a:rect l="l" t="t" r="r" b="b"/>
            <a:pathLst>
              <a:path w="953134" h="853439">
                <a:moveTo>
                  <a:pt x="716153" y="511822"/>
                </a:moveTo>
                <a:lnTo>
                  <a:pt x="713028" y="465683"/>
                </a:lnTo>
                <a:lnTo>
                  <a:pt x="703922" y="421386"/>
                </a:lnTo>
                <a:lnTo>
                  <a:pt x="689254" y="379336"/>
                </a:lnTo>
                <a:lnTo>
                  <a:pt x="669429" y="339953"/>
                </a:lnTo>
                <a:lnTo>
                  <a:pt x="644867" y="303644"/>
                </a:lnTo>
                <a:lnTo>
                  <a:pt x="615975" y="270840"/>
                </a:lnTo>
                <a:lnTo>
                  <a:pt x="583196" y="241935"/>
                </a:lnTo>
                <a:lnTo>
                  <a:pt x="546912" y="217360"/>
                </a:lnTo>
                <a:lnTo>
                  <a:pt x="507542" y="197523"/>
                </a:lnTo>
                <a:lnTo>
                  <a:pt x="465518" y="182841"/>
                </a:lnTo>
                <a:lnTo>
                  <a:pt x="421246" y="173736"/>
                </a:lnTo>
                <a:lnTo>
                  <a:pt x="375132" y="170599"/>
                </a:lnTo>
                <a:lnTo>
                  <a:pt x="329018" y="173736"/>
                </a:lnTo>
                <a:lnTo>
                  <a:pt x="284734" y="182841"/>
                </a:lnTo>
                <a:lnTo>
                  <a:pt x="242709" y="197523"/>
                </a:lnTo>
                <a:lnTo>
                  <a:pt x="203352" y="217360"/>
                </a:lnTo>
                <a:lnTo>
                  <a:pt x="167068" y="241935"/>
                </a:lnTo>
                <a:lnTo>
                  <a:pt x="134277" y="270840"/>
                </a:lnTo>
                <a:lnTo>
                  <a:pt x="105397" y="303644"/>
                </a:lnTo>
                <a:lnTo>
                  <a:pt x="80835" y="339953"/>
                </a:lnTo>
                <a:lnTo>
                  <a:pt x="61010" y="379336"/>
                </a:lnTo>
                <a:lnTo>
                  <a:pt x="46329" y="421386"/>
                </a:lnTo>
                <a:lnTo>
                  <a:pt x="37223" y="465683"/>
                </a:lnTo>
                <a:lnTo>
                  <a:pt x="34099" y="511822"/>
                </a:lnTo>
                <a:lnTo>
                  <a:pt x="37223" y="557961"/>
                </a:lnTo>
                <a:lnTo>
                  <a:pt x="46329" y="602259"/>
                </a:lnTo>
                <a:lnTo>
                  <a:pt x="61010" y="644309"/>
                </a:lnTo>
                <a:lnTo>
                  <a:pt x="80835" y="683691"/>
                </a:lnTo>
                <a:lnTo>
                  <a:pt x="105397" y="720001"/>
                </a:lnTo>
                <a:lnTo>
                  <a:pt x="134277" y="752805"/>
                </a:lnTo>
                <a:lnTo>
                  <a:pt x="167068" y="781710"/>
                </a:lnTo>
                <a:lnTo>
                  <a:pt x="203352" y="806284"/>
                </a:lnTo>
                <a:lnTo>
                  <a:pt x="242709" y="826109"/>
                </a:lnTo>
                <a:lnTo>
                  <a:pt x="284734" y="840790"/>
                </a:lnTo>
                <a:lnTo>
                  <a:pt x="329018" y="849909"/>
                </a:lnTo>
                <a:lnTo>
                  <a:pt x="375132" y="853033"/>
                </a:lnTo>
                <a:lnTo>
                  <a:pt x="390042" y="853033"/>
                </a:lnTo>
                <a:lnTo>
                  <a:pt x="396443" y="850912"/>
                </a:lnTo>
                <a:lnTo>
                  <a:pt x="396443" y="746404"/>
                </a:lnTo>
                <a:lnTo>
                  <a:pt x="397243" y="732015"/>
                </a:lnTo>
                <a:lnTo>
                  <a:pt x="409232" y="688822"/>
                </a:lnTo>
                <a:lnTo>
                  <a:pt x="439343" y="649643"/>
                </a:lnTo>
                <a:lnTo>
                  <a:pt x="483831" y="624852"/>
                </a:lnTo>
                <a:lnTo>
                  <a:pt x="714032" y="548081"/>
                </a:lnTo>
                <a:lnTo>
                  <a:pt x="715264" y="538810"/>
                </a:lnTo>
                <a:lnTo>
                  <a:pt x="715899" y="529945"/>
                </a:lnTo>
                <a:lnTo>
                  <a:pt x="716127" y="521081"/>
                </a:lnTo>
                <a:lnTo>
                  <a:pt x="716153" y="511822"/>
                </a:lnTo>
                <a:close/>
              </a:path>
              <a:path w="953134" h="853439">
                <a:moveTo>
                  <a:pt x="952754" y="426516"/>
                </a:moveTo>
                <a:lnTo>
                  <a:pt x="949388" y="409956"/>
                </a:lnTo>
                <a:lnTo>
                  <a:pt x="940231" y="396392"/>
                </a:lnTo>
                <a:lnTo>
                  <a:pt x="926668" y="387235"/>
                </a:lnTo>
                <a:lnTo>
                  <a:pt x="910120" y="383870"/>
                </a:lnTo>
                <a:lnTo>
                  <a:pt x="871753" y="383870"/>
                </a:lnTo>
                <a:lnTo>
                  <a:pt x="857275" y="337680"/>
                </a:lnTo>
                <a:lnTo>
                  <a:pt x="838657" y="293433"/>
                </a:lnTo>
                <a:lnTo>
                  <a:pt x="816114" y="251358"/>
                </a:lnTo>
                <a:lnTo>
                  <a:pt x="789889" y="211696"/>
                </a:lnTo>
                <a:lnTo>
                  <a:pt x="760209" y="174688"/>
                </a:lnTo>
                <a:lnTo>
                  <a:pt x="727290" y="140563"/>
                </a:lnTo>
                <a:lnTo>
                  <a:pt x="691375" y="109562"/>
                </a:lnTo>
                <a:lnTo>
                  <a:pt x="657428" y="85293"/>
                </a:lnTo>
                <a:lnTo>
                  <a:pt x="611466" y="57873"/>
                </a:lnTo>
                <a:lnTo>
                  <a:pt x="567918" y="37668"/>
                </a:lnTo>
                <a:lnTo>
                  <a:pt x="522274" y="21539"/>
                </a:lnTo>
                <a:lnTo>
                  <a:pt x="474789" y="9728"/>
                </a:lnTo>
                <a:lnTo>
                  <a:pt x="426224" y="2552"/>
                </a:lnTo>
                <a:lnTo>
                  <a:pt x="427367" y="2552"/>
                </a:lnTo>
                <a:lnTo>
                  <a:pt x="375132" y="0"/>
                </a:lnTo>
                <a:lnTo>
                  <a:pt x="323811" y="2552"/>
                </a:lnTo>
                <a:lnTo>
                  <a:pt x="273913" y="10058"/>
                </a:lnTo>
                <a:lnTo>
                  <a:pt x="225679" y="22263"/>
                </a:lnTo>
                <a:lnTo>
                  <a:pt x="179298" y="38912"/>
                </a:lnTo>
                <a:lnTo>
                  <a:pt x="135026" y="59766"/>
                </a:lnTo>
                <a:lnTo>
                  <a:pt x="93078" y="84569"/>
                </a:lnTo>
                <a:lnTo>
                  <a:pt x="53670" y="113068"/>
                </a:lnTo>
                <a:lnTo>
                  <a:pt x="17043" y="145008"/>
                </a:lnTo>
                <a:lnTo>
                  <a:pt x="0" y="179133"/>
                </a:lnTo>
                <a:lnTo>
                  <a:pt x="3327" y="195529"/>
                </a:lnTo>
                <a:lnTo>
                  <a:pt x="3352" y="195694"/>
                </a:lnTo>
                <a:lnTo>
                  <a:pt x="12522" y="209257"/>
                </a:lnTo>
                <a:lnTo>
                  <a:pt x="26073" y="218414"/>
                </a:lnTo>
                <a:lnTo>
                  <a:pt x="42621" y="221780"/>
                </a:lnTo>
                <a:lnTo>
                  <a:pt x="51777" y="220980"/>
                </a:lnTo>
                <a:lnTo>
                  <a:pt x="59944" y="218592"/>
                </a:lnTo>
                <a:lnTo>
                  <a:pt x="66903" y="214591"/>
                </a:lnTo>
                <a:lnTo>
                  <a:pt x="72466" y="208991"/>
                </a:lnTo>
                <a:lnTo>
                  <a:pt x="107911" y="177965"/>
                </a:lnTo>
                <a:lnTo>
                  <a:pt x="146443" y="150888"/>
                </a:lnTo>
                <a:lnTo>
                  <a:pt x="187782" y="128079"/>
                </a:lnTo>
                <a:lnTo>
                  <a:pt x="231622" y="109804"/>
                </a:lnTo>
                <a:lnTo>
                  <a:pt x="277660" y="96393"/>
                </a:lnTo>
                <a:lnTo>
                  <a:pt x="325589" y="88125"/>
                </a:lnTo>
                <a:lnTo>
                  <a:pt x="375132" y="85293"/>
                </a:lnTo>
                <a:lnTo>
                  <a:pt x="421411" y="87807"/>
                </a:lnTo>
                <a:lnTo>
                  <a:pt x="466280" y="95186"/>
                </a:lnTo>
                <a:lnTo>
                  <a:pt x="509498" y="107137"/>
                </a:lnTo>
                <a:lnTo>
                  <a:pt x="550773" y="123418"/>
                </a:lnTo>
                <a:lnTo>
                  <a:pt x="589851" y="143751"/>
                </a:lnTo>
                <a:lnTo>
                  <a:pt x="626465" y="167868"/>
                </a:lnTo>
                <a:lnTo>
                  <a:pt x="660361" y="195529"/>
                </a:lnTo>
                <a:lnTo>
                  <a:pt x="691248" y="226441"/>
                </a:lnTo>
                <a:lnTo>
                  <a:pt x="718883" y="260337"/>
                </a:lnTo>
                <a:lnTo>
                  <a:pt x="743000" y="296976"/>
                </a:lnTo>
                <a:lnTo>
                  <a:pt x="763320" y="336080"/>
                </a:lnTo>
                <a:lnTo>
                  <a:pt x="779589" y="377380"/>
                </a:lnTo>
                <a:lnTo>
                  <a:pt x="791540" y="420611"/>
                </a:lnTo>
                <a:lnTo>
                  <a:pt x="798906" y="465518"/>
                </a:lnTo>
                <a:lnTo>
                  <a:pt x="801420" y="511822"/>
                </a:lnTo>
                <a:lnTo>
                  <a:pt x="801420" y="609917"/>
                </a:lnTo>
                <a:lnTo>
                  <a:pt x="556298" y="690956"/>
                </a:lnTo>
                <a:lnTo>
                  <a:pt x="548309" y="687832"/>
                </a:lnTo>
                <a:lnTo>
                  <a:pt x="540321" y="685101"/>
                </a:lnTo>
                <a:lnTo>
                  <a:pt x="532320" y="683158"/>
                </a:lnTo>
                <a:lnTo>
                  <a:pt x="524332" y="682434"/>
                </a:lnTo>
                <a:lnTo>
                  <a:pt x="499046" y="687324"/>
                </a:lnTo>
                <a:lnTo>
                  <a:pt x="478764" y="700824"/>
                </a:lnTo>
                <a:lnTo>
                  <a:pt x="465277" y="721118"/>
                </a:lnTo>
                <a:lnTo>
                  <a:pt x="460387" y="746404"/>
                </a:lnTo>
                <a:lnTo>
                  <a:pt x="465277" y="771702"/>
                </a:lnTo>
                <a:lnTo>
                  <a:pt x="478764" y="791997"/>
                </a:lnTo>
                <a:lnTo>
                  <a:pt x="499046" y="805484"/>
                </a:lnTo>
                <a:lnTo>
                  <a:pt x="524332" y="810387"/>
                </a:lnTo>
                <a:lnTo>
                  <a:pt x="542950" y="807681"/>
                </a:lnTo>
                <a:lnTo>
                  <a:pt x="559765" y="799985"/>
                </a:lnTo>
                <a:lnTo>
                  <a:pt x="573786" y="787895"/>
                </a:lnTo>
                <a:lnTo>
                  <a:pt x="584009" y="771994"/>
                </a:lnTo>
                <a:lnTo>
                  <a:pt x="826998" y="690956"/>
                </a:lnTo>
                <a:lnTo>
                  <a:pt x="922909" y="658977"/>
                </a:lnTo>
                <a:lnTo>
                  <a:pt x="950480" y="631977"/>
                </a:lnTo>
                <a:lnTo>
                  <a:pt x="952754" y="618451"/>
                </a:lnTo>
                <a:lnTo>
                  <a:pt x="952754" y="426516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799600" y="4637278"/>
            <a:ext cx="4850765" cy="1494790"/>
            <a:chOff x="6799600" y="4637278"/>
            <a:chExt cx="4850765" cy="1494790"/>
          </a:xfrm>
        </p:grpSpPr>
        <p:sp>
          <p:nvSpPr>
            <p:cNvPr id="36" name="object 36"/>
            <p:cNvSpPr/>
            <p:nvPr/>
          </p:nvSpPr>
          <p:spPr>
            <a:xfrm>
              <a:off x="9689406" y="5790443"/>
              <a:ext cx="1961514" cy="128270"/>
            </a:xfrm>
            <a:custGeom>
              <a:avLst/>
              <a:gdLst/>
              <a:ahLst/>
              <a:cxnLst/>
              <a:rect l="l" t="t" r="r" b="b"/>
              <a:pathLst>
                <a:path w="1961515" h="128270">
                  <a:moveTo>
                    <a:pt x="1960926" y="0"/>
                  </a:moveTo>
                  <a:lnTo>
                    <a:pt x="1108349" y="0"/>
                  </a:lnTo>
                  <a:lnTo>
                    <a:pt x="1106817" y="30056"/>
                  </a:lnTo>
                  <a:lnTo>
                    <a:pt x="1095760" y="41119"/>
                  </a:lnTo>
                  <a:lnTo>
                    <a:pt x="865165" y="41119"/>
                  </a:lnTo>
                  <a:lnTo>
                    <a:pt x="854108" y="30056"/>
                  </a:lnTo>
                  <a:lnTo>
                    <a:pt x="852576" y="0"/>
                  </a:lnTo>
                  <a:lnTo>
                    <a:pt x="0" y="0"/>
                  </a:lnTo>
                  <a:lnTo>
                    <a:pt x="0" y="42652"/>
                  </a:lnTo>
                  <a:lnTo>
                    <a:pt x="6727" y="75774"/>
                  </a:lnTo>
                  <a:lnTo>
                    <a:pt x="25044" y="102898"/>
                  </a:lnTo>
                  <a:lnTo>
                    <a:pt x="52153" y="121225"/>
                  </a:lnTo>
                  <a:lnTo>
                    <a:pt x="85257" y="127956"/>
                  </a:lnTo>
                  <a:lnTo>
                    <a:pt x="1875668" y="127956"/>
                  </a:lnTo>
                  <a:lnTo>
                    <a:pt x="1908772" y="121225"/>
                  </a:lnTo>
                  <a:lnTo>
                    <a:pt x="1935881" y="102898"/>
                  </a:lnTo>
                  <a:lnTo>
                    <a:pt x="1954198" y="75774"/>
                  </a:lnTo>
                  <a:lnTo>
                    <a:pt x="1960926" y="42652"/>
                  </a:lnTo>
                  <a:lnTo>
                    <a:pt x="1960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6799600" y="5449225"/>
              <a:ext cx="1364615" cy="682625"/>
            </a:xfrm>
            <a:custGeom>
              <a:avLst/>
              <a:gdLst/>
              <a:ahLst/>
              <a:cxnLst/>
              <a:rect l="l" t="t" r="r" b="b"/>
              <a:pathLst>
                <a:path w="1364615" h="682625">
                  <a:moveTo>
                    <a:pt x="682061" y="0"/>
                  </a:moveTo>
                  <a:lnTo>
                    <a:pt x="588277" y="5371"/>
                  </a:lnTo>
                  <a:lnTo>
                    <a:pt x="494494" y="20220"/>
                  </a:lnTo>
                  <a:lnTo>
                    <a:pt x="400710" y="42652"/>
                  </a:lnTo>
                  <a:lnTo>
                    <a:pt x="349630" y="58793"/>
                  </a:lnTo>
                  <a:lnTo>
                    <a:pt x="249260" y="99281"/>
                  </a:lnTo>
                  <a:lnTo>
                    <a:pt x="154259" y="148723"/>
                  </a:lnTo>
                  <a:lnTo>
                    <a:pt x="68206" y="204730"/>
                  </a:lnTo>
                  <a:lnTo>
                    <a:pt x="39564" y="233254"/>
                  </a:lnTo>
                  <a:lnTo>
                    <a:pt x="18117" y="266576"/>
                  </a:lnTo>
                  <a:lnTo>
                    <a:pt x="4662" y="303097"/>
                  </a:lnTo>
                  <a:lnTo>
                    <a:pt x="0" y="341218"/>
                  </a:lnTo>
                  <a:lnTo>
                    <a:pt x="0" y="682436"/>
                  </a:lnTo>
                  <a:lnTo>
                    <a:pt x="1364122" y="682436"/>
                  </a:lnTo>
                  <a:lnTo>
                    <a:pt x="1364122" y="341218"/>
                  </a:lnTo>
                  <a:lnTo>
                    <a:pt x="1359459" y="303097"/>
                  </a:lnTo>
                  <a:lnTo>
                    <a:pt x="1346005" y="266576"/>
                  </a:lnTo>
                  <a:lnTo>
                    <a:pt x="1324557" y="233254"/>
                  </a:lnTo>
                  <a:lnTo>
                    <a:pt x="1295916" y="204730"/>
                  </a:lnTo>
                  <a:lnTo>
                    <a:pt x="1254232" y="173369"/>
                  </a:lnTo>
                  <a:lnTo>
                    <a:pt x="1209863" y="144992"/>
                  </a:lnTo>
                  <a:lnTo>
                    <a:pt x="1163257" y="119451"/>
                  </a:lnTo>
                  <a:lnTo>
                    <a:pt x="1114861" y="96595"/>
                  </a:lnTo>
                  <a:lnTo>
                    <a:pt x="1014491" y="58345"/>
                  </a:lnTo>
                  <a:lnTo>
                    <a:pt x="920072" y="30606"/>
                  </a:lnTo>
                  <a:lnTo>
                    <a:pt x="829130" y="11729"/>
                  </a:lnTo>
                  <a:lnTo>
                    <a:pt x="732505" y="1382"/>
                  </a:lnTo>
                  <a:lnTo>
                    <a:pt x="682061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8179308" y="4643628"/>
              <a:ext cx="1685925" cy="1346200"/>
            </a:xfrm>
            <a:custGeom>
              <a:avLst/>
              <a:gdLst/>
              <a:ahLst/>
              <a:cxnLst/>
              <a:rect l="l" t="t" r="r" b="b"/>
              <a:pathLst>
                <a:path w="1685925" h="1346200">
                  <a:moveTo>
                    <a:pt x="1012698" y="0"/>
                  </a:moveTo>
                  <a:lnTo>
                    <a:pt x="1012698" y="336423"/>
                  </a:lnTo>
                  <a:lnTo>
                    <a:pt x="0" y="336423"/>
                  </a:lnTo>
                  <a:lnTo>
                    <a:pt x="0" y="1009269"/>
                  </a:lnTo>
                  <a:lnTo>
                    <a:pt x="1012698" y="1009269"/>
                  </a:lnTo>
                  <a:lnTo>
                    <a:pt x="1012698" y="1345692"/>
                  </a:lnTo>
                  <a:lnTo>
                    <a:pt x="1685544" y="672846"/>
                  </a:lnTo>
                  <a:lnTo>
                    <a:pt x="101269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8179308" y="4643628"/>
              <a:ext cx="1685925" cy="1346200"/>
            </a:xfrm>
            <a:custGeom>
              <a:avLst/>
              <a:gdLst/>
              <a:ahLst/>
              <a:cxnLst/>
              <a:rect l="l" t="t" r="r" b="b"/>
              <a:pathLst>
                <a:path w="1685925" h="1346200">
                  <a:moveTo>
                    <a:pt x="0" y="336423"/>
                  </a:moveTo>
                  <a:lnTo>
                    <a:pt x="1012698" y="336423"/>
                  </a:lnTo>
                  <a:lnTo>
                    <a:pt x="1012698" y="0"/>
                  </a:lnTo>
                  <a:lnTo>
                    <a:pt x="1685544" y="672846"/>
                  </a:lnTo>
                  <a:lnTo>
                    <a:pt x="1012698" y="1345692"/>
                  </a:lnTo>
                  <a:lnTo>
                    <a:pt x="1012698" y="1009269"/>
                  </a:lnTo>
                  <a:lnTo>
                    <a:pt x="0" y="1009269"/>
                  </a:lnTo>
                  <a:lnTo>
                    <a:pt x="0" y="336423"/>
                  </a:lnTo>
                  <a:close/>
                </a:path>
              </a:pathLst>
            </a:custGeom>
            <a:ln w="12699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680831" y="5152771"/>
            <a:ext cx="350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VM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423153" y="16519"/>
            <a:ext cx="827405" cy="976630"/>
          </a:xfrm>
          <a:custGeom>
            <a:avLst/>
            <a:gdLst/>
            <a:ahLst/>
            <a:cxnLst/>
            <a:rect l="l" t="t" r="r" b="b"/>
            <a:pathLst>
              <a:path w="827404" h="976630">
                <a:moveTo>
                  <a:pt x="413607" y="0"/>
                </a:moveTo>
                <a:lnTo>
                  <a:pt x="365394" y="2857"/>
                </a:lnTo>
                <a:lnTo>
                  <a:pt x="318390" y="11108"/>
                </a:lnTo>
                <a:lnTo>
                  <a:pt x="273482" y="24413"/>
                </a:lnTo>
                <a:lnTo>
                  <a:pt x="230956" y="42452"/>
                </a:lnTo>
                <a:lnTo>
                  <a:pt x="191101" y="64901"/>
                </a:lnTo>
                <a:lnTo>
                  <a:pt x="154203" y="91440"/>
                </a:lnTo>
                <a:lnTo>
                  <a:pt x="120551" y="121745"/>
                </a:lnTo>
                <a:lnTo>
                  <a:pt x="90432" y="155496"/>
                </a:lnTo>
                <a:lnTo>
                  <a:pt x="64133" y="192369"/>
                </a:lnTo>
                <a:lnTo>
                  <a:pt x="41941" y="232043"/>
                </a:lnTo>
                <a:lnTo>
                  <a:pt x="24144" y="274196"/>
                </a:lnTo>
                <a:lnTo>
                  <a:pt x="11030" y="318506"/>
                </a:lnTo>
                <a:lnTo>
                  <a:pt x="2886" y="364651"/>
                </a:lnTo>
                <a:lnTo>
                  <a:pt x="0" y="412309"/>
                </a:lnTo>
                <a:lnTo>
                  <a:pt x="194567" y="412309"/>
                </a:lnTo>
                <a:lnTo>
                  <a:pt x="200340" y="362109"/>
                </a:lnTo>
                <a:lnTo>
                  <a:pt x="216797" y="316026"/>
                </a:lnTo>
                <a:lnTo>
                  <a:pt x="242624" y="275374"/>
                </a:lnTo>
                <a:lnTo>
                  <a:pt x="276507" y="241468"/>
                </a:lnTo>
                <a:lnTo>
                  <a:pt x="317133" y="215622"/>
                </a:lnTo>
                <a:lnTo>
                  <a:pt x="363189" y="199150"/>
                </a:lnTo>
                <a:lnTo>
                  <a:pt x="413360" y="193368"/>
                </a:lnTo>
                <a:lnTo>
                  <a:pt x="463532" y="199150"/>
                </a:lnTo>
                <a:lnTo>
                  <a:pt x="509588" y="215619"/>
                </a:lnTo>
                <a:lnTo>
                  <a:pt x="550216" y="241462"/>
                </a:lnTo>
                <a:lnTo>
                  <a:pt x="584102" y="275366"/>
                </a:lnTo>
                <a:lnTo>
                  <a:pt x="609934" y="316015"/>
                </a:lnTo>
                <a:lnTo>
                  <a:pt x="626398" y="362096"/>
                </a:lnTo>
                <a:lnTo>
                  <a:pt x="632181" y="412295"/>
                </a:lnTo>
                <a:lnTo>
                  <a:pt x="627639" y="456691"/>
                </a:lnTo>
                <a:lnTo>
                  <a:pt x="614450" y="498627"/>
                </a:lnTo>
                <a:lnTo>
                  <a:pt x="593272" y="536916"/>
                </a:lnTo>
                <a:lnTo>
                  <a:pt x="564761" y="570371"/>
                </a:lnTo>
                <a:lnTo>
                  <a:pt x="529574" y="597804"/>
                </a:lnTo>
                <a:lnTo>
                  <a:pt x="487585" y="626929"/>
                </a:lnTo>
                <a:lnTo>
                  <a:pt x="449609" y="660257"/>
                </a:lnTo>
                <a:lnTo>
                  <a:pt x="415884" y="697367"/>
                </a:lnTo>
                <a:lnTo>
                  <a:pt x="386646" y="737843"/>
                </a:lnTo>
                <a:lnTo>
                  <a:pt x="362131" y="781264"/>
                </a:lnTo>
                <a:lnTo>
                  <a:pt x="342576" y="827213"/>
                </a:lnTo>
                <a:lnTo>
                  <a:pt x="328218" y="875271"/>
                </a:lnTo>
                <a:lnTo>
                  <a:pt x="319293" y="925020"/>
                </a:lnTo>
                <a:lnTo>
                  <a:pt x="316037" y="976040"/>
                </a:lnTo>
                <a:lnTo>
                  <a:pt x="510604" y="976040"/>
                </a:lnTo>
                <a:lnTo>
                  <a:pt x="516629" y="924554"/>
                </a:lnTo>
                <a:lnTo>
                  <a:pt x="532686" y="876090"/>
                </a:lnTo>
                <a:lnTo>
                  <a:pt x="557985" y="832023"/>
                </a:lnTo>
                <a:lnTo>
                  <a:pt x="591738" y="793730"/>
                </a:lnTo>
                <a:lnTo>
                  <a:pt x="671794" y="735263"/>
                </a:lnTo>
                <a:lnTo>
                  <a:pt x="706603" y="704122"/>
                </a:lnTo>
                <a:lnTo>
                  <a:pt x="737390" y="669565"/>
                </a:lnTo>
                <a:lnTo>
                  <a:pt x="763962" y="631992"/>
                </a:lnTo>
                <a:lnTo>
                  <a:pt x="786126" y="591803"/>
                </a:lnTo>
                <a:lnTo>
                  <a:pt x="803691" y="549399"/>
                </a:lnTo>
                <a:lnTo>
                  <a:pt x="816463" y="505179"/>
                </a:lnTo>
                <a:lnTo>
                  <a:pt x="824250" y="459544"/>
                </a:lnTo>
                <a:lnTo>
                  <a:pt x="826860" y="412893"/>
                </a:lnTo>
                <a:lnTo>
                  <a:pt x="824100" y="365628"/>
                </a:lnTo>
                <a:lnTo>
                  <a:pt x="815734" y="318034"/>
                </a:lnTo>
                <a:lnTo>
                  <a:pt x="802237" y="272686"/>
                </a:lnTo>
                <a:lnTo>
                  <a:pt x="783954" y="229855"/>
                </a:lnTo>
                <a:lnTo>
                  <a:pt x="761229" y="189814"/>
                </a:lnTo>
                <a:lnTo>
                  <a:pt x="734406" y="152837"/>
                </a:lnTo>
                <a:lnTo>
                  <a:pt x="703829" y="119195"/>
                </a:lnTo>
                <a:lnTo>
                  <a:pt x="669843" y="89161"/>
                </a:lnTo>
                <a:lnTo>
                  <a:pt x="632792" y="63008"/>
                </a:lnTo>
                <a:lnTo>
                  <a:pt x="593020" y="41009"/>
                </a:lnTo>
                <a:lnTo>
                  <a:pt x="550871" y="23436"/>
                </a:lnTo>
                <a:lnTo>
                  <a:pt x="506690" y="10561"/>
                </a:lnTo>
                <a:lnTo>
                  <a:pt x="460821" y="2658"/>
                </a:lnTo>
                <a:lnTo>
                  <a:pt x="413607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495557" y="1548345"/>
            <a:ext cx="946150" cy="1212850"/>
            <a:chOff x="6495557" y="1548345"/>
            <a:chExt cx="946150" cy="1212850"/>
          </a:xfrm>
        </p:grpSpPr>
        <p:sp>
          <p:nvSpPr>
            <p:cNvPr id="43" name="object 43"/>
            <p:cNvSpPr/>
            <p:nvPr/>
          </p:nvSpPr>
          <p:spPr>
            <a:xfrm>
              <a:off x="6495557" y="1548345"/>
              <a:ext cx="826769" cy="945515"/>
            </a:xfrm>
            <a:custGeom>
              <a:avLst/>
              <a:gdLst/>
              <a:ahLst/>
              <a:cxnLst/>
              <a:rect l="l" t="t" r="r" b="b"/>
              <a:pathLst>
                <a:path w="826770" h="945514">
                  <a:moveTo>
                    <a:pt x="199800" y="59288"/>
                  </a:moveTo>
                  <a:lnTo>
                    <a:pt x="160002" y="86640"/>
                  </a:lnTo>
                  <a:lnTo>
                    <a:pt x="124025" y="117985"/>
                  </a:lnTo>
                  <a:lnTo>
                    <a:pt x="92454" y="152575"/>
                  </a:lnTo>
                  <a:lnTo>
                    <a:pt x="65367" y="189985"/>
                  </a:lnTo>
                  <a:lnTo>
                    <a:pt x="42845" y="229793"/>
                  </a:lnTo>
                  <a:lnTo>
                    <a:pt x="24968" y="271572"/>
                  </a:lnTo>
                  <a:lnTo>
                    <a:pt x="11815" y="314900"/>
                  </a:lnTo>
                  <a:lnTo>
                    <a:pt x="3465" y="359352"/>
                  </a:lnTo>
                  <a:lnTo>
                    <a:pt x="0" y="404505"/>
                  </a:lnTo>
                  <a:lnTo>
                    <a:pt x="1497" y="449933"/>
                  </a:lnTo>
                  <a:lnTo>
                    <a:pt x="8038" y="495212"/>
                  </a:lnTo>
                  <a:lnTo>
                    <a:pt x="19701" y="539919"/>
                  </a:lnTo>
                  <a:lnTo>
                    <a:pt x="36567" y="583630"/>
                  </a:lnTo>
                  <a:lnTo>
                    <a:pt x="58715" y="625919"/>
                  </a:lnTo>
                  <a:lnTo>
                    <a:pt x="225279" y="525408"/>
                  </a:lnTo>
                  <a:lnTo>
                    <a:pt x="204289" y="479451"/>
                  </a:lnTo>
                  <a:lnTo>
                    <a:pt x="194571" y="431499"/>
                  </a:lnTo>
                  <a:lnTo>
                    <a:pt x="195680" y="383356"/>
                  </a:lnTo>
                  <a:lnTo>
                    <a:pt x="207171" y="336826"/>
                  </a:lnTo>
                  <a:lnTo>
                    <a:pt x="228598" y="293713"/>
                  </a:lnTo>
                  <a:lnTo>
                    <a:pt x="259516" y="255821"/>
                  </a:lnTo>
                  <a:lnTo>
                    <a:pt x="299480" y="224952"/>
                  </a:lnTo>
                  <a:lnTo>
                    <a:pt x="345417" y="203984"/>
                  </a:lnTo>
                  <a:lnTo>
                    <a:pt x="393353" y="194291"/>
                  </a:lnTo>
                  <a:lnTo>
                    <a:pt x="441483" y="195427"/>
                  </a:lnTo>
                  <a:lnTo>
                    <a:pt x="488006" y="206945"/>
                  </a:lnTo>
                  <a:lnTo>
                    <a:pt x="531119" y="228400"/>
                  </a:lnTo>
                  <a:lnTo>
                    <a:pt x="569018" y="259344"/>
                  </a:lnTo>
                  <a:lnTo>
                    <a:pt x="599902" y="299330"/>
                  </a:lnTo>
                  <a:lnTo>
                    <a:pt x="618947" y="339682"/>
                  </a:lnTo>
                  <a:lnTo>
                    <a:pt x="629320" y="382396"/>
                  </a:lnTo>
                  <a:lnTo>
                    <a:pt x="630970" y="426115"/>
                  </a:lnTo>
                  <a:lnTo>
                    <a:pt x="623845" y="469483"/>
                  </a:lnTo>
                  <a:lnTo>
                    <a:pt x="607894" y="511145"/>
                  </a:lnTo>
                  <a:lnTo>
                    <a:pt x="586994" y="557769"/>
                  </a:lnTo>
                  <a:lnTo>
                    <a:pt x="571701" y="605917"/>
                  </a:lnTo>
                  <a:lnTo>
                    <a:pt x="562001" y="655109"/>
                  </a:lnTo>
                  <a:lnTo>
                    <a:pt x="557880" y="704863"/>
                  </a:lnTo>
                  <a:lnTo>
                    <a:pt x="559324" y="754699"/>
                  </a:lnTo>
                  <a:lnTo>
                    <a:pt x="566320" y="804136"/>
                  </a:lnTo>
                  <a:lnTo>
                    <a:pt x="578855" y="852695"/>
                  </a:lnTo>
                  <a:lnTo>
                    <a:pt x="596913" y="899894"/>
                  </a:lnTo>
                  <a:lnTo>
                    <a:pt x="620483" y="945253"/>
                  </a:lnTo>
                  <a:lnTo>
                    <a:pt x="787046" y="844742"/>
                  </a:lnTo>
                  <a:lnTo>
                    <a:pt x="765607" y="797554"/>
                  </a:lnTo>
                  <a:lnTo>
                    <a:pt x="754317" y="747770"/>
                  </a:lnTo>
                  <a:lnTo>
                    <a:pt x="753210" y="696976"/>
                  </a:lnTo>
                  <a:lnTo>
                    <a:pt x="762324" y="646759"/>
                  </a:lnTo>
                  <a:lnTo>
                    <a:pt x="800654" y="555350"/>
                  </a:lnTo>
                  <a:lnTo>
                    <a:pt x="814366" y="510709"/>
                  </a:lnTo>
                  <a:lnTo>
                    <a:pt x="822870" y="465222"/>
                  </a:lnTo>
                  <a:lnTo>
                    <a:pt x="826208" y="419330"/>
                  </a:lnTo>
                  <a:lnTo>
                    <a:pt x="824421" y="373476"/>
                  </a:lnTo>
                  <a:lnTo>
                    <a:pt x="817552" y="328101"/>
                  </a:lnTo>
                  <a:lnTo>
                    <a:pt x="805642" y="283647"/>
                  </a:lnTo>
                  <a:lnTo>
                    <a:pt x="788734" y="240558"/>
                  </a:lnTo>
                  <a:lnTo>
                    <a:pt x="766870" y="199273"/>
                  </a:lnTo>
                  <a:lnTo>
                    <a:pt x="740090" y="160236"/>
                  </a:lnTo>
                  <a:lnTo>
                    <a:pt x="708342" y="123814"/>
                  </a:lnTo>
                  <a:lnTo>
                    <a:pt x="673361" y="91965"/>
                  </a:lnTo>
                  <a:lnTo>
                    <a:pt x="635583" y="64744"/>
                  </a:lnTo>
                  <a:lnTo>
                    <a:pt x="595445" y="42206"/>
                  </a:lnTo>
                  <a:lnTo>
                    <a:pt x="553380" y="24407"/>
                  </a:lnTo>
                  <a:lnTo>
                    <a:pt x="509825" y="11402"/>
                  </a:lnTo>
                  <a:lnTo>
                    <a:pt x="465216" y="3248"/>
                  </a:lnTo>
                  <a:lnTo>
                    <a:pt x="419987" y="0"/>
                  </a:lnTo>
                  <a:lnTo>
                    <a:pt x="374575" y="1712"/>
                  </a:lnTo>
                  <a:lnTo>
                    <a:pt x="329414" y="8442"/>
                  </a:lnTo>
                  <a:lnTo>
                    <a:pt x="284941" y="20244"/>
                  </a:lnTo>
                  <a:lnTo>
                    <a:pt x="241591" y="37174"/>
                  </a:lnTo>
                  <a:lnTo>
                    <a:pt x="199800" y="5928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04056" y="2524452"/>
              <a:ext cx="237644" cy="236460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6173587" y="3026172"/>
            <a:ext cx="907415" cy="1234440"/>
            <a:chOff x="6173587" y="3026172"/>
            <a:chExt cx="907415" cy="1234440"/>
          </a:xfrm>
        </p:grpSpPr>
        <p:sp>
          <p:nvSpPr>
            <p:cNvPr id="46" name="object 46"/>
            <p:cNvSpPr/>
            <p:nvPr/>
          </p:nvSpPr>
          <p:spPr>
            <a:xfrm>
              <a:off x="6173587" y="3026172"/>
              <a:ext cx="826135" cy="956310"/>
            </a:xfrm>
            <a:custGeom>
              <a:avLst/>
              <a:gdLst/>
              <a:ahLst/>
              <a:cxnLst/>
              <a:rect l="l" t="t" r="r" b="b"/>
              <a:pathLst>
                <a:path w="826134" h="956310">
                  <a:moveTo>
                    <a:pt x="219729" y="47762"/>
                  </a:moveTo>
                  <a:lnTo>
                    <a:pt x="178471" y="72858"/>
                  </a:lnTo>
                  <a:lnTo>
                    <a:pt x="140806" y="102153"/>
                  </a:lnTo>
                  <a:lnTo>
                    <a:pt x="107359" y="134932"/>
                  </a:lnTo>
                  <a:lnTo>
                    <a:pt x="78233" y="170778"/>
                  </a:lnTo>
                  <a:lnTo>
                    <a:pt x="53531" y="209270"/>
                  </a:lnTo>
                  <a:lnTo>
                    <a:pt x="33357" y="249991"/>
                  </a:lnTo>
                  <a:lnTo>
                    <a:pt x="17814" y="292520"/>
                  </a:lnTo>
                  <a:lnTo>
                    <a:pt x="7004" y="336438"/>
                  </a:lnTo>
                  <a:lnTo>
                    <a:pt x="1032" y="381328"/>
                  </a:lnTo>
                  <a:lnTo>
                    <a:pt x="0" y="426769"/>
                  </a:lnTo>
                  <a:lnTo>
                    <a:pt x="4011" y="472342"/>
                  </a:lnTo>
                  <a:lnTo>
                    <a:pt x="13169" y="517629"/>
                  </a:lnTo>
                  <a:lnTo>
                    <a:pt x="27577" y="562210"/>
                  </a:lnTo>
                  <a:lnTo>
                    <a:pt x="47338" y="605666"/>
                  </a:lnTo>
                  <a:lnTo>
                    <a:pt x="219236" y="514578"/>
                  </a:lnTo>
                  <a:lnTo>
                    <a:pt x="200835" y="467524"/>
                  </a:lnTo>
                  <a:lnTo>
                    <a:pt x="193800" y="419105"/>
                  </a:lnTo>
                  <a:lnTo>
                    <a:pt x="197586" y="371099"/>
                  </a:lnTo>
                  <a:lnTo>
                    <a:pt x="211648" y="325281"/>
                  </a:lnTo>
                  <a:lnTo>
                    <a:pt x="235440" y="283427"/>
                  </a:lnTo>
                  <a:lnTo>
                    <a:pt x="268419" y="247313"/>
                  </a:lnTo>
                  <a:lnTo>
                    <a:pt x="310038" y="218716"/>
                  </a:lnTo>
                  <a:lnTo>
                    <a:pt x="357071" y="200336"/>
                  </a:lnTo>
                  <a:lnTo>
                    <a:pt x="405471" y="193325"/>
                  </a:lnTo>
                  <a:lnTo>
                    <a:pt x="453464" y="197137"/>
                  </a:lnTo>
                  <a:lnTo>
                    <a:pt x="499274" y="211226"/>
                  </a:lnTo>
                  <a:lnTo>
                    <a:pt x="541126" y="235045"/>
                  </a:lnTo>
                  <a:lnTo>
                    <a:pt x="577245" y="268050"/>
                  </a:lnTo>
                  <a:lnTo>
                    <a:pt x="605856" y="309693"/>
                  </a:lnTo>
                  <a:lnTo>
                    <a:pt x="622627" y="351042"/>
                  </a:lnTo>
                  <a:lnTo>
                    <a:pt x="630608" y="394267"/>
                  </a:lnTo>
                  <a:lnTo>
                    <a:pt x="629822" y="438009"/>
                  </a:lnTo>
                  <a:lnTo>
                    <a:pt x="620295" y="480914"/>
                  </a:lnTo>
                  <a:lnTo>
                    <a:pt x="602051" y="521624"/>
                  </a:lnTo>
                  <a:lnTo>
                    <a:pt x="578590" y="567013"/>
                  </a:lnTo>
                  <a:lnTo>
                    <a:pt x="560641" y="614236"/>
                  </a:lnTo>
                  <a:lnTo>
                    <a:pt x="548219" y="662811"/>
                  </a:lnTo>
                  <a:lnTo>
                    <a:pt x="541337" y="712259"/>
                  </a:lnTo>
                  <a:lnTo>
                    <a:pt x="540006" y="762098"/>
                  </a:lnTo>
                  <a:lnTo>
                    <a:pt x="544241" y="811849"/>
                  </a:lnTo>
                  <a:lnTo>
                    <a:pt x="554055" y="861029"/>
                  </a:lnTo>
                  <a:lnTo>
                    <a:pt x="569459" y="909160"/>
                  </a:lnTo>
                  <a:lnTo>
                    <a:pt x="590468" y="955760"/>
                  </a:lnTo>
                  <a:lnTo>
                    <a:pt x="762366" y="864672"/>
                  </a:lnTo>
                  <a:lnTo>
                    <a:pt x="743585" y="816364"/>
                  </a:lnTo>
                  <a:lnTo>
                    <a:pt x="735082" y="766029"/>
                  </a:lnTo>
                  <a:lnTo>
                    <a:pt x="736804" y="715252"/>
                  </a:lnTo>
                  <a:lnTo>
                    <a:pt x="748697" y="665619"/>
                  </a:lnTo>
                  <a:lnTo>
                    <a:pt x="792053" y="576485"/>
                  </a:lnTo>
                  <a:lnTo>
                    <a:pt x="808228" y="532676"/>
                  </a:lnTo>
                  <a:lnTo>
                    <a:pt x="819249" y="487733"/>
                  </a:lnTo>
                  <a:lnTo>
                    <a:pt x="825135" y="442097"/>
                  </a:lnTo>
                  <a:lnTo>
                    <a:pt x="825902" y="396215"/>
                  </a:lnTo>
                  <a:lnTo>
                    <a:pt x="821568" y="350528"/>
                  </a:lnTo>
                  <a:lnTo>
                    <a:pt x="812151" y="305481"/>
                  </a:lnTo>
                  <a:lnTo>
                    <a:pt x="797666" y="261517"/>
                  </a:lnTo>
                  <a:lnTo>
                    <a:pt x="778132" y="219080"/>
                  </a:lnTo>
                  <a:lnTo>
                    <a:pt x="753566" y="178614"/>
                  </a:lnTo>
                  <a:lnTo>
                    <a:pt x="723893" y="140482"/>
                  </a:lnTo>
                  <a:lnTo>
                    <a:pt x="690738" y="106736"/>
                  </a:lnTo>
                  <a:lnTo>
                    <a:pt x="654534" y="77455"/>
                  </a:lnTo>
                  <a:lnTo>
                    <a:pt x="615711" y="52719"/>
                  </a:lnTo>
                  <a:lnTo>
                    <a:pt x="574702" y="32607"/>
                  </a:lnTo>
                  <a:lnTo>
                    <a:pt x="531938" y="17199"/>
                  </a:lnTo>
                  <a:lnTo>
                    <a:pt x="487852" y="6576"/>
                  </a:lnTo>
                  <a:lnTo>
                    <a:pt x="442874" y="816"/>
                  </a:lnTo>
                  <a:lnTo>
                    <a:pt x="397437" y="0"/>
                  </a:lnTo>
                  <a:lnTo>
                    <a:pt x="351972" y="4206"/>
                  </a:lnTo>
                  <a:lnTo>
                    <a:pt x="306911" y="13516"/>
                  </a:lnTo>
                  <a:lnTo>
                    <a:pt x="262686" y="28008"/>
                  </a:lnTo>
                  <a:lnTo>
                    <a:pt x="219729" y="47762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7" name="object 47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43371" y="4023209"/>
              <a:ext cx="237508" cy="236955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10520935" y="396536"/>
            <a:ext cx="935355" cy="1219200"/>
            <a:chOff x="10520935" y="396536"/>
            <a:chExt cx="935355" cy="1219200"/>
          </a:xfrm>
        </p:grpSpPr>
        <p:sp>
          <p:nvSpPr>
            <p:cNvPr id="49" name="object 49"/>
            <p:cNvSpPr/>
            <p:nvPr/>
          </p:nvSpPr>
          <p:spPr>
            <a:xfrm>
              <a:off x="10672635" y="396536"/>
              <a:ext cx="784225" cy="946785"/>
            </a:xfrm>
            <a:custGeom>
              <a:avLst/>
              <a:gdLst/>
              <a:ahLst/>
              <a:cxnLst/>
              <a:rect l="l" t="t" r="r" b="b"/>
              <a:pathLst>
                <a:path w="784225" h="946785">
                  <a:moveTo>
                    <a:pt x="581321" y="57556"/>
                  </a:moveTo>
                  <a:lnTo>
                    <a:pt x="538389" y="35445"/>
                  </a:lnTo>
                  <a:lnTo>
                    <a:pt x="493749" y="18589"/>
                  </a:lnTo>
                  <a:lnTo>
                    <a:pt x="448336" y="7150"/>
                  </a:lnTo>
                  <a:lnTo>
                    <a:pt x="402561" y="997"/>
                  </a:lnTo>
                  <a:lnTo>
                    <a:pt x="356835" y="0"/>
                  </a:lnTo>
                  <a:lnTo>
                    <a:pt x="311570" y="4027"/>
                  </a:lnTo>
                  <a:lnTo>
                    <a:pt x="267177" y="12948"/>
                  </a:lnTo>
                  <a:lnTo>
                    <a:pt x="224068" y="26633"/>
                  </a:lnTo>
                  <a:lnTo>
                    <a:pt x="182653" y="44952"/>
                  </a:lnTo>
                  <a:lnTo>
                    <a:pt x="143345" y="67773"/>
                  </a:lnTo>
                  <a:lnTo>
                    <a:pt x="106554" y="94966"/>
                  </a:lnTo>
                  <a:lnTo>
                    <a:pt x="72693" y="126401"/>
                  </a:lnTo>
                  <a:lnTo>
                    <a:pt x="42171" y="161947"/>
                  </a:lnTo>
                  <a:lnTo>
                    <a:pt x="15402" y="201474"/>
                  </a:lnTo>
                  <a:lnTo>
                    <a:pt x="182779" y="300625"/>
                  </a:lnTo>
                  <a:lnTo>
                    <a:pt x="213328" y="260382"/>
                  </a:lnTo>
                  <a:lnTo>
                    <a:pt x="250969" y="229125"/>
                  </a:lnTo>
                  <a:lnTo>
                    <a:pt x="293902" y="207315"/>
                  </a:lnTo>
                  <a:lnTo>
                    <a:pt x="340329" y="195414"/>
                  </a:lnTo>
                  <a:lnTo>
                    <a:pt x="388449" y="193883"/>
                  </a:lnTo>
                  <a:lnTo>
                    <a:pt x="436462" y="203183"/>
                  </a:lnTo>
                  <a:lnTo>
                    <a:pt x="482569" y="223776"/>
                  </a:lnTo>
                  <a:lnTo>
                    <a:pt x="522783" y="254317"/>
                  </a:lnTo>
                  <a:lnTo>
                    <a:pt x="554010" y="291955"/>
                  </a:lnTo>
                  <a:lnTo>
                    <a:pt x="575791" y="334890"/>
                  </a:lnTo>
                  <a:lnTo>
                    <a:pt x="587664" y="381324"/>
                  </a:lnTo>
                  <a:lnTo>
                    <a:pt x="589172" y="429456"/>
                  </a:lnTo>
                  <a:lnTo>
                    <a:pt x="579852" y="477488"/>
                  </a:lnTo>
                  <a:lnTo>
                    <a:pt x="559246" y="523619"/>
                  </a:lnTo>
                  <a:lnTo>
                    <a:pt x="532715" y="559496"/>
                  </a:lnTo>
                  <a:lnTo>
                    <a:pt x="499999" y="588851"/>
                  </a:lnTo>
                  <a:lnTo>
                    <a:pt x="462268" y="610997"/>
                  </a:lnTo>
                  <a:lnTo>
                    <a:pt x="420693" y="625247"/>
                  </a:lnTo>
                  <a:lnTo>
                    <a:pt x="376444" y="630916"/>
                  </a:lnTo>
                  <a:lnTo>
                    <a:pt x="325480" y="634573"/>
                  </a:lnTo>
                  <a:lnTo>
                    <a:pt x="275828" y="643891"/>
                  </a:lnTo>
                  <a:lnTo>
                    <a:pt x="227904" y="658630"/>
                  </a:lnTo>
                  <a:lnTo>
                    <a:pt x="182126" y="678549"/>
                  </a:lnTo>
                  <a:lnTo>
                    <a:pt x="138910" y="703410"/>
                  </a:lnTo>
                  <a:lnTo>
                    <a:pt x="98672" y="732973"/>
                  </a:lnTo>
                  <a:lnTo>
                    <a:pt x="61830" y="766998"/>
                  </a:lnTo>
                  <a:lnTo>
                    <a:pt x="28800" y="805246"/>
                  </a:lnTo>
                  <a:lnTo>
                    <a:pt x="0" y="847477"/>
                  </a:lnTo>
                  <a:lnTo>
                    <a:pt x="167377" y="946628"/>
                  </a:lnTo>
                  <a:lnTo>
                    <a:pt x="198797" y="905407"/>
                  </a:lnTo>
                  <a:lnTo>
                    <a:pt x="237307" y="871898"/>
                  </a:lnTo>
                  <a:lnTo>
                    <a:pt x="281527" y="846881"/>
                  </a:lnTo>
                  <a:lnTo>
                    <a:pt x="330077" y="831140"/>
                  </a:lnTo>
                  <a:lnTo>
                    <a:pt x="428740" y="821640"/>
                  </a:lnTo>
                  <a:lnTo>
                    <a:pt x="474554" y="812589"/>
                  </a:lnTo>
                  <a:lnTo>
                    <a:pt x="518649" y="798550"/>
                  </a:lnTo>
                  <a:lnTo>
                    <a:pt x="560654" y="779769"/>
                  </a:lnTo>
                  <a:lnTo>
                    <a:pt x="600201" y="756491"/>
                  </a:lnTo>
                  <a:lnTo>
                    <a:pt x="636920" y="728963"/>
                  </a:lnTo>
                  <a:lnTo>
                    <a:pt x="670442" y="697431"/>
                  </a:lnTo>
                  <a:lnTo>
                    <a:pt x="700397" y="662142"/>
                  </a:lnTo>
                  <a:lnTo>
                    <a:pt x="726415" y="623341"/>
                  </a:lnTo>
                  <a:lnTo>
                    <a:pt x="748127" y="581274"/>
                  </a:lnTo>
                  <a:lnTo>
                    <a:pt x="765183" y="536068"/>
                  </a:lnTo>
                  <a:lnTo>
                    <a:pt x="776682" y="490179"/>
                  </a:lnTo>
                  <a:lnTo>
                    <a:pt x="782780" y="444016"/>
                  </a:lnTo>
                  <a:lnTo>
                    <a:pt x="783635" y="397991"/>
                  </a:lnTo>
                  <a:lnTo>
                    <a:pt x="779404" y="352512"/>
                  </a:lnTo>
                  <a:lnTo>
                    <a:pt x="770244" y="307990"/>
                  </a:lnTo>
                  <a:lnTo>
                    <a:pt x="756313" y="264834"/>
                  </a:lnTo>
                  <a:lnTo>
                    <a:pt x="737767" y="223455"/>
                  </a:lnTo>
                  <a:lnTo>
                    <a:pt x="714763" y="184262"/>
                  </a:lnTo>
                  <a:lnTo>
                    <a:pt x="687460" y="147666"/>
                  </a:lnTo>
                  <a:lnTo>
                    <a:pt x="656014" y="114076"/>
                  </a:lnTo>
                  <a:lnTo>
                    <a:pt x="620582" y="83903"/>
                  </a:lnTo>
                  <a:lnTo>
                    <a:pt x="581321" y="57556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0" name="object 50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20935" y="1378733"/>
              <a:ext cx="237592" cy="236587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190" dirty="0"/>
              <a:t> </a:t>
            </a:r>
            <a:r>
              <a:rPr spc="-55" dirty="0"/>
              <a:t>Bluetooth</a:t>
            </a:r>
            <a:r>
              <a:rPr spc="-190" dirty="0"/>
              <a:t> </a:t>
            </a:r>
            <a:r>
              <a:rPr spc="-35" dirty="0"/>
              <a:t>Scanning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782571"/>
            <a:ext cx="5973445" cy="23926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3302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Scanning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show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area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discoverable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Modern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usually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non-discoverable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default,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unless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connecting/pairing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new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4798517"/>
            <a:ext cx="521525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has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intentionally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been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put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into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discoverable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mode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training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292842" y="3375405"/>
            <a:ext cx="770255" cy="1440815"/>
            <a:chOff x="10292842" y="3375405"/>
            <a:chExt cx="770255" cy="1440815"/>
          </a:xfrm>
        </p:grpSpPr>
        <p:sp>
          <p:nvSpPr>
            <p:cNvPr id="6" name="object 6"/>
            <p:cNvSpPr/>
            <p:nvPr/>
          </p:nvSpPr>
          <p:spPr>
            <a:xfrm>
              <a:off x="10299192" y="3381755"/>
              <a:ext cx="757555" cy="1428115"/>
            </a:xfrm>
            <a:custGeom>
              <a:avLst/>
              <a:gdLst/>
              <a:ahLst/>
              <a:cxnLst/>
              <a:rect l="l" t="t" r="r" b="b"/>
              <a:pathLst>
                <a:path w="757554" h="1428114">
                  <a:moveTo>
                    <a:pt x="378713" y="0"/>
                  </a:moveTo>
                  <a:lnTo>
                    <a:pt x="0" y="378714"/>
                  </a:lnTo>
                  <a:lnTo>
                    <a:pt x="189356" y="378714"/>
                  </a:lnTo>
                  <a:lnTo>
                    <a:pt x="189356" y="1427988"/>
                  </a:lnTo>
                  <a:lnTo>
                    <a:pt x="568071" y="1427988"/>
                  </a:lnTo>
                  <a:lnTo>
                    <a:pt x="568071" y="378714"/>
                  </a:lnTo>
                  <a:lnTo>
                    <a:pt x="757427" y="378714"/>
                  </a:lnTo>
                  <a:lnTo>
                    <a:pt x="378713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0299192" y="3381755"/>
              <a:ext cx="757555" cy="1428115"/>
            </a:xfrm>
            <a:custGeom>
              <a:avLst/>
              <a:gdLst/>
              <a:ahLst/>
              <a:cxnLst/>
              <a:rect l="l" t="t" r="r" b="b"/>
              <a:pathLst>
                <a:path w="757554" h="1428114">
                  <a:moveTo>
                    <a:pt x="189356" y="1427988"/>
                  </a:moveTo>
                  <a:lnTo>
                    <a:pt x="189356" y="378714"/>
                  </a:lnTo>
                  <a:lnTo>
                    <a:pt x="0" y="378714"/>
                  </a:lnTo>
                  <a:lnTo>
                    <a:pt x="378713" y="0"/>
                  </a:lnTo>
                  <a:lnTo>
                    <a:pt x="757427" y="378714"/>
                  </a:lnTo>
                  <a:lnTo>
                    <a:pt x="568071" y="378714"/>
                  </a:lnTo>
                  <a:lnTo>
                    <a:pt x="568071" y="1427988"/>
                  </a:lnTo>
                  <a:lnTo>
                    <a:pt x="189356" y="1427988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571606" y="3990933"/>
            <a:ext cx="254000" cy="4019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USB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28218" y="1107470"/>
            <a:ext cx="1367790" cy="2837180"/>
            <a:chOff x="8328218" y="1107470"/>
            <a:chExt cx="1367790" cy="2837180"/>
          </a:xfrm>
        </p:grpSpPr>
        <p:sp>
          <p:nvSpPr>
            <p:cNvPr id="10" name="object 10"/>
            <p:cNvSpPr/>
            <p:nvPr/>
          </p:nvSpPr>
          <p:spPr>
            <a:xfrm>
              <a:off x="8328218" y="1229257"/>
              <a:ext cx="1367790" cy="2715260"/>
            </a:xfrm>
            <a:custGeom>
              <a:avLst/>
              <a:gdLst/>
              <a:ahLst/>
              <a:cxnLst/>
              <a:rect l="l" t="t" r="r" b="b"/>
              <a:pathLst>
                <a:path w="1367790" h="2715260">
                  <a:moveTo>
                    <a:pt x="764036" y="1591707"/>
                  </a:moveTo>
                  <a:lnTo>
                    <a:pt x="571260" y="1591707"/>
                  </a:lnTo>
                  <a:lnTo>
                    <a:pt x="571260" y="2715246"/>
                  </a:lnTo>
                  <a:lnTo>
                    <a:pt x="1036790" y="2250399"/>
                  </a:lnTo>
                  <a:lnTo>
                    <a:pt x="764036" y="2250399"/>
                  </a:lnTo>
                  <a:lnTo>
                    <a:pt x="764036" y="1591707"/>
                  </a:lnTo>
                  <a:close/>
                </a:path>
                <a:path w="1367790" h="2715260">
                  <a:moveTo>
                    <a:pt x="1037457" y="1590099"/>
                  </a:moveTo>
                  <a:lnTo>
                    <a:pt x="764036" y="1590099"/>
                  </a:lnTo>
                  <a:lnTo>
                    <a:pt x="1094647" y="1920249"/>
                  </a:lnTo>
                  <a:lnTo>
                    <a:pt x="764036" y="2250399"/>
                  </a:lnTo>
                  <a:lnTo>
                    <a:pt x="1036790" y="2250399"/>
                  </a:lnTo>
                  <a:lnTo>
                    <a:pt x="1367425" y="1920249"/>
                  </a:lnTo>
                  <a:lnTo>
                    <a:pt x="1037457" y="1590099"/>
                  </a:lnTo>
                  <a:close/>
                </a:path>
                <a:path w="1367790" h="2715260">
                  <a:moveTo>
                    <a:pt x="136228" y="688375"/>
                  </a:moveTo>
                  <a:lnTo>
                    <a:pt x="0" y="824678"/>
                  </a:lnTo>
                  <a:lnTo>
                    <a:pt x="532704" y="1357676"/>
                  </a:lnTo>
                  <a:lnTo>
                    <a:pt x="0" y="1890674"/>
                  </a:lnTo>
                  <a:lnTo>
                    <a:pt x="136228" y="2026977"/>
                  </a:lnTo>
                  <a:lnTo>
                    <a:pt x="571260" y="1591707"/>
                  </a:lnTo>
                  <a:lnTo>
                    <a:pt x="764036" y="1591707"/>
                  </a:lnTo>
                  <a:lnTo>
                    <a:pt x="764036" y="1590099"/>
                  </a:lnTo>
                  <a:lnTo>
                    <a:pt x="1037457" y="1590099"/>
                  </a:lnTo>
                  <a:lnTo>
                    <a:pt x="805161" y="1357676"/>
                  </a:lnTo>
                  <a:lnTo>
                    <a:pt x="1036493" y="1126217"/>
                  </a:lnTo>
                  <a:lnTo>
                    <a:pt x="764036" y="1126217"/>
                  </a:lnTo>
                  <a:lnTo>
                    <a:pt x="764036" y="1123646"/>
                  </a:lnTo>
                  <a:lnTo>
                    <a:pt x="571260" y="1123646"/>
                  </a:lnTo>
                  <a:lnTo>
                    <a:pt x="136228" y="688375"/>
                  </a:lnTo>
                  <a:close/>
                </a:path>
                <a:path w="1367790" h="2715260">
                  <a:moveTo>
                    <a:pt x="1036834" y="464953"/>
                  </a:moveTo>
                  <a:lnTo>
                    <a:pt x="764036" y="464953"/>
                  </a:lnTo>
                  <a:lnTo>
                    <a:pt x="1094647" y="795103"/>
                  </a:lnTo>
                  <a:lnTo>
                    <a:pt x="764036" y="1126217"/>
                  </a:lnTo>
                  <a:lnTo>
                    <a:pt x="1036493" y="1126217"/>
                  </a:lnTo>
                  <a:lnTo>
                    <a:pt x="1367425" y="795103"/>
                  </a:lnTo>
                  <a:lnTo>
                    <a:pt x="1036834" y="464953"/>
                  </a:lnTo>
                  <a:close/>
                </a:path>
                <a:path w="1367790" h="2715260">
                  <a:moveTo>
                    <a:pt x="571259" y="0"/>
                  </a:moveTo>
                  <a:lnTo>
                    <a:pt x="571260" y="1123646"/>
                  </a:lnTo>
                  <a:lnTo>
                    <a:pt x="764036" y="1123646"/>
                  </a:lnTo>
                  <a:lnTo>
                    <a:pt x="764036" y="464953"/>
                  </a:lnTo>
                  <a:lnTo>
                    <a:pt x="1036834" y="464953"/>
                  </a:lnTo>
                  <a:lnTo>
                    <a:pt x="571259" y="0"/>
                  </a:lnTo>
                  <a:close/>
                </a:path>
              </a:pathLst>
            </a:custGeom>
            <a:solidFill>
              <a:srgbClr val="455FD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720652" y="1107470"/>
              <a:ext cx="237818" cy="238126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0219840" y="2756893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219840" y="266241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219840" y="285136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219840" y="3134791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219840" y="304031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219840" y="2945842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034235" y="304031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034235" y="3134791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034235" y="2945842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034235" y="266241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034235" y="285136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034235" y="2756893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691953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880798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786375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597530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0408685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0503107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945179" y="3288313"/>
            <a:ext cx="1449705" cy="2417445"/>
            <a:chOff x="9945179" y="3288313"/>
            <a:chExt cx="1449705" cy="2417445"/>
          </a:xfrm>
        </p:grpSpPr>
        <p:sp>
          <p:nvSpPr>
            <p:cNvPr id="31" name="object 31"/>
            <p:cNvSpPr/>
            <p:nvPr/>
          </p:nvSpPr>
          <p:spPr>
            <a:xfrm>
              <a:off x="10408679" y="3288322"/>
              <a:ext cx="519430" cy="83185"/>
            </a:xfrm>
            <a:custGeom>
              <a:avLst/>
              <a:gdLst/>
              <a:ahLst/>
              <a:cxnLst/>
              <a:rect l="l" t="t" r="r" b="b"/>
              <a:pathLst>
                <a:path w="519429" h="83185">
                  <a:moveTo>
                    <a:pt x="47218" y="82664"/>
                  </a:moveTo>
                  <a:lnTo>
                    <a:pt x="47205" y="0"/>
                  </a:lnTo>
                  <a:lnTo>
                    <a:pt x="0" y="0"/>
                  </a:lnTo>
                  <a:lnTo>
                    <a:pt x="0" y="82664"/>
                  </a:lnTo>
                  <a:lnTo>
                    <a:pt x="47218" y="82664"/>
                  </a:lnTo>
                  <a:close/>
                </a:path>
                <a:path w="519429" h="83185">
                  <a:moveTo>
                    <a:pt x="141630" y="0"/>
                  </a:moveTo>
                  <a:lnTo>
                    <a:pt x="94424" y="0"/>
                  </a:lnTo>
                  <a:lnTo>
                    <a:pt x="94424" y="82664"/>
                  </a:lnTo>
                  <a:lnTo>
                    <a:pt x="141630" y="82664"/>
                  </a:lnTo>
                  <a:lnTo>
                    <a:pt x="141630" y="0"/>
                  </a:lnTo>
                  <a:close/>
                </a:path>
                <a:path w="519429" h="83185">
                  <a:moveTo>
                    <a:pt x="236054" y="0"/>
                  </a:moveTo>
                  <a:lnTo>
                    <a:pt x="188849" y="0"/>
                  </a:lnTo>
                  <a:lnTo>
                    <a:pt x="188849" y="82664"/>
                  </a:lnTo>
                  <a:lnTo>
                    <a:pt x="236054" y="82664"/>
                  </a:lnTo>
                  <a:lnTo>
                    <a:pt x="236054" y="0"/>
                  </a:lnTo>
                  <a:close/>
                </a:path>
                <a:path w="519429" h="83185">
                  <a:moveTo>
                    <a:pt x="330479" y="0"/>
                  </a:moveTo>
                  <a:lnTo>
                    <a:pt x="283273" y="0"/>
                  </a:lnTo>
                  <a:lnTo>
                    <a:pt x="283273" y="82664"/>
                  </a:lnTo>
                  <a:lnTo>
                    <a:pt x="330479" y="82664"/>
                  </a:lnTo>
                  <a:lnTo>
                    <a:pt x="330479" y="0"/>
                  </a:lnTo>
                  <a:close/>
                </a:path>
                <a:path w="519429" h="83185">
                  <a:moveTo>
                    <a:pt x="424903" y="0"/>
                  </a:moveTo>
                  <a:lnTo>
                    <a:pt x="377685" y="0"/>
                  </a:lnTo>
                  <a:lnTo>
                    <a:pt x="377685" y="82664"/>
                  </a:lnTo>
                  <a:lnTo>
                    <a:pt x="424903" y="82664"/>
                  </a:lnTo>
                  <a:lnTo>
                    <a:pt x="424903" y="0"/>
                  </a:lnTo>
                  <a:close/>
                </a:path>
                <a:path w="519429" h="83185">
                  <a:moveTo>
                    <a:pt x="519328" y="0"/>
                  </a:moveTo>
                  <a:lnTo>
                    <a:pt x="472109" y="0"/>
                  </a:lnTo>
                  <a:lnTo>
                    <a:pt x="472109" y="82664"/>
                  </a:lnTo>
                  <a:lnTo>
                    <a:pt x="519328" y="82664"/>
                  </a:lnTo>
                  <a:lnTo>
                    <a:pt x="519328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9945179" y="4724136"/>
              <a:ext cx="1449705" cy="981075"/>
            </a:xfrm>
            <a:custGeom>
              <a:avLst/>
              <a:gdLst/>
              <a:ahLst/>
              <a:cxnLst/>
              <a:rect l="l" t="t" r="r" b="b"/>
              <a:pathLst>
                <a:path w="1449704" h="981075">
                  <a:moveTo>
                    <a:pt x="1364122" y="0"/>
                  </a:moveTo>
                  <a:lnTo>
                    <a:pt x="85257" y="0"/>
                  </a:lnTo>
                  <a:lnTo>
                    <a:pt x="52153" y="6731"/>
                  </a:lnTo>
                  <a:lnTo>
                    <a:pt x="25044" y="25058"/>
                  </a:lnTo>
                  <a:lnTo>
                    <a:pt x="6727" y="52182"/>
                  </a:lnTo>
                  <a:lnTo>
                    <a:pt x="0" y="85304"/>
                  </a:lnTo>
                  <a:lnTo>
                    <a:pt x="0" y="981002"/>
                  </a:lnTo>
                  <a:lnTo>
                    <a:pt x="1449380" y="981002"/>
                  </a:lnTo>
                  <a:lnTo>
                    <a:pt x="1449380" y="853045"/>
                  </a:lnTo>
                  <a:lnTo>
                    <a:pt x="127886" y="853045"/>
                  </a:lnTo>
                  <a:lnTo>
                    <a:pt x="127886" y="127956"/>
                  </a:lnTo>
                  <a:lnTo>
                    <a:pt x="1449380" y="127956"/>
                  </a:lnTo>
                  <a:lnTo>
                    <a:pt x="1449380" y="85304"/>
                  </a:lnTo>
                  <a:lnTo>
                    <a:pt x="1442652" y="52182"/>
                  </a:lnTo>
                  <a:lnTo>
                    <a:pt x="1424335" y="25058"/>
                  </a:lnTo>
                  <a:lnTo>
                    <a:pt x="1397226" y="6731"/>
                  </a:lnTo>
                  <a:lnTo>
                    <a:pt x="1364122" y="0"/>
                  </a:lnTo>
                  <a:close/>
                </a:path>
                <a:path w="1449704" h="981075">
                  <a:moveTo>
                    <a:pt x="1449380" y="127956"/>
                  </a:moveTo>
                  <a:lnTo>
                    <a:pt x="1321493" y="127956"/>
                  </a:lnTo>
                  <a:lnTo>
                    <a:pt x="1321493" y="853045"/>
                  </a:lnTo>
                  <a:lnTo>
                    <a:pt x="1449380" y="853045"/>
                  </a:lnTo>
                  <a:lnTo>
                    <a:pt x="1449380" y="127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3" name="object 33"/>
          <p:cNvSpPr/>
          <p:nvPr/>
        </p:nvSpPr>
        <p:spPr>
          <a:xfrm>
            <a:off x="10349662" y="2603372"/>
            <a:ext cx="637540" cy="638175"/>
          </a:xfrm>
          <a:custGeom>
            <a:avLst/>
            <a:gdLst/>
            <a:ahLst/>
            <a:cxnLst/>
            <a:rect l="l" t="t" r="r" b="b"/>
            <a:pathLst>
              <a:path w="637540" h="638175">
                <a:moveTo>
                  <a:pt x="472122" y="165341"/>
                </a:moveTo>
                <a:lnTo>
                  <a:pt x="165239" y="165341"/>
                </a:lnTo>
                <a:lnTo>
                  <a:pt x="165239" y="472376"/>
                </a:lnTo>
                <a:lnTo>
                  <a:pt x="472122" y="472376"/>
                </a:lnTo>
                <a:lnTo>
                  <a:pt x="472122" y="165341"/>
                </a:lnTo>
                <a:close/>
              </a:path>
              <a:path w="637540" h="638175">
                <a:moveTo>
                  <a:pt x="637362" y="47244"/>
                </a:moveTo>
                <a:lnTo>
                  <a:pt x="633641" y="28854"/>
                </a:lnTo>
                <a:lnTo>
                  <a:pt x="623531" y="13843"/>
                </a:lnTo>
                <a:lnTo>
                  <a:pt x="608520" y="3721"/>
                </a:lnTo>
                <a:lnTo>
                  <a:pt x="590143" y="0"/>
                </a:lnTo>
                <a:lnTo>
                  <a:pt x="519328" y="0"/>
                </a:lnTo>
                <a:lnTo>
                  <a:pt x="519328" y="118097"/>
                </a:lnTo>
                <a:lnTo>
                  <a:pt x="519328" y="519620"/>
                </a:lnTo>
                <a:lnTo>
                  <a:pt x="118033" y="519620"/>
                </a:lnTo>
                <a:lnTo>
                  <a:pt x="118033" y="118097"/>
                </a:lnTo>
                <a:lnTo>
                  <a:pt x="519328" y="118097"/>
                </a:lnTo>
                <a:lnTo>
                  <a:pt x="519328" y="0"/>
                </a:lnTo>
                <a:lnTo>
                  <a:pt x="47218" y="0"/>
                </a:lnTo>
                <a:lnTo>
                  <a:pt x="28841" y="3721"/>
                </a:lnTo>
                <a:lnTo>
                  <a:pt x="13830" y="13843"/>
                </a:lnTo>
                <a:lnTo>
                  <a:pt x="3708" y="28854"/>
                </a:lnTo>
                <a:lnTo>
                  <a:pt x="0" y="47244"/>
                </a:lnTo>
                <a:lnTo>
                  <a:pt x="0" y="590473"/>
                </a:lnTo>
                <a:lnTo>
                  <a:pt x="3708" y="608863"/>
                </a:lnTo>
                <a:lnTo>
                  <a:pt x="13830" y="623874"/>
                </a:lnTo>
                <a:lnTo>
                  <a:pt x="28841" y="633996"/>
                </a:lnTo>
                <a:lnTo>
                  <a:pt x="47218" y="637705"/>
                </a:lnTo>
                <a:lnTo>
                  <a:pt x="590143" y="637705"/>
                </a:lnTo>
                <a:lnTo>
                  <a:pt x="608520" y="633996"/>
                </a:lnTo>
                <a:lnTo>
                  <a:pt x="623531" y="623874"/>
                </a:lnTo>
                <a:lnTo>
                  <a:pt x="633641" y="608863"/>
                </a:lnTo>
                <a:lnTo>
                  <a:pt x="637362" y="590473"/>
                </a:lnTo>
                <a:lnTo>
                  <a:pt x="637362" y="519620"/>
                </a:lnTo>
                <a:lnTo>
                  <a:pt x="637362" y="118097"/>
                </a:lnTo>
                <a:lnTo>
                  <a:pt x="637362" y="47244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106526" y="4510887"/>
            <a:ext cx="953135" cy="853440"/>
          </a:xfrm>
          <a:custGeom>
            <a:avLst/>
            <a:gdLst/>
            <a:ahLst/>
            <a:cxnLst/>
            <a:rect l="l" t="t" r="r" b="b"/>
            <a:pathLst>
              <a:path w="953134" h="853439">
                <a:moveTo>
                  <a:pt x="716153" y="511822"/>
                </a:moveTo>
                <a:lnTo>
                  <a:pt x="713028" y="465683"/>
                </a:lnTo>
                <a:lnTo>
                  <a:pt x="703922" y="421386"/>
                </a:lnTo>
                <a:lnTo>
                  <a:pt x="689254" y="379336"/>
                </a:lnTo>
                <a:lnTo>
                  <a:pt x="669429" y="339953"/>
                </a:lnTo>
                <a:lnTo>
                  <a:pt x="644867" y="303644"/>
                </a:lnTo>
                <a:lnTo>
                  <a:pt x="615975" y="270840"/>
                </a:lnTo>
                <a:lnTo>
                  <a:pt x="583196" y="241935"/>
                </a:lnTo>
                <a:lnTo>
                  <a:pt x="546912" y="217360"/>
                </a:lnTo>
                <a:lnTo>
                  <a:pt x="507542" y="197523"/>
                </a:lnTo>
                <a:lnTo>
                  <a:pt x="465518" y="182841"/>
                </a:lnTo>
                <a:lnTo>
                  <a:pt x="421246" y="173736"/>
                </a:lnTo>
                <a:lnTo>
                  <a:pt x="375132" y="170599"/>
                </a:lnTo>
                <a:lnTo>
                  <a:pt x="329018" y="173736"/>
                </a:lnTo>
                <a:lnTo>
                  <a:pt x="284734" y="182841"/>
                </a:lnTo>
                <a:lnTo>
                  <a:pt x="242709" y="197523"/>
                </a:lnTo>
                <a:lnTo>
                  <a:pt x="203352" y="217360"/>
                </a:lnTo>
                <a:lnTo>
                  <a:pt x="167068" y="241935"/>
                </a:lnTo>
                <a:lnTo>
                  <a:pt x="134277" y="270840"/>
                </a:lnTo>
                <a:lnTo>
                  <a:pt x="105397" y="303644"/>
                </a:lnTo>
                <a:lnTo>
                  <a:pt x="80835" y="339953"/>
                </a:lnTo>
                <a:lnTo>
                  <a:pt x="61010" y="379336"/>
                </a:lnTo>
                <a:lnTo>
                  <a:pt x="46329" y="421386"/>
                </a:lnTo>
                <a:lnTo>
                  <a:pt x="37223" y="465683"/>
                </a:lnTo>
                <a:lnTo>
                  <a:pt x="34099" y="511822"/>
                </a:lnTo>
                <a:lnTo>
                  <a:pt x="37223" y="557961"/>
                </a:lnTo>
                <a:lnTo>
                  <a:pt x="46329" y="602259"/>
                </a:lnTo>
                <a:lnTo>
                  <a:pt x="61010" y="644309"/>
                </a:lnTo>
                <a:lnTo>
                  <a:pt x="80835" y="683691"/>
                </a:lnTo>
                <a:lnTo>
                  <a:pt x="105397" y="720001"/>
                </a:lnTo>
                <a:lnTo>
                  <a:pt x="134277" y="752805"/>
                </a:lnTo>
                <a:lnTo>
                  <a:pt x="167068" y="781710"/>
                </a:lnTo>
                <a:lnTo>
                  <a:pt x="203352" y="806284"/>
                </a:lnTo>
                <a:lnTo>
                  <a:pt x="242709" y="826109"/>
                </a:lnTo>
                <a:lnTo>
                  <a:pt x="284734" y="840790"/>
                </a:lnTo>
                <a:lnTo>
                  <a:pt x="329018" y="849909"/>
                </a:lnTo>
                <a:lnTo>
                  <a:pt x="375132" y="853033"/>
                </a:lnTo>
                <a:lnTo>
                  <a:pt x="390042" y="853033"/>
                </a:lnTo>
                <a:lnTo>
                  <a:pt x="396443" y="850912"/>
                </a:lnTo>
                <a:lnTo>
                  <a:pt x="396443" y="746404"/>
                </a:lnTo>
                <a:lnTo>
                  <a:pt x="397243" y="732015"/>
                </a:lnTo>
                <a:lnTo>
                  <a:pt x="409232" y="688822"/>
                </a:lnTo>
                <a:lnTo>
                  <a:pt x="439343" y="649643"/>
                </a:lnTo>
                <a:lnTo>
                  <a:pt x="483831" y="624852"/>
                </a:lnTo>
                <a:lnTo>
                  <a:pt x="714032" y="548081"/>
                </a:lnTo>
                <a:lnTo>
                  <a:pt x="715264" y="538810"/>
                </a:lnTo>
                <a:lnTo>
                  <a:pt x="715899" y="529945"/>
                </a:lnTo>
                <a:lnTo>
                  <a:pt x="716127" y="521081"/>
                </a:lnTo>
                <a:lnTo>
                  <a:pt x="716153" y="511822"/>
                </a:lnTo>
                <a:close/>
              </a:path>
              <a:path w="953134" h="853439">
                <a:moveTo>
                  <a:pt x="952754" y="426516"/>
                </a:moveTo>
                <a:lnTo>
                  <a:pt x="949388" y="409956"/>
                </a:lnTo>
                <a:lnTo>
                  <a:pt x="940231" y="396392"/>
                </a:lnTo>
                <a:lnTo>
                  <a:pt x="926668" y="387235"/>
                </a:lnTo>
                <a:lnTo>
                  <a:pt x="910120" y="383870"/>
                </a:lnTo>
                <a:lnTo>
                  <a:pt x="871753" y="383870"/>
                </a:lnTo>
                <a:lnTo>
                  <a:pt x="857275" y="337680"/>
                </a:lnTo>
                <a:lnTo>
                  <a:pt x="838657" y="293433"/>
                </a:lnTo>
                <a:lnTo>
                  <a:pt x="816114" y="251358"/>
                </a:lnTo>
                <a:lnTo>
                  <a:pt x="789889" y="211696"/>
                </a:lnTo>
                <a:lnTo>
                  <a:pt x="760209" y="174688"/>
                </a:lnTo>
                <a:lnTo>
                  <a:pt x="727290" y="140563"/>
                </a:lnTo>
                <a:lnTo>
                  <a:pt x="691375" y="109562"/>
                </a:lnTo>
                <a:lnTo>
                  <a:pt x="657428" y="85293"/>
                </a:lnTo>
                <a:lnTo>
                  <a:pt x="611466" y="57873"/>
                </a:lnTo>
                <a:lnTo>
                  <a:pt x="567918" y="37668"/>
                </a:lnTo>
                <a:lnTo>
                  <a:pt x="522274" y="21539"/>
                </a:lnTo>
                <a:lnTo>
                  <a:pt x="474789" y="9728"/>
                </a:lnTo>
                <a:lnTo>
                  <a:pt x="426224" y="2552"/>
                </a:lnTo>
                <a:lnTo>
                  <a:pt x="427367" y="2552"/>
                </a:lnTo>
                <a:lnTo>
                  <a:pt x="375132" y="0"/>
                </a:lnTo>
                <a:lnTo>
                  <a:pt x="323811" y="2552"/>
                </a:lnTo>
                <a:lnTo>
                  <a:pt x="273913" y="10058"/>
                </a:lnTo>
                <a:lnTo>
                  <a:pt x="225679" y="22263"/>
                </a:lnTo>
                <a:lnTo>
                  <a:pt x="179298" y="38912"/>
                </a:lnTo>
                <a:lnTo>
                  <a:pt x="135026" y="59766"/>
                </a:lnTo>
                <a:lnTo>
                  <a:pt x="93078" y="84569"/>
                </a:lnTo>
                <a:lnTo>
                  <a:pt x="53670" y="113068"/>
                </a:lnTo>
                <a:lnTo>
                  <a:pt x="17043" y="145008"/>
                </a:lnTo>
                <a:lnTo>
                  <a:pt x="0" y="179133"/>
                </a:lnTo>
                <a:lnTo>
                  <a:pt x="3327" y="195529"/>
                </a:lnTo>
                <a:lnTo>
                  <a:pt x="3352" y="195694"/>
                </a:lnTo>
                <a:lnTo>
                  <a:pt x="12522" y="209257"/>
                </a:lnTo>
                <a:lnTo>
                  <a:pt x="26073" y="218414"/>
                </a:lnTo>
                <a:lnTo>
                  <a:pt x="42621" y="221780"/>
                </a:lnTo>
                <a:lnTo>
                  <a:pt x="51777" y="220980"/>
                </a:lnTo>
                <a:lnTo>
                  <a:pt x="59944" y="218592"/>
                </a:lnTo>
                <a:lnTo>
                  <a:pt x="66903" y="214591"/>
                </a:lnTo>
                <a:lnTo>
                  <a:pt x="72466" y="208991"/>
                </a:lnTo>
                <a:lnTo>
                  <a:pt x="107911" y="177965"/>
                </a:lnTo>
                <a:lnTo>
                  <a:pt x="146443" y="150888"/>
                </a:lnTo>
                <a:lnTo>
                  <a:pt x="187782" y="128079"/>
                </a:lnTo>
                <a:lnTo>
                  <a:pt x="231622" y="109804"/>
                </a:lnTo>
                <a:lnTo>
                  <a:pt x="277660" y="96393"/>
                </a:lnTo>
                <a:lnTo>
                  <a:pt x="325589" y="88125"/>
                </a:lnTo>
                <a:lnTo>
                  <a:pt x="375132" y="85293"/>
                </a:lnTo>
                <a:lnTo>
                  <a:pt x="421411" y="87807"/>
                </a:lnTo>
                <a:lnTo>
                  <a:pt x="466280" y="95186"/>
                </a:lnTo>
                <a:lnTo>
                  <a:pt x="509498" y="107137"/>
                </a:lnTo>
                <a:lnTo>
                  <a:pt x="550773" y="123418"/>
                </a:lnTo>
                <a:lnTo>
                  <a:pt x="589851" y="143751"/>
                </a:lnTo>
                <a:lnTo>
                  <a:pt x="626465" y="167868"/>
                </a:lnTo>
                <a:lnTo>
                  <a:pt x="660361" y="195529"/>
                </a:lnTo>
                <a:lnTo>
                  <a:pt x="691248" y="226441"/>
                </a:lnTo>
                <a:lnTo>
                  <a:pt x="718883" y="260337"/>
                </a:lnTo>
                <a:lnTo>
                  <a:pt x="743000" y="296976"/>
                </a:lnTo>
                <a:lnTo>
                  <a:pt x="763320" y="336080"/>
                </a:lnTo>
                <a:lnTo>
                  <a:pt x="779589" y="377380"/>
                </a:lnTo>
                <a:lnTo>
                  <a:pt x="791540" y="420611"/>
                </a:lnTo>
                <a:lnTo>
                  <a:pt x="798906" y="465518"/>
                </a:lnTo>
                <a:lnTo>
                  <a:pt x="801420" y="511822"/>
                </a:lnTo>
                <a:lnTo>
                  <a:pt x="801420" y="609917"/>
                </a:lnTo>
                <a:lnTo>
                  <a:pt x="556298" y="690956"/>
                </a:lnTo>
                <a:lnTo>
                  <a:pt x="548309" y="687832"/>
                </a:lnTo>
                <a:lnTo>
                  <a:pt x="540321" y="685101"/>
                </a:lnTo>
                <a:lnTo>
                  <a:pt x="532320" y="683158"/>
                </a:lnTo>
                <a:lnTo>
                  <a:pt x="524332" y="682434"/>
                </a:lnTo>
                <a:lnTo>
                  <a:pt x="499046" y="687324"/>
                </a:lnTo>
                <a:lnTo>
                  <a:pt x="478764" y="700824"/>
                </a:lnTo>
                <a:lnTo>
                  <a:pt x="465277" y="721118"/>
                </a:lnTo>
                <a:lnTo>
                  <a:pt x="460387" y="746404"/>
                </a:lnTo>
                <a:lnTo>
                  <a:pt x="465277" y="771702"/>
                </a:lnTo>
                <a:lnTo>
                  <a:pt x="478764" y="791997"/>
                </a:lnTo>
                <a:lnTo>
                  <a:pt x="499046" y="805484"/>
                </a:lnTo>
                <a:lnTo>
                  <a:pt x="524332" y="810387"/>
                </a:lnTo>
                <a:lnTo>
                  <a:pt x="542950" y="807681"/>
                </a:lnTo>
                <a:lnTo>
                  <a:pt x="559765" y="799985"/>
                </a:lnTo>
                <a:lnTo>
                  <a:pt x="573786" y="787895"/>
                </a:lnTo>
                <a:lnTo>
                  <a:pt x="584009" y="771994"/>
                </a:lnTo>
                <a:lnTo>
                  <a:pt x="826998" y="690956"/>
                </a:lnTo>
                <a:lnTo>
                  <a:pt x="922909" y="658977"/>
                </a:lnTo>
                <a:lnTo>
                  <a:pt x="950480" y="631977"/>
                </a:lnTo>
                <a:lnTo>
                  <a:pt x="952754" y="618451"/>
                </a:lnTo>
                <a:lnTo>
                  <a:pt x="952754" y="426516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799600" y="4637278"/>
            <a:ext cx="4850765" cy="1494790"/>
            <a:chOff x="6799600" y="4637278"/>
            <a:chExt cx="4850765" cy="1494790"/>
          </a:xfrm>
        </p:grpSpPr>
        <p:sp>
          <p:nvSpPr>
            <p:cNvPr id="36" name="object 36"/>
            <p:cNvSpPr/>
            <p:nvPr/>
          </p:nvSpPr>
          <p:spPr>
            <a:xfrm>
              <a:off x="9689406" y="5790443"/>
              <a:ext cx="1961514" cy="128270"/>
            </a:xfrm>
            <a:custGeom>
              <a:avLst/>
              <a:gdLst/>
              <a:ahLst/>
              <a:cxnLst/>
              <a:rect l="l" t="t" r="r" b="b"/>
              <a:pathLst>
                <a:path w="1961515" h="128270">
                  <a:moveTo>
                    <a:pt x="1960926" y="0"/>
                  </a:moveTo>
                  <a:lnTo>
                    <a:pt x="1108349" y="0"/>
                  </a:lnTo>
                  <a:lnTo>
                    <a:pt x="1106817" y="30056"/>
                  </a:lnTo>
                  <a:lnTo>
                    <a:pt x="1095760" y="41119"/>
                  </a:lnTo>
                  <a:lnTo>
                    <a:pt x="865165" y="41119"/>
                  </a:lnTo>
                  <a:lnTo>
                    <a:pt x="854108" y="30056"/>
                  </a:lnTo>
                  <a:lnTo>
                    <a:pt x="852576" y="0"/>
                  </a:lnTo>
                  <a:lnTo>
                    <a:pt x="0" y="0"/>
                  </a:lnTo>
                  <a:lnTo>
                    <a:pt x="0" y="42652"/>
                  </a:lnTo>
                  <a:lnTo>
                    <a:pt x="6727" y="75774"/>
                  </a:lnTo>
                  <a:lnTo>
                    <a:pt x="25044" y="102898"/>
                  </a:lnTo>
                  <a:lnTo>
                    <a:pt x="52153" y="121225"/>
                  </a:lnTo>
                  <a:lnTo>
                    <a:pt x="85257" y="127956"/>
                  </a:lnTo>
                  <a:lnTo>
                    <a:pt x="1875668" y="127956"/>
                  </a:lnTo>
                  <a:lnTo>
                    <a:pt x="1908772" y="121225"/>
                  </a:lnTo>
                  <a:lnTo>
                    <a:pt x="1935881" y="102898"/>
                  </a:lnTo>
                  <a:lnTo>
                    <a:pt x="1954198" y="75774"/>
                  </a:lnTo>
                  <a:lnTo>
                    <a:pt x="1960926" y="42652"/>
                  </a:lnTo>
                  <a:lnTo>
                    <a:pt x="1960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6799600" y="5449225"/>
              <a:ext cx="1364615" cy="682625"/>
            </a:xfrm>
            <a:custGeom>
              <a:avLst/>
              <a:gdLst/>
              <a:ahLst/>
              <a:cxnLst/>
              <a:rect l="l" t="t" r="r" b="b"/>
              <a:pathLst>
                <a:path w="1364615" h="682625">
                  <a:moveTo>
                    <a:pt x="682061" y="0"/>
                  </a:moveTo>
                  <a:lnTo>
                    <a:pt x="588277" y="5371"/>
                  </a:lnTo>
                  <a:lnTo>
                    <a:pt x="494494" y="20220"/>
                  </a:lnTo>
                  <a:lnTo>
                    <a:pt x="400710" y="42652"/>
                  </a:lnTo>
                  <a:lnTo>
                    <a:pt x="349630" y="58793"/>
                  </a:lnTo>
                  <a:lnTo>
                    <a:pt x="249260" y="99281"/>
                  </a:lnTo>
                  <a:lnTo>
                    <a:pt x="154259" y="148723"/>
                  </a:lnTo>
                  <a:lnTo>
                    <a:pt x="68206" y="204730"/>
                  </a:lnTo>
                  <a:lnTo>
                    <a:pt x="39564" y="233254"/>
                  </a:lnTo>
                  <a:lnTo>
                    <a:pt x="18117" y="266576"/>
                  </a:lnTo>
                  <a:lnTo>
                    <a:pt x="4662" y="303097"/>
                  </a:lnTo>
                  <a:lnTo>
                    <a:pt x="0" y="341218"/>
                  </a:lnTo>
                  <a:lnTo>
                    <a:pt x="0" y="682436"/>
                  </a:lnTo>
                  <a:lnTo>
                    <a:pt x="1364122" y="682436"/>
                  </a:lnTo>
                  <a:lnTo>
                    <a:pt x="1364122" y="341218"/>
                  </a:lnTo>
                  <a:lnTo>
                    <a:pt x="1359459" y="303097"/>
                  </a:lnTo>
                  <a:lnTo>
                    <a:pt x="1346005" y="266576"/>
                  </a:lnTo>
                  <a:lnTo>
                    <a:pt x="1324557" y="233254"/>
                  </a:lnTo>
                  <a:lnTo>
                    <a:pt x="1295916" y="204730"/>
                  </a:lnTo>
                  <a:lnTo>
                    <a:pt x="1254232" y="173369"/>
                  </a:lnTo>
                  <a:lnTo>
                    <a:pt x="1209863" y="144992"/>
                  </a:lnTo>
                  <a:lnTo>
                    <a:pt x="1163257" y="119451"/>
                  </a:lnTo>
                  <a:lnTo>
                    <a:pt x="1114861" y="96595"/>
                  </a:lnTo>
                  <a:lnTo>
                    <a:pt x="1014491" y="58345"/>
                  </a:lnTo>
                  <a:lnTo>
                    <a:pt x="920072" y="30606"/>
                  </a:lnTo>
                  <a:lnTo>
                    <a:pt x="829130" y="11729"/>
                  </a:lnTo>
                  <a:lnTo>
                    <a:pt x="732505" y="1382"/>
                  </a:lnTo>
                  <a:lnTo>
                    <a:pt x="682061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8179308" y="4643628"/>
              <a:ext cx="1685925" cy="1346200"/>
            </a:xfrm>
            <a:custGeom>
              <a:avLst/>
              <a:gdLst/>
              <a:ahLst/>
              <a:cxnLst/>
              <a:rect l="l" t="t" r="r" b="b"/>
              <a:pathLst>
                <a:path w="1685925" h="1346200">
                  <a:moveTo>
                    <a:pt x="1012698" y="0"/>
                  </a:moveTo>
                  <a:lnTo>
                    <a:pt x="1012698" y="336423"/>
                  </a:lnTo>
                  <a:lnTo>
                    <a:pt x="0" y="336423"/>
                  </a:lnTo>
                  <a:lnTo>
                    <a:pt x="0" y="1009269"/>
                  </a:lnTo>
                  <a:lnTo>
                    <a:pt x="1012698" y="1009269"/>
                  </a:lnTo>
                  <a:lnTo>
                    <a:pt x="1012698" y="1345692"/>
                  </a:lnTo>
                  <a:lnTo>
                    <a:pt x="1685544" y="672846"/>
                  </a:lnTo>
                  <a:lnTo>
                    <a:pt x="101269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8179308" y="4643628"/>
              <a:ext cx="1685925" cy="1346200"/>
            </a:xfrm>
            <a:custGeom>
              <a:avLst/>
              <a:gdLst/>
              <a:ahLst/>
              <a:cxnLst/>
              <a:rect l="l" t="t" r="r" b="b"/>
              <a:pathLst>
                <a:path w="1685925" h="1346200">
                  <a:moveTo>
                    <a:pt x="0" y="336423"/>
                  </a:moveTo>
                  <a:lnTo>
                    <a:pt x="1012698" y="336423"/>
                  </a:lnTo>
                  <a:lnTo>
                    <a:pt x="1012698" y="0"/>
                  </a:lnTo>
                  <a:lnTo>
                    <a:pt x="1685544" y="672846"/>
                  </a:lnTo>
                  <a:lnTo>
                    <a:pt x="1012698" y="1345692"/>
                  </a:lnTo>
                  <a:lnTo>
                    <a:pt x="1012698" y="1009269"/>
                  </a:lnTo>
                  <a:lnTo>
                    <a:pt x="0" y="1009269"/>
                  </a:lnTo>
                  <a:lnTo>
                    <a:pt x="0" y="336423"/>
                  </a:lnTo>
                  <a:close/>
                </a:path>
              </a:pathLst>
            </a:custGeom>
            <a:ln w="12699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680831" y="5152771"/>
            <a:ext cx="350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VM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423153" y="16519"/>
            <a:ext cx="827405" cy="976630"/>
          </a:xfrm>
          <a:custGeom>
            <a:avLst/>
            <a:gdLst/>
            <a:ahLst/>
            <a:cxnLst/>
            <a:rect l="l" t="t" r="r" b="b"/>
            <a:pathLst>
              <a:path w="827404" h="976630">
                <a:moveTo>
                  <a:pt x="413607" y="0"/>
                </a:moveTo>
                <a:lnTo>
                  <a:pt x="365394" y="2857"/>
                </a:lnTo>
                <a:lnTo>
                  <a:pt x="318390" y="11108"/>
                </a:lnTo>
                <a:lnTo>
                  <a:pt x="273482" y="24413"/>
                </a:lnTo>
                <a:lnTo>
                  <a:pt x="230956" y="42452"/>
                </a:lnTo>
                <a:lnTo>
                  <a:pt x="191101" y="64901"/>
                </a:lnTo>
                <a:lnTo>
                  <a:pt x="154203" y="91440"/>
                </a:lnTo>
                <a:lnTo>
                  <a:pt x="120551" y="121745"/>
                </a:lnTo>
                <a:lnTo>
                  <a:pt x="90432" y="155496"/>
                </a:lnTo>
                <a:lnTo>
                  <a:pt x="64133" y="192369"/>
                </a:lnTo>
                <a:lnTo>
                  <a:pt x="41941" y="232043"/>
                </a:lnTo>
                <a:lnTo>
                  <a:pt x="24144" y="274196"/>
                </a:lnTo>
                <a:lnTo>
                  <a:pt x="11030" y="318506"/>
                </a:lnTo>
                <a:lnTo>
                  <a:pt x="2886" y="364651"/>
                </a:lnTo>
                <a:lnTo>
                  <a:pt x="0" y="412309"/>
                </a:lnTo>
                <a:lnTo>
                  <a:pt x="194567" y="412309"/>
                </a:lnTo>
                <a:lnTo>
                  <a:pt x="200340" y="362109"/>
                </a:lnTo>
                <a:lnTo>
                  <a:pt x="216797" y="316026"/>
                </a:lnTo>
                <a:lnTo>
                  <a:pt x="242624" y="275374"/>
                </a:lnTo>
                <a:lnTo>
                  <a:pt x="276507" y="241468"/>
                </a:lnTo>
                <a:lnTo>
                  <a:pt x="317133" y="215622"/>
                </a:lnTo>
                <a:lnTo>
                  <a:pt x="363189" y="199150"/>
                </a:lnTo>
                <a:lnTo>
                  <a:pt x="413360" y="193368"/>
                </a:lnTo>
                <a:lnTo>
                  <a:pt x="463532" y="199150"/>
                </a:lnTo>
                <a:lnTo>
                  <a:pt x="509588" y="215619"/>
                </a:lnTo>
                <a:lnTo>
                  <a:pt x="550216" y="241462"/>
                </a:lnTo>
                <a:lnTo>
                  <a:pt x="584102" y="275366"/>
                </a:lnTo>
                <a:lnTo>
                  <a:pt x="609934" y="316015"/>
                </a:lnTo>
                <a:lnTo>
                  <a:pt x="626398" y="362096"/>
                </a:lnTo>
                <a:lnTo>
                  <a:pt x="632181" y="412295"/>
                </a:lnTo>
                <a:lnTo>
                  <a:pt x="627639" y="456691"/>
                </a:lnTo>
                <a:lnTo>
                  <a:pt x="614450" y="498627"/>
                </a:lnTo>
                <a:lnTo>
                  <a:pt x="593272" y="536916"/>
                </a:lnTo>
                <a:lnTo>
                  <a:pt x="564761" y="570371"/>
                </a:lnTo>
                <a:lnTo>
                  <a:pt x="529574" y="597804"/>
                </a:lnTo>
                <a:lnTo>
                  <a:pt x="487585" y="626929"/>
                </a:lnTo>
                <a:lnTo>
                  <a:pt x="449609" y="660257"/>
                </a:lnTo>
                <a:lnTo>
                  <a:pt x="415884" y="697367"/>
                </a:lnTo>
                <a:lnTo>
                  <a:pt x="386646" y="737843"/>
                </a:lnTo>
                <a:lnTo>
                  <a:pt x="362131" y="781264"/>
                </a:lnTo>
                <a:lnTo>
                  <a:pt x="342576" y="827213"/>
                </a:lnTo>
                <a:lnTo>
                  <a:pt x="328218" y="875271"/>
                </a:lnTo>
                <a:lnTo>
                  <a:pt x="319293" y="925020"/>
                </a:lnTo>
                <a:lnTo>
                  <a:pt x="316037" y="976040"/>
                </a:lnTo>
                <a:lnTo>
                  <a:pt x="510604" y="976040"/>
                </a:lnTo>
                <a:lnTo>
                  <a:pt x="516629" y="924554"/>
                </a:lnTo>
                <a:lnTo>
                  <a:pt x="532686" y="876090"/>
                </a:lnTo>
                <a:lnTo>
                  <a:pt x="557985" y="832023"/>
                </a:lnTo>
                <a:lnTo>
                  <a:pt x="591738" y="793730"/>
                </a:lnTo>
                <a:lnTo>
                  <a:pt x="671794" y="735263"/>
                </a:lnTo>
                <a:lnTo>
                  <a:pt x="706603" y="704122"/>
                </a:lnTo>
                <a:lnTo>
                  <a:pt x="737390" y="669565"/>
                </a:lnTo>
                <a:lnTo>
                  <a:pt x="763962" y="631992"/>
                </a:lnTo>
                <a:lnTo>
                  <a:pt x="786126" y="591803"/>
                </a:lnTo>
                <a:lnTo>
                  <a:pt x="803691" y="549399"/>
                </a:lnTo>
                <a:lnTo>
                  <a:pt x="816463" y="505179"/>
                </a:lnTo>
                <a:lnTo>
                  <a:pt x="824250" y="459544"/>
                </a:lnTo>
                <a:lnTo>
                  <a:pt x="826860" y="412893"/>
                </a:lnTo>
                <a:lnTo>
                  <a:pt x="824100" y="365628"/>
                </a:lnTo>
                <a:lnTo>
                  <a:pt x="815734" y="318034"/>
                </a:lnTo>
                <a:lnTo>
                  <a:pt x="802237" y="272686"/>
                </a:lnTo>
                <a:lnTo>
                  <a:pt x="783954" y="229855"/>
                </a:lnTo>
                <a:lnTo>
                  <a:pt x="761229" y="189814"/>
                </a:lnTo>
                <a:lnTo>
                  <a:pt x="734406" y="152837"/>
                </a:lnTo>
                <a:lnTo>
                  <a:pt x="703829" y="119195"/>
                </a:lnTo>
                <a:lnTo>
                  <a:pt x="669843" y="89161"/>
                </a:lnTo>
                <a:lnTo>
                  <a:pt x="632792" y="63008"/>
                </a:lnTo>
                <a:lnTo>
                  <a:pt x="593020" y="41009"/>
                </a:lnTo>
                <a:lnTo>
                  <a:pt x="550871" y="23436"/>
                </a:lnTo>
                <a:lnTo>
                  <a:pt x="506690" y="10561"/>
                </a:lnTo>
                <a:lnTo>
                  <a:pt x="460821" y="2658"/>
                </a:lnTo>
                <a:lnTo>
                  <a:pt x="413607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495557" y="1548345"/>
            <a:ext cx="946150" cy="1212850"/>
            <a:chOff x="6495557" y="1548345"/>
            <a:chExt cx="946150" cy="1212850"/>
          </a:xfrm>
        </p:grpSpPr>
        <p:sp>
          <p:nvSpPr>
            <p:cNvPr id="43" name="object 43"/>
            <p:cNvSpPr/>
            <p:nvPr/>
          </p:nvSpPr>
          <p:spPr>
            <a:xfrm>
              <a:off x="6495557" y="1548345"/>
              <a:ext cx="826769" cy="945515"/>
            </a:xfrm>
            <a:custGeom>
              <a:avLst/>
              <a:gdLst/>
              <a:ahLst/>
              <a:cxnLst/>
              <a:rect l="l" t="t" r="r" b="b"/>
              <a:pathLst>
                <a:path w="826770" h="945514">
                  <a:moveTo>
                    <a:pt x="199800" y="59288"/>
                  </a:moveTo>
                  <a:lnTo>
                    <a:pt x="160002" y="86640"/>
                  </a:lnTo>
                  <a:lnTo>
                    <a:pt x="124025" y="117985"/>
                  </a:lnTo>
                  <a:lnTo>
                    <a:pt x="92454" y="152575"/>
                  </a:lnTo>
                  <a:lnTo>
                    <a:pt x="65367" y="189985"/>
                  </a:lnTo>
                  <a:lnTo>
                    <a:pt x="42845" y="229793"/>
                  </a:lnTo>
                  <a:lnTo>
                    <a:pt x="24968" y="271572"/>
                  </a:lnTo>
                  <a:lnTo>
                    <a:pt x="11815" y="314900"/>
                  </a:lnTo>
                  <a:lnTo>
                    <a:pt x="3465" y="359352"/>
                  </a:lnTo>
                  <a:lnTo>
                    <a:pt x="0" y="404505"/>
                  </a:lnTo>
                  <a:lnTo>
                    <a:pt x="1497" y="449933"/>
                  </a:lnTo>
                  <a:lnTo>
                    <a:pt x="8038" y="495212"/>
                  </a:lnTo>
                  <a:lnTo>
                    <a:pt x="19701" y="539919"/>
                  </a:lnTo>
                  <a:lnTo>
                    <a:pt x="36567" y="583630"/>
                  </a:lnTo>
                  <a:lnTo>
                    <a:pt x="58715" y="625919"/>
                  </a:lnTo>
                  <a:lnTo>
                    <a:pt x="225279" y="525408"/>
                  </a:lnTo>
                  <a:lnTo>
                    <a:pt x="204289" y="479451"/>
                  </a:lnTo>
                  <a:lnTo>
                    <a:pt x="194571" y="431499"/>
                  </a:lnTo>
                  <a:lnTo>
                    <a:pt x="195680" y="383356"/>
                  </a:lnTo>
                  <a:lnTo>
                    <a:pt x="207171" y="336826"/>
                  </a:lnTo>
                  <a:lnTo>
                    <a:pt x="228598" y="293713"/>
                  </a:lnTo>
                  <a:lnTo>
                    <a:pt x="259516" y="255821"/>
                  </a:lnTo>
                  <a:lnTo>
                    <a:pt x="299480" y="224952"/>
                  </a:lnTo>
                  <a:lnTo>
                    <a:pt x="345417" y="203984"/>
                  </a:lnTo>
                  <a:lnTo>
                    <a:pt x="393353" y="194291"/>
                  </a:lnTo>
                  <a:lnTo>
                    <a:pt x="441483" y="195427"/>
                  </a:lnTo>
                  <a:lnTo>
                    <a:pt x="488006" y="206945"/>
                  </a:lnTo>
                  <a:lnTo>
                    <a:pt x="531119" y="228400"/>
                  </a:lnTo>
                  <a:lnTo>
                    <a:pt x="569018" y="259344"/>
                  </a:lnTo>
                  <a:lnTo>
                    <a:pt x="599902" y="299330"/>
                  </a:lnTo>
                  <a:lnTo>
                    <a:pt x="618947" y="339682"/>
                  </a:lnTo>
                  <a:lnTo>
                    <a:pt x="629320" y="382396"/>
                  </a:lnTo>
                  <a:lnTo>
                    <a:pt x="630970" y="426115"/>
                  </a:lnTo>
                  <a:lnTo>
                    <a:pt x="623845" y="469483"/>
                  </a:lnTo>
                  <a:lnTo>
                    <a:pt x="607894" y="511145"/>
                  </a:lnTo>
                  <a:lnTo>
                    <a:pt x="586994" y="557769"/>
                  </a:lnTo>
                  <a:lnTo>
                    <a:pt x="571701" y="605917"/>
                  </a:lnTo>
                  <a:lnTo>
                    <a:pt x="562001" y="655109"/>
                  </a:lnTo>
                  <a:lnTo>
                    <a:pt x="557880" y="704863"/>
                  </a:lnTo>
                  <a:lnTo>
                    <a:pt x="559324" y="754699"/>
                  </a:lnTo>
                  <a:lnTo>
                    <a:pt x="566320" y="804136"/>
                  </a:lnTo>
                  <a:lnTo>
                    <a:pt x="578855" y="852695"/>
                  </a:lnTo>
                  <a:lnTo>
                    <a:pt x="596913" y="899894"/>
                  </a:lnTo>
                  <a:lnTo>
                    <a:pt x="620483" y="945253"/>
                  </a:lnTo>
                  <a:lnTo>
                    <a:pt x="787046" y="844742"/>
                  </a:lnTo>
                  <a:lnTo>
                    <a:pt x="765607" y="797554"/>
                  </a:lnTo>
                  <a:lnTo>
                    <a:pt x="754317" y="747770"/>
                  </a:lnTo>
                  <a:lnTo>
                    <a:pt x="753210" y="696976"/>
                  </a:lnTo>
                  <a:lnTo>
                    <a:pt x="762324" y="646759"/>
                  </a:lnTo>
                  <a:lnTo>
                    <a:pt x="800654" y="555350"/>
                  </a:lnTo>
                  <a:lnTo>
                    <a:pt x="814366" y="510709"/>
                  </a:lnTo>
                  <a:lnTo>
                    <a:pt x="822870" y="465222"/>
                  </a:lnTo>
                  <a:lnTo>
                    <a:pt x="826208" y="419330"/>
                  </a:lnTo>
                  <a:lnTo>
                    <a:pt x="824421" y="373476"/>
                  </a:lnTo>
                  <a:lnTo>
                    <a:pt x="817552" y="328101"/>
                  </a:lnTo>
                  <a:lnTo>
                    <a:pt x="805642" y="283647"/>
                  </a:lnTo>
                  <a:lnTo>
                    <a:pt x="788734" y="240558"/>
                  </a:lnTo>
                  <a:lnTo>
                    <a:pt x="766870" y="199273"/>
                  </a:lnTo>
                  <a:lnTo>
                    <a:pt x="740090" y="160236"/>
                  </a:lnTo>
                  <a:lnTo>
                    <a:pt x="708342" y="123814"/>
                  </a:lnTo>
                  <a:lnTo>
                    <a:pt x="673361" y="91965"/>
                  </a:lnTo>
                  <a:lnTo>
                    <a:pt x="635583" y="64744"/>
                  </a:lnTo>
                  <a:lnTo>
                    <a:pt x="595445" y="42206"/>
                  </a:lnTo>
                  <a:lnTo>
                    <a:pt x="553380" y="24407"/>
                  </a:lnTo>
                  <a:lnTo>
                    <a:pt x="509825" y="11402"/>
                  </a:lnTo>
                  <a:lnTo>
                    <a:pt x="465216" y="3248"/>
                  </a:lnTo>
                  <a:lnTo>
                    <a:pt x="419987" y="0"/>
                  </a:lnTo>
                  <a:lnTo>
                    <a:pt x="374575" y="1712"/>
                  </a:lnTo>
                  <a:lnTo>
                    <a:pt x="329414" y="8442"/>
                  </a:lnTo>
                  <a:lnTo>
                    <a:pt x="284941" y="20244"/>
                  </a:lnTo>
                  <a:lnTo>
                    <a:pt x="241591" y="37174"/>
                  </a:lnTo>
                  <a:lnTo>
                    <a:pt x="199800" y="5928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04056" y="2524452"/>
              <a:ext cx="237644" cy="236460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6173587" y="3026172"/>
            <a:ext cx="907415" cy="1234440"/>
            <a:chOff x="6173587" y="3026172"/>
            <a:chExt cx="907415" cy="1234440"/>
          </a:xfrm>
        </p:grpSpPr>
        <p:sp>
          <p:nvSpPr>
            <p:cNvPr id="46" name="object 46"/>
            <p:cNvSpPr/>
            <p:nvPr/>
          </p:nvSpPr>
          <p:spPr>
            <a:xfrm>
              <a:off x="6173587" y="3026172"/>
              <a:ext cx="826135" cy="956310"/>
            </a:xfrm>
            <a:custGeom>
              <a:avLst/>
              <a:gdLst/>
              <a:ahLst/>
              <a:cxnLst/>
              <a:rect l="l" t="t" r="r" b="b"/>
              <a:pathLst>
                <a:path w="826134" h="956310">
                  <a:moveTo>
                    <a:pt x="219729" y="47762"/>
                  </a:moveTo>
                  <a:lnTo>
                    <a:pt x="178471" y="72858"/>
                  </a:lnTo>
                  <a:lnTo>
                    <a:pt x="140806" y="102153"/>
                  </a:lnTo>
                  <a:lnTo>
                    <a:pt x="107359" y="134932"/>
                  </a:lnTo>
                  <a:lnTo>
                    <a:pt x="78233" y="170778"/>
                  </a:lnTo>
                  <a:lnTo>
                    <a:pt x="53531" y="209270"/>
                  </a:lnTo>
                  <a:lnTo>
                    <a:pt x="33357" y="249991"/>
                  </a:lnTo>
                  <a:lnTo>
                    <a:pt x="17814" y="292520"/>
                  </a:lnTo>
                  <a:lnTo>
                    <a:pt x="7004" y="336438"/>
                  </a:lnTo>
                  <a:lnTo>
                    <a:pt x="1032" y="381328"/>
                  </a:lnTo>
                  <a:lnTo>
                    <a:pt x="0" y="426769"/>
                  </a:lnTo>
                  <a:lnTo>
                    <a:pt x="4011" y="472342"/>
                  </a:lnTo>
                  <a:lnTo>
                    <a:pt x="13169" y="517629"/>
                  </a:lnTo>
                  <a:lnTo>
                    <a:pt x="27577" y="562210"/>
                  </a:lnTo>
                  <a:lnTo>
                    <a:pt x="47338" y="605666"/>
                  </a:lnTo>
                  <a:lnTo>
                    <a:pt x="219236" y="514578"/>
                  </a:lnTo>
                  <a:lnTo>
                    <a:pt x="200835" y="467524"/>
                  </a:lnTo>
                  <a:lnTo>
                    <a:pt x="193800" y="419105"/>
                  </a:lnTo>
                  <a:lnTo>
                    <a:pt x="197586" y="371099"/>
                  </a:lnTo>
                  <a:lnTo>
                    <a:pt x="211648" y="325281"/>
                  </a:lnTo>
                  <a:lnTo>
                    <a:pt x="235440" y="283427"/>
                  </a:lnTo>
                  <a:lnTo>
                    <a:pt x="268419" y="247313"/>
                  </a:lnTo>
                  <a:lnTo>
                    <a:pt x="310038" y="218716"/>
                  </a:lnTo>
                  <a:lnTo>
                    <a:pt x="357071" y="200336"/>
                  </a:lnTo>
                  <a:lnTo>
                    <a:pt x="405471" y="193325"/>
                  </a:lnTo>
                  <a:lnTo>
                    <a:pt x="453464" y="197137"/>
                  </a:lnTo>
                  <a:lnTo>
                    <a:pt x="499274" y="211226"/>
                  </a:lnTo>
                  <a:lnTo>
                    <a:pt x="541126" y="235045"/>
                  </a:lnTo>
                  <a:lnTo>
                    <a:pt x="577245" y="268050"/>
                  </a:lnTo>
                  <a:lnTo>
                    <a:pt x="605856" y="309693"/>
                  </a:lnTo>
                  <a:lnTo>
                    <a:pt x="622627" y="351042"/>
                  </a:lnTo>
                  <a:lnTo>
                    <a:pt x="630608" y="394267"/>
                  </a:lnTo>
                  <a:lnTo>
                    <a:pt x="629822" y="438009"/>
                  </a:lnTo>
                  <a:lnTo>
                    <a:pt x="620295" y="480914"/>
                  </a:lnTo>
                  <a:lnTo>
                    <a:pt x="602051" y="521624"/>
                  </a:lnTo>
                  <a:lnTo>
                    <a:pt x="578590" y="567013"/>
                  </a:lnTo>
                  <a:lnTo>
                    <a:pt x="560641" y="614236"/>
                  </a:lnTo>
                  <a:lnTo>
                    <a:pt x="548219" y="662811"/>
                  </a:lnTo>
                  <a:lnTo>
                    <a:pt x="541337" y="712259"/>
                  </a:lnTo>
                  <a:lnTo>
                    <a:pt x="540006" y="762098"/>
                  </a:lnTo>
                  <a:lnTo>
                    <a:pt x="544241" y="811849"/>
                  </a:lnTo>
                  <a:lnTo>
                    <a:pt x="554055" y="861029"/>
                  </a:lnTo>
                  <a:lnTo>
                    <a:pt x="569459" y="909160"/>
                  </a:lnTo>
                  <a:lnTo>
                    <a:pt x="590468" y="955760"/>
                  </a:lnTo>
                  <a:lnTo>
                    <a:pt x="762366" y="864672"/>
                  </a:lnTo>
                  <a:lnTo>
                    <a:pt x="743585" y="816364"/>
                  </a:lnTo>
                  <a:lnTo>
                    <a:pt x="735082" y="766029"/>
                  </a:lnTo>
                  <a:lnTo>
                    <a:pt x="736804" y="715252"/>
                  </a:lnTo>
                  <a:lnTo>
                    <a:pt x="748697" y="665619"/>
                  </a:lnTo>
                  <a:lnTo>
                    <a:pt x="792053" y="576485"/>
                  </a:lnTo>
                  <a:lnTo>
                    <a:pt x="808228" y="532676"/>
                  </a:lnTo>
                  <a:lnTo>
                    <a:pt x="819249" y="487733"/>
                  </a:lnTo>
                  <a:lnTo>
                    <a:pt x="825135" y="442097"/>
                  </a:lnTo>
                  <a:lnTo>
                    <a:pt x="825902" y="396215"/>
                  </a:lnTo>
                  <a:lnTo>
                    <a:pt x="821568" y="350528"/>
                  </a:lnTo>
                  <a:lnTo>
                    <a:pt x="812151" y="305481"/>
                  </a:lnTo>
                  <a:lnTo>
                    <a:pt x="797666" y="261517"/>
                  </a:lnTo>
                  <a:lnTo>
                    <a:pt x="778132" y="219080"/>
                  </a:lnTo>
                  <a:lnTo>
                    <a:pt x="753566" y="178614"/>
                  </a:lnTo>
                  <a:lnTo>
                    <a:pt x="723893" y="140482"/>
                  </a:lnTo>
                  <a:lnTo>
                    <a:pt x="690738" y="106736"/>
                  </a:lnTo>
                  <a:lnTo>
                    <a:pt x="654534" y="77455"/>
                  </a:lnTo>
                  <a:lnTo>
                    <a:pt x="615711" y="52719"/>
                  </a:lnTo>
                  <a:lnTo>
                    <a:pt x="574702" y="32607"/>
                  </a:lnTo>
                  <a:lnTo>
                    <a:pt x="531938" y="17199"/>
                  </a:lnTo>
                  <a:lnTo>
                    <a:pt x="487852" y="6576"/>
                  </a:lnTo>
                  <a:lnTo>
                    <a:pt x="442874" y="816"/>
                  </a:lnTo>
                  <a:lnTo>
                    <a:pt x="397437" y="0"/>
                  </a:lnTo>
                  <a:lnTo>
                    <a:pt x="351972" y="4206"/>
                  </a:lnTo>
                  <a:lnTo>
                    <a:pt x="306911" y="13516"/>
                  </a:lnTo>
                  <a:lnTo>
                    <a:pt x="262686" y="28008"/>
                  </a:lnTo>
                  <a:lnTo>
                    <a:pt x="219729" y="47762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7" name="object 47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43371" y="4023209"/>
              <a:ext cx="237508" cy="236955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10520935" y="396536"/>
            <a:ext cx="935355" cy="1219200"/>
            <a:chOff x="10520935" y="396536"/>
            <a:chExt cx="935355" cy="1219200"/>
          </a:xfrm>
        </p:grpSpPr>
        <p:sp>
          <p:nvSpPr>
            <p:cNvPr id="49" name="object 49"/>
            <p:cNvSpPr/>
            <p:nvPr/>
          </p:nvSpPr>
          <p:spPr>
            <a:xfrm>
              <a:off x="10672635" y="396536"/>
              <a:ext cx="784225" cy="946785"/>
            </a:xfrm>
            <a:custGeom>
              <a:avLst/>
              <a:gdLst/>
              <a:ahLst/>
              <a:cxnLst/>
              <a:rect l="l" t="t" r="r" b="b"/>
              <a:pathLst>
                <a:path w="784225" h="946785">
                  <a:moveTo>
                    <a:pt x="581321" y="57556"/>
                  </a:moveTo>
                  <a:lnTo>
                    <a:pt x="538389" y="35445"/>
                  </a:lnTo>
                  <a:lnTo>
                    <a:pt x="493749" y="18589"/>
                  </a:lnTo>
                  <a:lnTo>
                    <a:pt x="448336" y="7150"/>
                  </a:lnTo>
                  <a:lnTo>
                    <a:pt x="402561" y="997"/>
                  </a:lnTo>
                  <a:lnTo>
                    <a:pt x="356835" y="0"/>
                  </a:lnTo>
                  <a:lnTo>
                    <a:pt x="311570" y="4027"/>
                  </a:lnTo>
                  <a:lnTo>
                    <a:pt x="267177" y="12948"/>
                  </a:lnTo>
                  <a:lnTo>
                    <a:pt x="224068" y="26633"/>
                  </a:lnTo>
                  <a:lnTo>
                    <a:pt x="182653" y="44952"/>
                  </a:lnTo>
                  <a:lnTo>
                    <a:pt x="143345" y="67773"/>
                  </a:lnTo>
                  <a:lnTo>
                    <a:pt x="106554" y="94966"/>
                  </a:lnTo>
                  <a:lnTo>
                    <a:pt x="72693" y="126401"/>
                  </a:lnTo>
                  <a:lnTo>
                    <a:pt x="42171" y="161947"/>
                  </a:lnTo>
                  <a:lnTo>
                    <a:pt x="15402" y="201474"/>
                  </a:lnTo>
                  <a:lnTo>
                    <a:pt x="182779" y="300625"/>
                  </a:lnTo>
                  <a:lnTo>
                    <a:pt x="213328" y="260382"/>
                  </a:lnTo>
                  <a:lnTo>
                    <a:pt x="250969" y="229125"/>
                  </a:lnTo>
                  <a:lnTo>
                    <a:pt x="293902" y="207315"/>
                  </a:lnTo>
                  <a:lnTo>
                    <a:pt x="340329" y="195414"/>
                  </a:lnTo>
                  <a:lnTo>
                    <a:pt x="388449" y="193883"/>
                  </a:lnTo>
                  <a:lnTo>
                    <a:pt x="436462" y="203183"/>
                  </a:lnTo>
                  <a:lnTo>
                    <a:pt x="482569" y="223776"/>
                  </a:lnTo>
                  <a:lnTo>
                    <a:pt x="522783" y="254317"/>
                  </a:lnTo>
                  <a:lnTo>
                    <a:pt x="554010" y="291955"/>
                  </a:lnTo>
                  <a:lnTo>
                    <a:pt x="575791" y="334890"/>
                  </a:lnTo>
                  <a:lnTo>
                    <a:pt x="587664" y="381324"/>
                  </a:lnTo>
                  <a:lnTo>
                    <a:pt x="589172" y="429456"/>
                  </a:lnTo>
                  <a:lnTo>
                    <a:pt x="579852" y="477488"/>
                  </a:lnTo>
                  <a:lnTo>
                    <a:pt x="559246" y="523619"/>
                  </a:lnTo>
                  <a:lnTo>
                    <a:pt x="532715" y="559496"/>
                  </a:lnTo>
                  <a:lnTo>
                    <a:pt x="499999" y="588851"/>
                  </a:lnTo>
                  <a:lnTo>
                    <a:pt x="462268" y="610997"/>
                  </a:lnTo>
                  <a:lnTo>
                    <a:pt x="420693" y="625247"/>
                  </a:lnTo>
                  <a:lnTo>
                    <a:pt x="376444" y="630916"/>
                  </a:lnTo>
                  <a:lnTo>
                    <a:pt x="325480" y="634573"/>
                  </a:lnTo>
                  <a:lnTo>
                    <a:pt x="275828" y="643891"/>
                  </a:lnTo>
                  <a:lnTo>
                    <a:pt x="227904" y="658630"/>
                  </a:lnTo>
                  <a:lnTo>
                    <a:pt x="182126" y="678549"/>
                  </a:lnTo>
                  <a:lnTo>
                    <a:pt x="138910" y="703410"/>
                  </a:lnTo>
                  <a:lnTo>
                    <a:pt x="98672" y="732973"/>
                  </a:lnTo>
                  <a:lnTo>
                    <a:pt x="61830" y="766998"/>
                  </a:lnTo>
                  <a:lnTo>
                    <a:pt x="28800" y="805246"/>
                  </a:lnTo>
                  <a:lnTo>
                    <a:pt x="0" y="847477"/>
                  </a:lnTo>
                  <a:lnTo>
                    <a:pt x="167377" y="946628"/>
                  </a:lnTo>
                  <a:lnTo>
                    <a:pt x="198797" y="905407"/>
                  </a:lnTo>
                  <a:lnTo>
                    <a:pt x="237307" y="871898"/>
                  </a:lnTo>
                  <a:lnTo>
                    <a:pt x="281527" y="846881"/>
                  </a:lnTo>
                  <a:lnTo>
                    <a:pt x="330077" y="831140"/>
                  </a:lnTo>
                  <a:lnTo>
                    <a:pt x="428740" y="821640"/>
                  </a:lnTo>
                  <a:lnTo>
                    <a:pt x="474554" y="812589"/>
                  </a:lnTo>
                  <a:lnTo>
                    <a:pt x="518649" y="798550"/>
                  </a:lnTo>
                  <a:lnTo>
                    <a:pt x="560654" y="779769"/>
                  </a:lnTo>
                  <a:lnTo>
                    <a:pt x="600201" y="756491"/>
                  </a:lnTo>
                  <a:lnTo>
                    <a:pt x="636920" y="728963"/>
                  </a:lnTo>
                  <a:lnTo>
                    <a:pt x="670442" y="697431"/>
                  </a:lnTo>
                  <a:lnTo>
                    <a:pt x="700397" y="662142"/>
                  </a:lnTo>
                  <a:lnTo>
                    <a:pt x="726415" y="623341"/>
                  </a:lnTo>
                  <a:lnTo>
                    <a:pt x="748127" y="581274"/>
                  </a:lnTo>
                  <a:lnTo>
                    <a:pt x="765183" y="536068"/>
                  </a:lnTo>
                  <a:lnTo>
                    <a:pt x="776682" y="490179"/>
                  </a:lnTo>
                  <a:lnTo>
                    <a:pt x="782780" y="444016"/>
                  </a:lnTo>
                  <a:lnTo>
                    <a:pt x="783635" y="397991"/>
                  </a:lnTo>
                  <a:lnTo>
                    <a:pt x="779404" y="352512"/>
                  </a:lnTo>
                  <a:lnTo>
                    <a:pt x="770244" y="307990"/>
                  </a:lnTo>
                  <a:lnTo>
                    <a:pt x="756313" y="264834"/>
                  </a:lnTo>
                  <a:lnTo>
                    <a:pt x="737767" y="223455"/>
                  </a:lnTo>
                  <a:lnTo>
                    <a:pt x="714763" y="184262"/>
                  </a:lnTo>
                  <a:lnTo>
                    <a:pt x="687460" y="147666"/>
                  </a:lnTo>
                  <a:lnTo>
                    <a:pt x="656014" y="114076"/>
                  </a:lnTo>
                  <a:lnTo>
                    <a:pt x="620582" y="83903"/>
                  </a:lnTo>
                  <a:lnTo>
                    <a:pt x="581321" y="57556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0" name="object 50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20935" y="1378733"/>
              <a:ext cx="237592" cy="236587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190" dirty="0"/>
              <a:t> </a:t>
            </a:r>
            <a:r>
              <a:rPr spc="-55" dirty="0"/>
              <a:t>Bluetooth</a:t>
            </a:r>
            <a:r>
              <a:rPr spc="-190" dirty="0"/>
              <a:t> </a:t>
            </a:r>
            <a:r>
              <a:rPr spc="-35" dirty="0"/>
              <a:t>Scanning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2344928"/>
            <a:ext cx="5926455" cy="1734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Follow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along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through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Lab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Manual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236220" lvl="0" indent="0" defTabSz="914400" eaLnBrk="1" fontAlgn="auto" latinLnBrk="0" hangingPunct="1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should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able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detect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(and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some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fellow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students)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4700981"/>
            <a:ext cx="575119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4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sure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note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device’s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address!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You’ll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using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lot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292842" y="3375405"/>
            <a:ext cx="770255" cy="1440815"/>
            <a:chOff x="10292842" y="3375405"/>
            <a:chExt cx="770255" cy="1440815"/>
          </a:xfrm>
        </p:grpSpPr>
        <p:sp>
          <p:nvSpPr>
            <p:cNvPr id="6" name="object 6"/>
            <p:cNvSpPr/>
            <p:nvPr/>
          </p:nvSpPr>
          <p:spPr>
            <a:xfrm>
              <a:off x="10299192" y="3381755"/>
              <a:ext cx="757555" cy="1428115"/>
            </a:xfrm>
            <a:custGeom>
              <a:avLst/>
              <a:gdLst/>
              <a:ahLst/>
              <a:cxnLst/>
              <a:rect l="l" t="t" r="r" b="b"/>
              <a:pathLst>
                <a:path w="757554" h="1428114">
                  <a:moveTo>
                    <a:pt x="378713" y="0"/>
                  </a:moveTo>
                  <a:lnTo>
                    <a:pt x="0" y="378714"/>
                  </a:lnTo>
                  <a:lnTo>
                    <a:pt x="189356" y="378714"/>
                  </a:lnTo>
                  <a:lnTo>
                    <a:pt x="189356" y="1427988"/>
                  </a:lnTo>
                  <a:lnTo>
                    <a:pt x="568071" y="1427988"/>
                  </a:lnTo>
                  <a:lnTo>
                    <a:pt x="568071" y="378714"/>
                  </a:lnTo>
                  <a:lnTo>
                    <a:pt x="757427" y="378714"/>
                  </a:lnTo>
                  <a:lnTo>
                    <a:pt x="378713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0299192" y="3381755"/>
              <a:ext cx="757555" cy="1428115"/>
            </a:xfrm>
            <a:custGeom>
              <a:avLst/>
              <a:gdLst/>
              <a:ahLst/>
              <a:cxnLst/>
              <a:rect l="l" t="t" r="r" b="b"/>
              <a:pathLst>
                <a:path w="757554" h="1428114">
                  <a:moveTo>
                    <a:pt x="189356" y="1427988"/>
                  </a:moveTo>
                  <a:lnTo>
                    <a:pt x="189356" y="378714"/>
                  </a:lnTo>
                  <a:lnTo>
                    <a:pt x="0" y="378714"/>
                  </a:lnTo>
                  <a:lnTo>
                    <a:pt x="378713" y="0"/>
                  </a:lnTo>
                  <a:lnTo>
                    <a:pt x="757427" y="378714"/>
                  </a:lnTo>
                  <a:lnTo>
                    <a:pt x="568071" y="378714"/>
                  </a:lnTo>
                  <a:lnTo>
                    <a:pt x="568071" y="1427988"/>
                  </a:lnTo>
                  <a:lnTo>
                    <a:pt x="189356" y="1427988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571606" y="3990933"/>
            <a:ext cx="254000" cy="4019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8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USB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28218" y="1107470"/>
            <a:ext cx="1367790" cy="2837180"/>
            <a:chOff x="8328218" y="1107470"/>
            <a:chExt cx="1367790" cy="2837180"/>
          </a:xfrm>
        </p:grpSpPr>
        <p:sp>
          <p:nvSpPr>
            <p:cNvPr id="10" name="object 10"/>
            <p:cNvSpPr/>
            <p:nvPr/>
          </p:nvSpPr>
          <p:spPr>
            <a:xfrm>
              <a:off x="8328218" y="1229257"/>
              <a:ext cx="1367790" cy="2715260"/>
            </a:xfrm>
            <a:custGeom>
              <a:avLst/>
              <a:gdLst/>
              <a:ahLst/>
              <a:cxnLst/>
              <a:rect l="l" t="t" r="r" b="b"/>
              <a:pathLst>
                <a:path w="1367790" h="2715260">
                  <a:moveTo>
                    <a:pt x="764036" y="1591707"/>
                  </a:moveTo>
                  <a:lnTo>
                    <a:pt x="571260" y="1591707"/>
                  </a:lnTo>
                  <a:lnTo>
                    <a:pt x="571260" y="2715246"/>
                  </a:lnTo>
                  <a:lnTo>
                    <a:pt x="1036790" y="2250399"/>
                  </a:lnTo>
                  <a:lnTo>
                    <a:pt x="764036" y="2250399"/>
                  </a:lnTo>
                  <a:lnTo>
                    <a:pt x="764036" y="1591707"/>
                  </a:lnTo>
                  <a:close/>
                </a:path>
                <a:path w="1367790" h="2715260">
                  <a:moveTo>
                    <a:pt x="1037457" y="1590099"/>
                  </a:moveTo>
                  <a:lnTo>
                    <a:pt x="764036" y="1590099"/>
                  </a:lnTo>
                  <a:lnTo>
                    <a:pt x="1094647" y="1920249"/>
                  </a:lnTo>
                  <a:lnTo>
                    <a:pt x="764036" y="2250399"/>
                  </a:lnTo>
                  <a:lnTo>
                    <a:pt x="1036790" y="2250399"/>
                  </a:lnTo>
                  <a:lnTo>
                    <a:pt x="1367425" y="1920249"/>
                  </a:lnTo>
                  <a:lnTo>
                    <a:pt x="1037457" y="1590099"/>
                  </a:lnTo>
                  <a:close/>
                </a:path>
                <a:path w="1367790" h="2715260">
                  <a:moveTo>
                    <a:pt x="136228" y="688375"/>
                  </a:moveTo>
                  <a:lnTo>
                    <a:pt x="0" y="824678"/>
                  </a:lnTo>
                  <a:lnTo>
                    <a:pt x="532704" y="1357676"/>
                  </a:lnTo>
                  <a:lnTo>
                    <a:pt x="0" y="1890674"/>
                  </a:lnTo>
                  <a:lnTo>
                    <a:pt x="136228" y="2026977"/>
                  </a:lnTo>
                  <a:lnTo>
                    <a:pt x="571260" y="1591707"/>
                  </a:lnTo>
                  <a:lnTo>
                    <a:pt x="764036" y="1591707"/>
                  </a:lnTo>
                  <a:lnTo>
                    <a:pt x="764036" y="1590099"/>
                  </a:lnTo>
                  <a:lnTo>
                    <a:pt x="1037457" y="1590099"/>
                  </a:lnTo>
                  <a:lnTo>
                    <a:pt x="805161" y="1357676"/>
                  </a:lnTo>
                  <a:lnTo>
                    <a:pt x="1036493" y="1126217"/>
                  </a:lnTo>
                  <a:lnTo>
                    <a:pt x="764036" y="1126217"/>
                  </a:lnTo>
                  <a:lnTo>
                    <a:pt x="764036" y="1123646"/>
                  </a:lnTo>
                  <a:lnTo>
                    <a:pt x="571260" y="1123646"/>
                  </a:lnTo>
                  <a:lnTo>
                    <a:pt x="136228" y="688375"/>
                  </a:lnTo>
                  <a:close/>
                </a:path>
                <a:path w="1367790" h="2715260">
                  <a:moveTo>
                    <a:pt x="1036834" y="464953"/>
                  </a:moveTo>
                  <a:lnTo>
                    <a:pt x="764036" y="464953"/>
                  </a:lnTo>
                  <a:lnTo>
                    <a:pt x="1094647" y="795103"/>
                  </a:lnTo>
                  <a:lnTo>
                    <a:pt x="764036" y="1126217"/>
                  </a:lnTo>
                  <a:lnTo>
                    <a:pt x="1036493" y="1126217"/>
                  </a:lnTo>
                  <a:lnTo>
                    <a:pt x="1367425" y="795103"/>
                  </a:lnTo>
                  <a:lnTo>
                    <a:pt x="1036834" y="464953"/>
                  </a:lnTo>
                  <a:close/>
                </a:path>
                <a:path w="1367790" h="2715260">
                  <a:moveTo>
                    <a:pt x="571259" y="0"/>
                  </a:moveTo>
                  <a:lnTo>
                    <a:pt x="571260" y="1123646"/>
                  </a:lnTo>
                  <a:lnTo>
                    <a:pt x="764036" y="1123646"/>
                  </a:lnTo>
                  <a:lnTo>
                    <a:pt x="764036" y="464953"/>
                  </a:lnTo>
                  <a:lnTo>
                    <a:pt x="1036834" y="464953"/>
                  </a:lnTo>
                  <a:lnTo>
                    <a:pt x="571259" y="0"/>
                  </a:lnTo>
                  <a:close/>
                </a:path>
              </a:pathLst>
            </a:custGeom>
            <a:solidFill>
              <a:srgbClr val="455FD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720652" y="1107470"/>
              <a:ext cx="237818" cy="238126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0219840" y="2756893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219840" y="266241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219840" y="285136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219840" y="3134791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219840" y="304031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219840" y="2945842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034235" y="3040317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1034235" y="3134791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034235" y="2945842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034235" y="266241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034235" y="2851368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034235" y="2756893"/>
            <a:ext cx="83185" cy="47625"/>
          </a:xfrm>
          <a:custGeom>
            <a:avLst/>
            <a:gdLst/>
            <a:ahLst/>
            <a:cxnLst/>
            <a:rect l="l" t="t" r="r" b="b"/>
            <a:pathLst>
              <a:path w="83184" h="47625">
                <a:moveTo>
                  <a:pt x="82619" y="0"/>
                </a:moveTo>
                <a:lnTo>
                  <a:pt x="0" y="0"/>
                </a:lnTo>
                <a:lnTo>
                  <a:pt x="0" y="47237"/>
                </a:lnTo>
                <a:lnTo>
                  <a:pt x="82619" y="47237"/>
                </a:lnTo>
                <a:lnTo>
                  <a:pt x="82619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691953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880798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786375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0597530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0408685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0503107" y="2473469"/>
            <a:ext cx="47625" cy="83185"/>
          </a:xfrm>
          <a:custGeom>
            <a:avLst/>
            <a:gdLst/>
            <a:ahLst/>
            <a:cxnLst/>
            <a:rect l="l" t="t" r="r" b="b"/>
            <a:pathLst>
              <a:path w="47625" h="83185">
                <a:moveTo>
                  <a:pt x="47211" y="0"/>
                </a:moveTo>
                <a:lnTo>
                  <a:pt x="0" y="0"/>
                </a:lnTo>
                <a:lnTo>
                  <a:pt x="0" y="82665"/>
                </a:lnTo>
                <a:lnTo>
                  <a:pt x="47211" y="82665"/>
                </a:lnTo>
                <a:lnTo>
                  <a:pt x="4721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945179" y="3288313"/>
            <a:ext cx="1449705" cy="2417445"/>
            <a:chOff x="9945179" y="3288313"/>
            <a:chExt cx="1449705" cy="2417445"/>
          </a:xfrm>
        </p:grpSpPr>
        <p:sp>
          <p:nvSpPr>
            <p:cNvPr id="31" name="object 31"/>
            <p:cNvSpPr/>
            <p:nvPr/>
          </p:nvSpPr>
          <p:spPr>
            <a:xfrm>
              <a:off x="10408679" y="3288322"/>
              <a:ext cx="519430" cy="83185"/>
            </a:xfrm>
            <a:custGeom>
              <a:avLst/>
              <a:gdLst/>
              <a:ahLst/>
              <a:cxnLst/>
              <a:rect l="l" t="t" r="r" b="b"/>
              <a:pathLst>
                <a:path w="519429" h="83185">
                  <a:moveTo>
                    <a:pt x="47218" y="82664"/>
                  </a:moveTo>
                  <a:lnTo>
                    <a:pt x="47205" y="0"/>
                  </a:lnTo>
                  <a:lnTo>
                    <a:pt x="0" y="0"/>
                  </a:lnTo>
                  <a:lnTo>
                    <a:pt x="0" y="82664"/>
                  </a:lnTo>
                  <a:lnTo>
                    <a:pt x="47218" y="82664"/>
                  </a:lnTo>
                  <a:close/>
                </a:path>
                <a:path w="519429" h="83185">
                  <a:moveTo>
                    <a:pt x="141630" y="0"/>
                  </a:moveTo>
                  <a:lnTo>
                    <a:pt x="94424" y="0"/>
                  </a:lnTo>
                  <a:lnTo>
                    <a:pt x="94424" y="82664"/>
                  </a:lnTo>
                  <a:lnTo>
                    <a:pt x="141630" y="82664"/>
                  </a:lnTo>
                  <a:lnTo>
                    <a:pt x="141630" y="0"/>
                  </a:lnTo>
                  <a:close/>
                </a:path>
                <a:path w="519429" h="83185">
                  <a:moveTo>
                    <a:pt x="236054" y="0"/>
                  </a:moveTo>
                  <a:lnTo>
                    <a:pt x="188849" y="0"/>
                  </a:lnTo>
                  <a:lnTo>
                    <a:pt x="188849" y="82664"/>
                  </a:lnTo>
                  <a:lnTo>
                    <a:pt x="236054" y="82664"/>
                  </a:lnTo>
                  <a:lnTo>
                    <a:pt x="236054" y="0"/>
                  </a:lnTo>
                  <a:close/>
                </a:path>
                <a:path w="519429" h="83185">
                  <a:moveTo>
                    <a:pt x="330479" y="0"/>
                  </a:moveTo>
                  <a:lnTo>
                    <a:pt x="283273" y="0"/>
                  </a:lnTo>
                  <a:lnTo>
                    <a:pt x="283273" y="82664"/>
                  </a:lnTo>
                  <a:lnTo>
                    <a:pt x="330479" y="82664"/>
                  </a:lnTo>
                  <a:lnTo>
                    <a:pt x="330479" y="0"/>
                  </a:lnTo>
                  <a:close/>
                </a:path>
                <a:path w="519429" h="83185">
                  <a:moveTo>
                    <a:pt x="424903" y="0"/>
                  </a:moveTo>
                  <a:lnTo>
                    <a:pt x="377685" y="0"/>
                  </a:lnTo>
                  <a:lnTo>
                    <a:pt x="377685" y="82664"/>
                  </a:lnTo>
                  <a:lnTo>
                    <a:pt x="424903" y="82664"/>
                  </a:lnTo>
                  <a:lnTo>
                    <a:pt x="424903" y="0"/>
                  </a:lnTo>
                  <a:close/>
                </a:path>
                <a:path w="519429" h="83185">
                  <a:moveTo>
                    <a:pt x="519328" y="0"/>
                  </a:moveTo>
                  <a:lnTo>
                    <a:pt x="472109" y="0"/>
                  </a:lnTo>
                  <a:lnTo>
                    <a:pt x="472109" y="82664"/>
                  </a:lnTo>
                  <a:lnTo>
                    <a:pt x="519328" y="82664"/>
                  </a:lnTo>
                  <a:lnTo>
                    <a:pt x="519328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9945179" y="4724136"/>
              <a:ext cx="1449705" cy="981075"/>
            </a:xfrm>
            <a:custGeom>
              <a:avLst/>
              <a:gdLst/>
              <a:ahLst/>
              <a:cxnLst/>
              <a:rect l="l" t="t" r="r" b="b"/>
              <a:pathLst>
                <a:path w="1449704" h="981075">
                  <a:moveTo>
                    <a:pt x="1364122" y="0"/>
                  </a:moveTo>
                  <a:lnTo>
                    <a:pt x="85257" y="0"/>
                  </a:lnTo>
                  <a:lnTo>
                    <a:pt x="52153" y="6731"/>
                  </a:lnTo>
                  <a:lnTo>
                    <a:pt x="25044" y="25058"/>
                  </a:lnTo>
                  <a:lnTo>
                    <a:pt x="6727" y="52182"/>
                  </a:lnTo>
                  <a:lnTo>
                    <a:pt x="0" y="85304"/>
                  </a:lnTo>
                  <a:lnTo>
                    <a:pt x="0" y="981002"/>
                  </a:lnTo>
                  <a:lnTo>
                    <a:pt x="1449380" y="981002"/>
                  </a:lnTo>
                  <a:lnTo>
                    <a:pt x="1449380" y="853045"/>
                  </a:lnTo>
                  <a:lnTo>
                    <a:pt x="127886" y="853045"/>
                  </a:lnTo>
                  <a:lnTo>
                    <a:pt x="127886" y="127956"/>
                  </a:lnTo>
                  <a:lnTo>
                    <a:pt x="1449380" y="127956"/>
                  </a:lnTo>
                  <a:lnTo>
                    <a:pt x="1449380" y="85304"/>
                  </a:lnTo>
                  <a:lnTo>
                    <a:pt x="1442652" y="52182"/>
                  </a:lnTo>
                  <a:lnTo>
                    <a:pt x="1424335" y="25058"/>
                  </a:lnTo>
                  <a:lnTo>
                    <a:pt x="1397226" y="6731"/>
                  </a:lnTo>
                  <a:lnTo>
                    <a:pt x="1364122" y="0"/>
                  </a:lnTo>
                  <a:close/>
                </a:path>
                <a:path w="1449704" h="981075">
                  <a:moveTo>
                    <a:pt x="1449380" y="127956"/>
                  </a:moveTo>
                  <a:lnTo>
                    <a:pt x="1321493" y="127956"/>
                  </a:lnTo>
                  <a:lnTo>
                    <a:pt x="1321493" y="853045"/>
                  </a:lnTo>
                  <a:lnTo>
                    <a:pt x="1449380" y="853045"/>
                  </a:lnTo>
                  <a:lnTo>
                    <a:pt x="1449380" y="1279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3" name="object 33"/>
          <p:cNvSpPr/>
          <p:nvPr/>
        </p:nvSpPr>
        <p:spPr>
          <a:xfrm>
            <a:off x="10349662" y="2603372"/>
            <a:ext cx="637540" cy="638175"/>
          </a:xfrm>
          <a:custGeom>
            <a:avLst/>
            <a:gdLst/>
            <a:ahLst/>
            <a:cxnLst/>
            <a:rect l="l" t="t" r="r" b="b"/>
            <a:pathLst>
              <a:path w="637540" h="638175">
                <a:moveTo>
                  <a:pt x="472122" y="165341"/>
                </a:moveTo>
                <a:lnTo>
                  <a:pt x="165239" y="165341"/>
                </a:lnTo>
                <a:lnTo>
                  <a:pt x="165239" y="472376"/>
                </a:lnTo>
                <a:lnTo>
                  <a:pt x="472122" y="472376"/>
                </a:lnTo>
                <a:lnTo>
                  <a:pt x="472122" y="165341"/>
                </a:lnTo>
                <a:close/>
              </a:path>
              <a:path w="637540" h="638175">
                <a:moveTo>
                  <a:pt x="637362" y="47244"/>
                </a:moveTo>
                <a:lnTo>
                  <a:pt x="633641" y="28854"/>
                </a:lnTo>
                <a:lnTo>
                  <a:pt x="623531" y="13843"/>
                </a:lnTo>
                <a:lnTo>
                  <a:pt x="608520" y="3721"/>
                </a:lnTo>
                <a:lnTo>
                  <a:pt x="590143" y="0"/>
                </a:lnTo>
                <a:lnTo>
                  <a:pt x="519328" y="0"/>
                </a:lnTo>
                <a:lnTo>
                  <a:pt x="519328" y="118097"/>
                </a:lnTo>
                <a:lnTo>
                  <a:pt x="519328" y="519620"/>
                </a:lnTo>
                <a:lnTo>
                  <a:pt x="118033" y="519620"/>
                </a:lnTo>
                <a:lnTo>
                  <a:pt x="118033" y="118097"/>
                </a:lnTo>
                <a:lnTo>
                  <a:pt x="519328" y="118097"/>
                </a:lnTo>
                <a:lnTo>
                  <a:pt x="519328" y="0"/>
                </a:lnTo>
                <a:lnTo>
                  <a:pt x="47218" y="0"/>
                </a:lnTo>
                <a:lnTo>
                  <a:pt x="28841" y="3721"/>
                </a:lnTo>
                <a:lnTo>
                  <a:pt x="13830" y="13843"/>
                </a:lnTo>
                <a:lnTo>
                  <a:pt x="3708" y="28854"/>
                </a:lnTo>
                <a:lnTo>
                  <a:pt x="0" y="47244"/>
                </a:lnTo>
                <a:lnTo>
                  <a:pt x="0" y="590473"/>
                </a:lnTo>
                <a:lnTo>
                  <a:pt x="3708" y="608863"/>
                </a:lnTo>
                <a:lnTo>
                  <a:pt x="13830" y="623874"/>
                </a:lnTo>
                <a:lnTo>
                  <a:pt x="28841" y="633996"/>
                </a:lnTo>
                <a:lnTo>
                  <a:pt x="47218" y="637705"/>
                </a:lnTo>
                <a:lnTo>
                  <a:pt x="590143" y="637705"/>
                </a:lnTo>
                <a:lnTo>
                  <a:pt x="608520" y="633996"/>
                </a:lnTo>
                <a:lnTo>
                  <a:pt x="623531" y="623874"/>
                </a:lnTo>
                <a:lnTo>
                  <a:pt x="633641" y="608863"/>
                </a:lnTo>
                <a:lnTo>
                  <a:pt x="637362" y="590473"/>
                </a:lnTo>
                <a:lnTo>
                  <a:pt x="637362" y="519620"/>
                </a:lnTo>
                <a:lnTo>
                  <a:pt x="637362" y="118097"/>
                </a:lnTo>
                <a:lnTo>
                  <a:pt x="637362" y="47244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106526" y="4510887"/>
            <a:ext cx="953135" cy="853440"/>
          </a:xfrm>
          <a:custGeom>
            <a:avLst/>
            <a:gdLst/>
            <a:ahLst/>
            <a:cxnLst/>
            <a:rect l="l" t="t" r="r" b="b"/>
            <a:pathLst>
              <a:path w="953134" h="853439">
                <a:moveTo>
                  <a:pt x="716153" y="511822"/>
                </a:moveTo>
                <a:lnTo>
                  <a:pt x="713028" y="465683"/>
                </a:lnTo>
                <a:lnTo>
                  <a:pt x="703922" y="421386"/>
                </a:lnTo>
                <a:lnTo>
                  <a:pt x="689254" y="379336"/>
                </a:lnTo>
                <a:lnTo>
                  <a:pt x="669429" y="339953"/>
                </a:lnTo>
                <a:lnTo>
                  <a:pt x="644867" y="303644"/>
                </a:lnTo>
                <a:lnTo>
                  <a:pt x="615975" y="270840"/>
                </a:lnTo>
                <a:lnTo>
                  <a:pt x="583196" y="241935"/>
                </a:lnTo>
                <a:lnTo>
                  <a:pt x="546912" y="217360"/>
                </a:lnTo>
                <a:lnTo>
                  <a:pt x="507542" y="197523"/>
                </a:lnTo>
                <a:lnTo>
                  <a:pt x="465518" y="182841"/>
                </a:lnTo>
                <a:lnTo>
                  <a:pt x="421246" y="173736"/>
                </a:lnTo>
                <a:lnTo>
                  <a:pt x="375132" y="170599"/>
                </a:lnTo>
                <a:lnTo>
                  <a:pt x="329018" y="173736"/>
                </a:lnTo>
                <a:lnTo>
                  <a:pt x="284734" y="182841"/>
                </a:lnTo>
                <a:lnTo>
                  <a:pt x="242709" y="197523"/>
                </a:lnTo>
                <a:lnTo>
                  <a:pt x="203352" y="217360"/>
                </a:lnTo>
                <a:lnTo>
                  <a:pt x="167068" y="241935"/>
                </a:lnTo>
                <a:lnTo>
                  <a:pt x="134277" y="270840"/>
                </a:lnTo>
                <a:lnTo>
                  <a:pt x="105397" y="303644"/>
                </a:lnTo>
                <a:lnTo>
                  <a:pt x="80835" y="339953"/>
                </a:lnTo>
                <a:lnTo>
                  <a:pt x="61010" y="379336"/>
                </a:lnTo>
                <a:lnTo>
                  <a:pt x="46329" y="421386"/>
                </a:lnTo>
                <a:lnTo>
                  <a:pt x="37223" y="465683"/>
                </a:lnTo>
                <a:lnTo>
                  <a:pt x="34099" y="511822"/>
                </a:lnTo>
                <a:lnTo>
                  <a:pt x="37223" y="557961"/>
                </a:lnTo>
                <a:lnTo>
                  <a:pt x="46329" y="602259"/>
                </a:lnTo>
                <a:lnTo>
                  <a:pt x="61010" y="644309"/>
                </a:lnTo>
                <a:lnTo>
                  <a:pt x="80835" y="683691"/>
                </a:lnTo>
                <a:lnTo>
                  <a:pt x="105397" y="720001"/>
                </a:lnTo>
                <a:lnTo>
                  <a:pt x="134277" y="752805"/>
                </a:lnTo>
                <a:lnTo>
                  <a:pt x="167068" y="781710"/>
                </a:lnTo>
                <a:lnTo>
                  <a:pt x="203352" y="806284"/>
                </a:lnTo>
                <a:lnTo>
                  <a:pt x="242709" y="826109"/>
                </a:lnTo>
                <a:lnTo>
                  <a:pt x="284734" y="840790"/>
                </a:lnTo>
                <a:lnTo>
                  <a:pt x="329018" y="849909"/>
                </a:lnTo>
                <a:lnTo>
                  <a:pt x="375132" y="853033"/>
                </a:lnTo>
                <a:lnTo>
                  <a:pt x="390042" y="853033"/>
                </a:lnTo>
                <a:lnTo>
                  <a:pt x="396443" y="850912"/>
                </a:lnTo>
                <a:lnTo>
                  <a:pt x="396443" y="746404"/>
                </a:lnTo>
                <a:lnTo>
                  <a:pt x="397243" y="732015"/>
                </a:lnTo>
                <a:lnTo>
                  <a:pt x="409232" y="688822"/>
                </a:lnTo>
                <a:lnTo>
                  <a:pt x="439343" y="649643"/>
                </a:lnTo>
                <a:lnTo>
                  <a:pt x="483831" y="624852"/>
                </a:lnTo>
                <a:lnTo>
                  <a:pt x="714032" y="548081"/>
                </a:lnTo>
                <a:lnTo>
                  <a:pt x="715264" y="538810"/>
                </a:lnTo>
                <a:lnTo>
                  <a:pt x="715899" y="529945"/>
                </a:lnTo>
                <a:lnTo>
                  <a:pt x="716127" y="521081"/>
                </a:lnTo>
                <a:lnTo>
                  <a:pt x="716153" y="511822"/>
                </a:lnTo>
                <a:close/>
              </a:path>
              <a:path w="953134" h="853439">
                <a:moveTo>
                  <a:pt x="952754" y="426516"/>
                </a:moveTo>
                <a:lnTo>
                  <a:pt x="949388" y="409956"/>
                </a:lnTo>
                <a:lnTo>
                  <a:pt x="940231" y="396392"/>
                </a:lnTo>
                <a:lnTo>
                  <a:pt x="926668" y="387235"/>
                </a:lnTo>
                <a:lnTo>
                  <a:pt x="910120" y="383870"/>
                </a:lnTo>
                <a:lnTo>
                  <a:pt x="871753" y="383870"/>
                </a:lnTo>
                <a:lnTo>
                  <a:pt x="857275" y="337680"/>
                </a:lnTo>
                <a:lnTo>
                  <a:pt x="838657" y="293433"/>
                </a:lnTo>
                <a:lnTo>
                  <a:pt x="816114" y="251358"/>
                </a:lnTo>
                <a:lnTo>
                  <a:pt x="789889" y="211696"/>
                </a:lnTo>
                <a:lnTo>
                  <a:pt x="760209" y="174688"/>
                </a:lnTo>
                <a:lnTo>
                  <a:pt x="727290" y="140563"/>
                </a:lnTo>
                <a:lnTo>
                  <a:pt x="691375" y="109562"/>
                </a:lnTo>
                <a:lnTo>
                  <a:pt x="657428" y="85293"/>
                </a:lnTo>
                <a:lnTo>
                  <a:pt x="611466" y="57873"/>
                </a:lnTo>
                <a:lnTo>
                  <a:pt x="567918" y="37668"/>
                </a:lnTo>
                <a:lnTo>
                  <a:pt x="522274" y="21539"/>
                </a:lnTo>
                <a:lnTo>
                  <a:pt x="474789" y="9728"/>
                </a:lnTo>
                <a:lnTo>
                  <a:pt x="426224" y="2552"/>
                </a:lnTo>
                <a:lnTo>
                  <a:pt x="427367" y="2552"/>
                </a:lnTo>
                <a:lnTo>
                  <a:pt x="375132" y="0"/>
                </a:lnTo>
                <a:lnTo>
                  <a:pt x="323811" y="2552"/>
                </a:lnTo>
                <a:lnTo>
                  <a:pt x="273913" y="10058"/>
                </a:lnTo>
                <a:lnTo>
                  <a:pt x="225679" y="22263"/>
                </a:lnTo>
                <a:lnTo>
                  <a:pt x="179298" y="38912"/>
                </a:lnTo>
                <a:lnTo>
                  <a:pt x="135026" y="59766"/>
                </a:lnTo>
                <a:lnTo>
                  <a:pt x="93078" y="84569"/>
                </a:lnTo>
                <a:lnTo>
                  <a:pt x="53670" y="113068"/>
                </a:lnTo>
                <a:lnTo>
                  <a:pt x="17043" y="145008"/>
                </a:lnTo>
                <a:lnTo>
                  <a:pt x="0" y="179133"/>
                </a:lnTo>
                <a:lnTo>
                  <a:pt x="3327" y="195529"/>
                </a:lnTo>
                <a:lnTo>
                  <a:pt x="3352" y="195694"/>
                </a:lnTo>
                <a:lnTo>
                  <a:pt x="12522" y="209257"/>
                </a:lnTo>
                <a:lnTo>
                  <a:pt x="26073" y="218414"/>
                </a:lnTo>
                <a:lnTo>
                  <a:pt x="42621" y="221780"/>
                </a:lnTo>
                <a:lnTo>
                  <a:pt x="51777" y="220980"/>
                </a:lnTo>
                <a:lnTo>
                  <a:pt x="59944" y="218592"/>
                </a:lnTo>
                <a:lnTo>
                  <a:pt x="66903" y="214591"/>
                </a:lnTo>
                <a:lnTo>
                  <a:pt x="72466" y="208991"/>
                </a:lnTo>
                <a:lnTo>
                  <a:pt x="107911" y="177965"/>
                </a:lnTo>
                <a:lnTo>
                  <a:pt x="146443" y="150888"/>
                </a:lnTo>
                <a:lnTo>
                  <a:pt x="187782" y="128079"/>
                </a:lnTo>
                <a:lnTo>
                  <a:pt x="231622" y="109804"/>
                </a:lnTo>
                <a:lnTo>
                  <a:pt x="277660" y="96393"/>
                </a:lnTo>
                <a:lnTo>
                  <a:pt x="325589" y="88125"/>
                </a:lnTo>
                <a:lnTo>
                  <a:pt x="375132" y="85293"/>
                </a:lnTo>
                <a:lnTo>
                  <a:pt x="421411" y="87807"/>
                </a:lnTo>
                <a:lnTo>
                  <a:pt x="466280" y="95186"/>
                </a:lnTo>
                <a:lnTo>
                  <a:pt x="509498" y="107137"/>
                </a:lnTo>
                <a:lnTo>
                  <a:pt x="550773" y="123418"/>
                </a:lnTo>
                <a:lnTo>
                  <a:pt x="589851" y="143751"/>
                </a:lnTo>
                <a:lnTo>
                  <a:pt x="626465" y="167868"/>
                </a:lnTo>
                <a:lnTo>
                  <a:pt x="660361" y="195529"/>
                </a:lnTo>
                <a:lnTo>
                  <a:pt x="691248" y="226441"/>
                </a:lnTo>
                <a:lnTo>
                  <a:pt x="718883" y="260337"/>
                </a:lnTo>
                <a:lnTo>
                  <a:pt x="743000" y="296976"/>
                </a:lnTo>
                <a:lnTo>
                  <a:pt x="763320" y="336080"/>
                </a:lnTo>
                <a:lnTo>
                  <a:pt x="779589" y="377380"/>
                </a:lnTo>
                <a:lnTo>
                  <a:pt x="791540" y="420611"/>
                </a:lnTo>
                <a:lnTo>
                  <a:pt x="798906" y="465518"/>
                </a:lnTo>
                <a:lnTo>
                  <a:pt x="801420" y="511822"/>
                </a:lnTo>
                <a:lnTo>
                  <a:pt x="801420" y="609917"/>
                </a:lnTo>
                <a:lnTo>
                  <a:pt x="556298" y="690956"/>
                </a:lnTo>
                <a:lnTo>
                  <a:pt x="548309" y="687832"/>
                </a:lnTo>
                <a:lnTo>
                  <a:pt x="540321" y="685101"/>
                </a:lnTo>
                <a:lnTo>
                  <a:pt x="532320" y="683158"/>
                </a:lnTo>
                <a:lnTo>
                  <a:pt x="524332" y="682434"/>
                </a:lnTo>
                <a:lnTo>
                  <a:pt x="499046" y="687324"/>
                </a:lnTo>
                <a:lnTo>
                  <a:pt x="478764" y="700824"/>
                </a:lnTo>
                <a:lnTo>
                  <a:pt x="465277" y="721118"/>
                </a:lnTo>
                <a:lnTo>
                  <a:pt x="460387" y="746404"/>
                </a:lnTo>
                <a:lnTo>
                  <a:pt x="465277" y="771702"/>
                </a:lnTo>
                <a:lnTo>
                  <a:pt x="478764" y="791997"/>
                </a:lnTo>
                <a:lnTo>
                  <a:pt x="499046" y="805484"/>
                </a:lnTo>
                <a:lnTo>
                  <a:pt x="524332" y="810387"/>
                </a:lnTo>
                <a:lnTo>
                  <a:pt x="542950" y="807681"/>
                </a:lnTo>
                <a:lnTo>
                  <a:pt x="559765" y="799985"/>
                </a:lnTo>
                <a:lnTo>
                  <a:pt x="573786" y="787895"/>
                </a:lnTo>
                <a:lnTo>
                  <a:pt x="584009" y="771994"/>
                </a:lnTo>
                <a:lnTo>
                  <a:pt x="826998" y="690956"/>
                </a:lnTo>
                <a:lnTo>
                  <a:pt x="922909" y="658977"/>
                </a:lnTo>
                <a:lnTo>
                  <a:pt x="950480" y="631977"/>
                </a:lnTo>
                <a:lnTo>
                  <a:pt x="952754" y="618451"/>
                </a:lnTo>
                <a:lnTo>
                  <a:pt x="952754" y="426516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799600" y="4637278"/>
            <a:ext cx="4850765" cy="1494790"/>
            <a:chOff x="6799600" y="4637278"/>
            <a:chExt cx="4850765" cy="1494790"/>
          </a:xfrm>
        </p:grpSpPr>
        <p:sp>
          <p:nvSpPr>
            <p:cNvPr id="36" name="object 36"/>
            <p:cNvSpPr/>
            <p:nvPr/>
          </p:nvSpPr>
          <p:spPr>
            <a:xfrm>
              <a:off x="9689406" y="5790443"/>
              <a:ext cx="1961514" cy="128270"/>
            </a:xfrm>
            <a:custGeom>
              <a:avLst/>
              <a:gdLst/>
              <a:ahLst/>
              <a:cxnLst/>
              <a:rect l="l" t="t" r="r" b="b"/>
              <a:pathLst>
                <a:path w="1961515" h="128270">
                  <a:moveTo>
                    <a:pt x="1960926" y="0"/>
                  </a:moveTo>
                  <a:lnTo>
                    <a:pt x="1108349" y="0"/>
                  </a:lnTo>
                  <a:lnTo>
                    <a:pt x="1106817" y="30056"/>
                  </a:lnTo>
                  <a:lnTo>
                    <a:pt x="1095760" y="41119"/>
                  </a:lnTo>
                  <a:lnTo>
                    <a:pt x="865165" y="41119"/>
                  </a:lnTo>
                  <a:lnTo>
                    <a:pt x="854108" y="30056"/>
                  </a:lnTo>
                  <a:lnTo>
                    <a:pt x="852576" y="0"/>
                  </a:lnTo>
                  <a:lnTo>
                    <a:pt x="0" y="0"/>
                  </a:lnTo>
                  <a:lnTo>
                    <a:pt x="0" y="42652"/>
                  </a:lnTo>
                  <a:lnTo>
                    <a:pt x="6727" y="75774"/>
                  </a:lnTo>
                  <a:lnTo>
                    <a:pt x="25044" y="102898"/>
                  </a:lnTo>
                  <a:lnTo>
                    <a:pt x="52153" y="121225"/>
                  </a:lnTo>
                  <a:lnTo>
                    <a:pt x="85257" y="127956"/>
                  </a:lnTo>
                  <a:lnTo>
                    <a:pt x="1875668" y="127956"/>
                  </a:lnTo>
                  <a:lnTo>
                    <a:pt x="1908772" y="121225"/>
                  </a:lnTo>
                  <a:lnTo>
                    <a:pt x="1935881" y="102898"/>
                  </a:lnTo>
                  <a:lnTo>
                    <a:pt x="1954198" y="75774"/>
                  </a:lnTo>
                  <a:lnTo>
                    <a:pt x="1960926" y="42652"/>
                  </a:lnTo>
                  <a:lnTo>
                    <a:pt x="1960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6799600" y="5449225"/>
              <a:ext cx="1364615" cy="682625"/>
            </a:xfrm>
            <a:custGeom>
              <a:avLst/>
              <a:gdLst/>
              <a:ahLst/>
              <a:cxnLst/>
              <a:rect l="l" t="t" r="r" b="b"/>
              <a:pathLst>
                <a:path w="1364615" h="682625">
                  <a:moveTo>
                    <a:pt x="682061" y="0"/>
                  </a:moveTo>
                  <a:lnTo>
                    <a:pt x="588277" y="5371"/>
                  </a:lnTo>
                  <a:lnTo>
                    <a:pt x="494494" y="20220"/>
                  </a:lnTo>
                  <a:lnTo>
                    <a:pt x="400710" y="42652"/>
                  </a:lnTo>
                  <a:lnTo>
                    <a:pt x="349630" y="58793"/>
                  </a:lnTo>
                  <a:lnTo>
                    <a:pt x="249260" y="99281"/>
                  </a:lnTo>
                  <a:lnTo>
                    <a:pt x="154259" y="148723"/>
                  </a:lnTo>
                  <a:lnTo>
                    <a:pt x="68206" y="204730"/>
                  </a:lnTo>
                  <a:lnTo>
                    <a:pt x="39564" y="233254"/>
                  </a:lnTo>
                  <a:lnTo>
                    <a:pt x="18117" y="266576"/>
                  </a:lnTo>
                  <a:lnTo>
                    <a:pt x="4662" y="303097"/>
                  </a:lnTo>
                  <a:lnTo>
                    <a:pt x="0" y="341218"/>
                  </a:lnTo>
                  <a:lnTo>
                    <a:pt x="0" y="682436"/>
                  </a:lnTo>
                  <a:lnTo>
                    <a:pt x="1364122" y="682436"/>
                  </a:lnTo>
                  <a:lnTo>
                    <a:pt x="1364122" y="341218"/>
                  </a:lnTo>
                  <a:lnTo>
                    <a:pt x="1359459" y="303097"/>
                  </a:lnTo>
                  <a:lnTo>
                    <a:pt x="1346005" y="266576"/>
                  </a:lnTo>
                  <a:lnTo>
                    <a:pt x="1324557" y="233254"/>
                  </a:lnTo>
                  <a:lnTo>
                    <a:pt x="1295916" y="204730"/>
                  </a:lnTo>
                  <a:lnTo>
                    <a:pt x="1254232" y="173369"/>
                  </a:lnTo>
                  <a:lnTo>
                    <a:pt x="1209863" y="144992"/>
                  </a:lnTo>
                  <a:lnTo>
                    <a:pt x="1163257" y="119451"/>
                  </a:lnTo>
                  <a:lnTo>
                    <a:pt x="1114861" y="96595"/>
                  </a:lnTo>
                  <a:lnTo>
                    <a:pt x="1014491" y="58345"/>
                  </a:lnTo>
                  <a:lnTo>
                    <a:pt x="920072" y="30606"/>
                  </a:lnTo>
                  <a:lnTo>
                    <a:pt x="829130" y="11729"/>
                  </a:lnTo>
                  <a:lnTo>
                    <a:pt x="732505" y="1382"/>
                  </a:lnTo>
                  <a:lnTo>
                    <a:pt x="682061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8179308" y="4643628"/>
              <a:ext cx="1685925" cy="1346200"/>
            </a:xfrm>
            <a:custGeom>
              <a:avLst/>
              <a:gdLst/>
              <a:ahLst/>
              <a:cxnLst/>
              <a:rect l="l" t="t" r="r" b="b"/>
              <a:pathLst>
                <a:path w="1685925" h="1346200">
                  <a:moveTo>
                    <a:pt x="1012698" y="0"/>
                  </a:moveTo>
                  <a:lnTo>
                    <a:pt x="1012698" y="336423"/>
                  </a:lnTo>
                  <a:lnTo>
                    <a:pt x="0" y="336423"/>
                  </a:lnTo>
                  <a:lnTo>
                    <a:pt x="0" y="1009269"/>
                  </a:lnTo>
                  <a:lnTo>
                    <a:pt x="1012698" y="1009269"/>
                  </a:lnTo>
                  <a:lnTo>
                    <a:pt x="1012698" y="1345692"/>
                  </a:lnTo>
                  <a:lnTo>
                    <a:pt x="1685544" y="672846"/>
                  </a:lnTo>
                  <a:lnTo>
                    <a:pt x="101269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8179308" y="4643628"/>
              <a:ext cx="1685925" cy="1346200"/>
            </a:xfrm>
            <a:custGeom>
              <a:avLst/>
              <a:gdLst/>
              <a:ahLst/>
              <a:cxnLst/>
              <a:rect l="l" t="t" r="r" b="b"/>
              <a:pathLst>
                <a:path w="1685925" h="1346200">
                  <a:moveTo>
                    <a:pt x="0" y="336423"/>
                  </a:moveTo>
                  <a:lnTo>
                    <a:pt x="1012698" y="336423"/>
                  </a:lnTo>
                  <a:lnTo>
                    <a:pt x="1012698" y="0"/>
                  </a:lnTo>
                  <a:lnTo>
                    <a:pt x="1685544" y="672846"/>
                  </a:lnTo>
                  <a:lnTo>
                    <a:pt x="1012698" y="1345692"/>
                  </a:lnTo>
                  <a:lnTo>
                    <a:pt x="1012698" y="1009269"/>
                  </a:lnTo>
                  <a:lnTo>
                    <a:pt x="0" y="1009269"/>
                  </a:lnTo>
                  <a:lnTo>
                    <a:pt x="0" y="336423"/>
                  </a:lnTo>
                  <a:close/>
                </a:path>
              </a:pathLst>
            </a:custGeom>
            <a:ln w="12699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680831" y="5152771"/>
            <a:ext cx="350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VM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423153" y="16519"/>
            <a:ext cx="827405" cy="976630"/>
          </a:xfrm>
          <a:custGeom>
            <a:avLst/>
            <a:gdLst/>
            <a:ahLst/>
            <a:cxnLst/>
            <a:rect l="l" t="t" r="r" b="b"/>
            <a:pathLst>
              <a:path w="827404" h="976630">
                <a:moveTo>
                  <a:pt x="413607" y="0"/>
                </a:moveTo>
                <a:lnTo>
                  <a:pt x="365394" y="2857"/>
                </a:lnTo>
                <a:lnTo>
                  <a:pt x="318390" y="11108"/>
                </a:lnTo>
                <a:lnTo>
                  <a:pt x="273482" y="24413"/>
                </a:lnTo>
                <a:lnTo>
                  <a:pt x="230956" y="42452"/>
                </a:lnTo>
                <a:lnTo>
                  <a:pt x="191101" y="64901"/>
                </a:lnTo>
                <a:lnTo>
                  <a:pt x="154203" y="91440"/>
                </a:lnTo>
                <a:lnTo>
                  <a:pt x="120551" y="121745"/>
                </a:lnTo>
                <a:lnTo>
                  <a:pt x="90432" y="155496"/>
                </a:lnTo>
                <a:lnTo>
                  <a:pt x="64133" y="192369"/>
                </a:lnTo>
                <a:lnTo>
                  <a:pt x="41941" y="232043"/>
                </a:lnTo>
                <a:lnTo>
                  <a:pt x="24144" y="274196"/>
                </a:lnTo>
                <a:lnTo>
                  <a:pt x="11030" y="318506"/>
                </a:lnTo>
                <a:lnTo>
                  <a:pt x="2886" y="364651"/>
                </a:lnTo>
                <a:lnTo>
                  <a:pt x="0" y="412309"/>
                </a:lnTo>
                <a:lnTo>
                  <a:pt x="194567" y="412309"/>
                </a:lnTo>
                <a:lnTo>
                  <a:pt x="200340" y="362109"/>
                </a:lnTo>
                <a:lnTo>
                  <a:pt x="216797" y="316026"/>
                </a:lnTo>
                <a:lnTo>
                  <a:pt x="242624" y="275374"/>
                </a:lnTo>
                <a:lnTo>
                  <a:pt x="276507" y="241468"/>
                </a:lnTo>
                <a:lnTo>
                  <a:pt x="317133" y="215622"/>
                </a:lnTo>
                <a:lnTo>
                  <a:pt x="363189" y="199150"/>
                </a:lnTo>
                <a:lnTo>
                  <a:pt x="413360" y="193368"/>
                </a:lnTo>
                <a:lnTo>
                  <a:pt x="463532" y="199150"/>
                </a:lnTo>
                <a:lnTo>
                  <a:pt x="509588" y="215619"/>
                </a:lnTo>
                <a:lnTo>
                  <a:pt x="550216" y="241462"/>
                </a:lnTo>
                <a:lnTo>
                  <a:pt x="584102" y="275366"/>
                </a:lnTo>
                <a:lnTo>
                  <a:pt x="609934" y="316015"/>
                </a:lnTo>
                <a:lnTo>
                  <a:pt x="626398" y="362096"/>
                </a:lnTo>
                <a:lnTo>
                  <a:pt x="632181" y="412295"/>
                </a:lnTo>
                <a:lnTo>
                  <a:pt x="627639" y="456691"/>
                </a:lnTo>
                <a:lnTo>
                  <a:pt x="614450" y="498627"/>
                </a:lnTo>
                <a:lnTo>
                  <a:pt x="593272" y="536916"/>
                </a:lnTo>
                <a:lnTo>
                  <a:pt x="564761" y="570371"/>
                </a:lnTo>
                <a:lnTo>
                  <a:pt x="529574" y="597804"/>
                </a:lnTo>
                <a:lnTo>
                  <a:pt x="487585" y="626929"/>
                </a:lnTo>
                <a:lnTo>
                  <a:pt x="449609" y="660257"/>
                </a:lnTo>
                <a:lnTo>
                  <a:pt x="415884" y="697367"/>
                </a:lnTo>
                <a:lnTo>
                  <a:pt x="386646" y="737843"/>
                </a:lnTo>
                <a:lnTo>
                  <a:pt x="362131" y="781264"/>
                </a:lnTo>
                <a:lnTo>
                  <a:pt x="342576" y="827213"/>
                </a:lnTo>
                <a:lnTo>
                  <a:pt x="328218" y="875271"/>
                </a:lnTo>
                <a:lnTo>
                  <a:pt x="319293" y="925020"/>
                </a:lnTo>
                <a:lnTo>
                  <a:pt x="316037" y="976040"/>
                </a:lnTo>
                <a:lnTo>
                  <a:pt x="510604" y="976040"/>
                </a:lnTo>
                <a:lnTo>
                  <a:pt x="516629" y="924554"/>
                </a:lnTo>
                <a:lnTo>
                  <a:pt x="532686" y="876090"/>
                </a:lnTo>
                <a:lnTo>
                  <a:pt x="557985" y="832023"/>
                </a:lnTo>
                <a:lnTo>
                  <a:pt x="591738" y="793730"/>
                </a:lnTo>
                <a:lnTo>
                  <a:pt x="671794" y="735263"/>
                </a:lnTo>
                <a:lnTo>
                  <a:pt x="706603" y="704122"/>
                </a:lnTo>
                <a:lnTo>
                  <a:pt x="737390" y="669565"/>
                </a:lnTo>
                <a:lnTo>
                  <a:pt x="763962" y="631992"/>
                </a:lnTo>
                <a:lnTo>
                  <a:pt x="786126" y="591803"/>
                </a:lnTo>
                <a:lnTo>
                  <a:pt x="803691" y="549399"/>
                </a:lnTo>
                <a:lnTo>
                  <a:pt x="816463" y="505179"/>
                </a:lnTo>
                <a:lnTo>
                  <a:pt x="824250" y="459544"/>
                </a:lnTo>
                <a:lnTo>
                  <a:pt x="826860" y="412893"/>
                </a:lnTo>
                <a:lnTo>
                  <a:pt x="824100" y="365628"/>
                </a:lnTo>
                <a:lnTo>
                  <a:pt x="815734" y="318034"/>
                </a:lnTo>
                <a:lnTo>
                  <a:pt x="802237" y="272686"/>
                </a:lnTo>
                <a:lnTo>
                  <a:pt x="783954" y="229855"/>
                </a:lnTo>
                <a:lnTo>
                  <a:pt x="761229" y="189814"/>
                </a:lnTo>
                <a:lnTo>
                  <a:pt x="734406" y="152837"/>
                </a:lnTo>
                <a:lnTo>
                  <a:pt x="703829" y="119195"/>
                </a:lnTo>
                <a:lnTo>
                  <a:pt x="669843" y="89161"/>
                </a:lnTo>
                <a:lnTo>
                  <a:pt x="632792" y="63008"/>
                </a:lnTo>
                <a:lnTo>
                  <a:pt x="593020" y="41009"/>
                </a:lnTo>
                <a:lnTo>
                  <a:pt x="550871" y="23436"/>
                </a:lnTo>
                <a:lnTo>
                  <a:pt x="506690" y="10561"/>
                </a:lnTo>
                <a:lnTo>
                  <a:pt x="460821" y="2658"/>
                </a:lnTo>
                <a:lnTo>
                  <a:pt x="413607" y="0"/>
                </a:lnTo>
                <a:close/>
              </a:path>
            </a:pathLst>
          </a:custGeom>
          <a:solidFill>
            <a:srgbClr val="8FAADC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495557" y="1548345"/>
            <a:ext cx="946150" cy="1212850"/>
            <a:chOff x="6495557" y="1548345"/>
            <a:chExt cx="946150" cy="1212850"/>
          </a:xfrm>
        </p:grpSpPr>
        <p:sp>
          <p:nvSpPr>
            <p:cNvPr id="43" name="object 43"/>
            <p:cNvSpPr/>
            <p:nvPr/>
          </p:nvSpPr>
          <p:spPr>
            <a:xfrm>
              <a:off x="6495557" y="1548345"/>
              <a:ext cx="826769" cy="945515"/>
            </a:xfrm>
            <a:custGeom>
              <a:avLst/>
              <a:gdLst/>
              <a:ahLst/>
              <a:cxnLst/>
              <a:rect l="l" t="t" r="r" b="b"/>
              <a:pathLst>
                <a:path w="826770" h="945514">
                  <a:moveTo>
                    <a:pt x="199800" y="59288"/>
                  </a:moveTo>
                  <a:lnTo>
                    <a:pt x="160002" y="86640"/>
                  </a:lnTo>
                  <a:lnTo>
                    <a:pt x="124025" y="117985"/>
                  </a:lnTo>
                  <a:lnTo>
                    <a:pt x="92454" y="152575"/>
                  </a:lnTo>
                  <a:lnTo>
                    <a:pt x="65367" y="189985"/>
                  </a:lnTo>
                  <a:lnTo>
                    <a:pt x="42845" y="229793"/>
                  </a:lnTo>
                  <a:lnTo>
                    <a:pt x="24968" y="271572"/>
                  </a:lnTo>
                  <a:lnTo>
                    <a:pt x="11815" y="314900"/>
                  </a:lnTo>
                  <a:lnTo>
                    <a:pt x="3465" y="359352"/>
                  </a:lnTo>
                  <a:lnTo>
                    <a:pt x="0" y="404505"/>
                  </a:lnTo>
                  <a:lnTo>
                    <a:pt x="1497" y="449933"/>
                  </a:lnTo>
                  <a:lnTo>
                    <a:pt x="8038" y="495212"/>
                  </a:lnTo>
                  <a:lnTo>
                    <a:pt x="19701" y="539919"/>
                  </a:lnTo>
                  <a:lnTo>
                    <a:pt x="36567" y="583630"/>
                  </a:lnTo>
                  <a:lnTo>
                    <a:pt x="58715" y="625919"/>
                  </a:lnTo>
                  <a:lnTo>
                    <a:pt x="225279" y="525408"/>
                  </a:lnTo>
                  <a:lnTo>
                    <a:pt x="204289" y="479451"/>
                  </a:lnTo>
                  <a:lnTo>
                    <a:pt x="194571" y="431499"/>
                  </a:lnTo>
                  <a:lnTo>
                    <a:pt x="195680" y="383356"/>
                  </a:lnTo>
                  <a:lnTo>
                    <a:pt x="207171" y="336826"/>
                  </a:lnTo>
                  <a:lnTo>
                    <a:pt x="228598" y="293713"/>
                  </a:lnTo>
                  <a:lnTo>
                    <a:pt x="259516" y="255821"/>
                  </a:lnTo>
                  <a:lnTo>
                    <a:pt x="299480" y="224952"/>
                  </a:lnTo>
                  <a:lnTo>
                    <a:pt x="345417" y="203984"/>
                  </a:lnTo>
                  <a:lnTo>
                    <a:pt x="393353" y="194291"/>
                  </a:lnTo>
                  <a:lnTo>
                    <a:pt x="441483" y="195427"/>
                  </a:lnTo>
                  <a:lnTo>
                    <a:pt x="488006" y="206945"/>
                  </a:lnTo>
                  <a:lnTo>
                    <a:pt x="531119" y="228400"/>
                  </a:lnTo>
                  <a:lnTo>
                    <a:pt x="569018" y="259344"/>
                  </a:lnTo>
                  <a:lnTo>
                    <a:pt x="599902" y="299330"/>
                  </a:lnTo>
                  <a:lnTo>
                    <a:pt x="618947" y="339682"/>
                  </a:lnTo>
                  <a:lnTo>
                    <a:pt x="629320" y="382396"/>
                  </a:lnTo>
                  <a:lnTo>
                    <a:pt x="630970" y="426115"/>
                  </a:lnTo>
                  <a:lnTo>
                    <a:pt x="623845" y="469483"/>
                  </a:lnTo>
                  <a:lnTo>
                    <a:pt x="607894" y="511145"/>
                  </a:lnTo>
                  <a:lnTo>
                    <a:pt x="586994" y="557769"/>
                  </a:lnTo>
                  <a:lnTo>
                    <a:pt x="571701" y="605917"/>
                  </a:lnTo>
                  <a:lnTo>
                    <a:pt x="562001" y="655109"/>
                  </a:lnTo>
                  <a:lnTo>
                    <a:pt x="557880" y="704863"/>
                  </a:lnTo>
                  <a:lnTo>
                    <a:pt x="559324" y="754699"/>
                  </a:lnTo>
                  <a:lnTo>
                    <a:pt x="566320" y="804136"/>
                  </a:lnTo>
                  <a:lnTo>
                    <a:pt x="578855" y="852695"/>
                  </a:lnTo>
                  <a:lnTo>
                    <a:pt x="596913" y="899894"/>
                  </a:lnTo>
                  <a:lnTo>
                    <a:pt x="620483" y="945253"/>
                  </a:lnTo>
                  <a:lnTo>
                    <a:pt x="787046" y="844742"/>
                  </a:lnTo>
                  <a:lnTo>
                    <a:pt x="765607" y="797554"/>
                  </a:lnTo>
                  <a:lnTo>
                    <a:pt x="754317" y="747770"/>
                  </a:lnTo>
                  <a:lnTo>
                    <a:pt x="753210" y="696976"/>
                  </a:lnTo>
                  <a:lnTo>
                    <a:pt x="762324" y="646759"/>
                  </a:lnTo>
                  <a:lnTo>
                    <a:pt x="800654" y="555350"/>
                  </a:lnTo>
                  <a:lnTo>
                    <a:pt x="814366" y="510709"/>
                  </a:lnTo>
                  <a:lnTo>
                    <a:pt x="822870" y="465222"/>
                  </a:lnTo>
                  <a:lnTo>
                    <a:pt x="826208" y="419330"/>
                  </a:lnTo>
                  <a:lnTo>
                    <a:pt x="824421" y="373476"/>
                  </a:lnTo>
                  <a:lnTo>
                    <a:pt x="817552" y="328101"/>
                  </a:lnTo>
                  <a:lnTo>
                    <a:pt x="805642" y="283647"/>
                  </a:lnTo>
                  <a:lnTo>
                    <a:pt x="788734" y="240558"/>
                  </a:lnTo>
                  <a:lnTo>
                    <a:pt x="766870" y="199273"/>
                  </a:lnTo>
                  <a:lnTo>
                    <a:pt x="740090" y="160236"/>
                  </a:lnTo>
                  <a:lnTo>
                    <a:pt x="708342" y="123814"/>
                  </a:lnTo>
                  <a:lnTo>
                    <a:pt x="673361" y="91965"/>
                  </a:lnTo>
                  <a:lnTo>
                    <a:pt x="635583" y="64744"/>
                  </a:lnTo>
                  <a:lnTo>
                    <a:pt x="595445" y="42206"/>
                  </a:lnTo>
                  <a:lnTo>
                    <a:pt x="553380" y="24407"/>
                  </a:lnTo>
                  <a:lnTo>
                    <a:pt x="509825" y="11402"/>
                  </a:lnTo>
                  <a:lnTo>
                    <a:pt x="465216" y="3248"/>
                  </a:lnTo>
                  <a:lnTo>
                    <a:pt x="419987" y="0"/>
                  </a:lnTo>
                  <a:lnTo>
                    <a:pt x="374575" y="1712"/>
                  </a:lnTo>
                  <a:lnTo>
                    <a:pt x="329414" y="8442"/>
                  </a:lnTo>
                  <a:lnTo>
                    <a:pt x="284941" y="20244"/>
                  </a:lnTo>
                  <a:lnTo>
                    <a:pt x="241591" y="37174"/>
                  </a:lnTo>
                  <a:lnTo>
                    <a:pt x="199800" y="5928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04056" y="2524452"/>
              <a:ext cx="237644" cy="236460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6173587" y="3026172"/>
            <a:ext cx="907415" cy="1234440"/>
            <a:chOff x="6173587" y="3026172"/>
            <a:chExt cx="907415" cy="1234440"/>
          </a:xfrm>
        </p:grpSpPr>
        <p:sp>
          <p:nvSpPr>
            <p:cNvPr id="46" name="object 46"/>
            <p:cNvSpPr/>
            <p:nvPr/>
          </p:nvSpPr>
          <p:spPr>
            <a:xfrm>
              <a:off x="6173587" y="3026172"/>
              <a:ext cx="826135" cy="956310"/>
            </a:xfrm>
            <a:custGeom>
              <a:avLst/>
              <a:gdLst/>
              <a:ahLst/>
              <a:cxnLst/>
              <a:rect l="l" t="t" r="r" b="b"/>
              <a:pathLst>
                <a:path w="826134" h="956310">
                  <a:moveTo>
                    <a:pt x="219729" y="47762"/>
                  </a:moveTo>
                  <a:lnTo>
                    <a:pt x="178471" y="72858"/>
                  </a:lnTo>
                  <a:lnTo>
                    <a:pt x="140806" y="102153"/>
                  </a:lnTo>
                  <a:lnTo>
                    <a:pt x="107359" y="134932"/>
                  </a:lnTo>
                  <a:lnTo>
                    <a:pt x="78233" y="170778"/>
                  </a:lnTo>
                  <a:lnTo>
                    <a:pt x="53531" y="209270"/>
                  </a:lnTo>
                  <a:lnTo>
                    <a:pt x="33357" y="249991"/>
                  </a:lnTo>
                  <a:lnTo>
                    <a:pt x="17814" y="292520"/>
                  </a:lnTo>
                  <a:lnTo>
                    <a:pt x="7004" y="336438"/>
                  </a:lnTo>
                  <a:lnTo>
                    <a:pt x="1032" y="381328"/>
                  </a:lnTo>
                  <a:lnTo>
                    <a:pt x="0" y="426769"/>
                  </a:lnTo>
                  <a:lnTo>
                    <a:pt x="4011" y="472342"/>
                  </a:lnTo>
                  <a:lnTo>
                    <a:pt x="13169" y="517629"/>
                  </a:lnTo>
                  <a:lnTo>
                    <a:pt x="27577" y="562210"/>
                  </a:lnTo>
                  <a:lnTo>
                    <a:pt x="47338" y="605666"/>
                  </a:lnTo>
                  <a:lnTo>
                    <a:pt x="219236" y="514578"/>
                  </a:lnTo>
                  <a:lnTo>
                    <a:pt x="200835" y="467524"/>
                  </a:lnTo>
                  <a:lnTo>
                    <a:pt x="193800" y="419105"/>
                  </a:lnTo>
                  <a:lnTo>
                    <a:pt x="197586" y="371099"/>
                  </a:lnTo>
                  <a:lnTo>
                    <a:pt x="211648" y="325281"/>
                  </a:lnTo>
                  <a:lnTo>
                    <a:pt x="235440" y="283427"/>
                  </a:lnTo>
                  <a:lnTo>
                    <a:pt x="268419" y="247313"/>
                  </a:lnTo>
                  <a:lnTo>
                    <a:pt x="310038" y="218716"/>
                  </a:lnTo>
                  <a:lnTo>
                    <a:pt x="357071" y="200336"/>
                  </a:lnTo>
                  <a:lnTo>
                    <a:pt x="405471" y="193325"/>
                  </a:lnTo>
                  <a:lnTo>
                    <a:pt x="453464" y="197137"/>
                  </a:lnTo>
                  <a:lnTo>
                    <a:pt x="499274" y="211226"/>
                  </a:lnTo>
                  <a:lnTo>
                    <a:pt x="541126" y="235045"/>
                  </a:lnTo>
                  <a:lnTo>
                    <a:pt x="577245" y="268050"/>
                  </a:lnTo>
                  <a:lnTo>
                    <a:pt x="605856" y="309693"/>
                  </a:lnTo>
                  <a:lnTo>
                    <a:pt x="622627" y="351042"/>
                  </a:lnTo>
                  <a:lnTo>
                    <a:pt x="630608" y="394267"/>
                  </a:lnTo>
                  <a:lnTo>
                    <a:pt x="629822" y="438009"/>
                  </a:lnTo>
                  <a:lnTo>
                    <a:pt x="620295" y="480914"/>
                  </a:lnTo>
                  <a:lnTo>
                    <a:pt x="602051" y="521624"/>
                  </a:lnTo>
                  <a:lnTo>
                    <a:pt x="578590" y="567013"/>
                  </a:lnTo>
                  <a:lnTo>
                    <a:pt x="560641" y="614236"/>
                  </a:lnTo>
                  <a:lnTo>
                    <a:pt x="548219" y="662811"/>
                  </a:lnTo>
                  <a:lnTo>
                    <a:pt x="541337" y="712259"/>
                  </a:lnTo>
                  <a:lnTo>
                    <a:pt x="540006" y="762098"/>
                  </a:lnTo>
                  <a:lnTo>
                    <a:pt x="544241" y="811849"/>
                  </a:lnTo>
                  <a:lnTo>
                    <a:pt x="554055" y="861029"/>
                  </a:lnTo>
                  <a:lnTo>
                    <a:pt x="569459" y="909160"/>
                  </a:lnTo>
                  <a:lnTo>
                    <a:pt x="590468" y="955760"/>
                  </a:lnTo>
                  <a:lnTo>
                    <a:pt x="762366" y="864672"/>
                  </a:lnTo>
                  <a:lnTo>
                    <a:pt x="743585" y="816364"/>
                  </a:lnTo>
                  <a:lnTo>
                    <a:pt x="735082" y="766029"/>
                  </a:lnTo>
                  <a:lnTo>
                    <a:pt x="736804" y="715252"/>
                  </a:lnTo>
                  <a:lnTo>
                    <a:pt x="748697" y="665619"/>
                  </a:lnTo>
                  <a:lnTo>
                    <a:pt x="792053" y="576485"/>
                  </a:lnTo>
                  <a:lnTo>
                    <a:pt x="808228" y="532676"/>
                  </a:lnTo>
                  <a:lnTo>
                    <a:pt x="819249" y="487733"/>
                  </a:lnTo>
                  <a:lnTo>
                    <a:pt x="825135" y="442097"/>
                  </a:lnTo>
                  <a:lnTo>
                    <a:pt x="825902" y="396215"/>
                  </a:lnTo>
                  <a:lnTo>
                    <a:pt x="821568" y="350528"/>
                  </a:lnTo>
                  <a:lnTo>
                    <a:pt x="812151" y="305481"/>
                  </a:lnTo>
                  <a:lnTo>
                    <a:pt x="797666" y="261517"/>
                  </a:lnTo>
                  <a:lnTo>
                    <a:pt x="778132" y="219080"/>
                  </a:lnTo>
                  <a:lnTo>
                    <a:pt x="753566" y="178614"/>
                  </a:lnTo>
                  <a:lnTo>
                    <a:pt x="723893" y="140482"/>
                  </a:lnTo>
                  <a:lnTo>
                    <a:pt x="690738" y="106736"/>
                  </a:lnTo>
                  <a:lnTo>
                    <a:pt x="654534" y="77455"/>
                  </a:lnTo>
                  <a:lnTo>
                    <a:pt x="615711" y="52719"/>
                  </a:lnTo>
                  <a:lnTo>
                    <a:pt x="574702" y="32607"/>
                  </a:lnTo>
                  <a:lnTo>
                    <a:pt x="531938" y="17199"/>
                  </a:lnTo>
                  <a:lnTo>
                    <a:pt x="487852" y="6576"/>
                  </a:lnTo>
                  <a:lnTo>
                    <a:pt x="442874" y="816"/>
                  </a:lnTo>
                  <a:lnTo>
                    <a:pt x="397437" y="0"/>
                  </a:lnTo>
                  <a:lnTo>
                    <a:pt x="351972" y="4206"/>
                  </a:lnTo>
                  <a:lnTo>
                    <a:pt x="306911" y="13516"/>
                  </a:lnTo>
                  <a:lnTo>
                    <a:pt x="262686" y="28008"/>
                  </a:lnTo>
                  <a:lnTo>
                    <a:pt x="219729" y="47762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47" name="object 47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43371" y="4023209"/>
              <a:ext cx="237508" cy="236955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10520935" y="396536"/>
            <a:ext cx="935355" cy="1219200"/>
            <a:chOff x="10520935" y="396536"/>
            <a:chExt cx="935355" cy="1219200"/>
          </a:xfrm>
        </p:grpSpPr>
        <p:sp>
          <p:nvSpPr>
            <p:cNvPr id="49" name="object 49"/>
            <p:cNvSpPr/>
            <p:nvPr/>
          </p:nvSpPr>
          <p:spPr>
            <a:xfrm>
              <a:off x="10672635" y="396536"/>
              <a:ext cx="784225" cy="946785"/>
            </a:xfrm>
            <a:custGeom>
              <a:avLst/>
              <a:gdLst/>
              <a:ahLst/>
              <a:cxnLst/>
              <a:rect l="l" t="t" r="r" b="b"/>
              <a:pathLst>
                <a:path w="784225" h="946785">
                  <a:moveTo>
                    <a:pt x="581321" y="57556"/>
                  </a:moveTo>
                  <a:lnTo>
                    <a:pt x="538389" y="35445"/>
                  </a:lnTo>
                  <a:lnTo>
                    <a:pt x="493749" y="18589"/>
                  </a:lnTo>
                  <a:lnTo>
                    <a:pt x="448336" y="7150"/>
                  </a:lnTo>
                  <a:lnTo>
                    <a:pt x="402561" y="997"/>
                  </a:lnTo>
                  <a:lnTo>
                    <a:pt x="356835" y="0"/>
                  </a:lnTo>
                  <a:lnTo>
                    <a:pt x="311570" y="4027"/>
                  </a:lnTo>
                  <a:lnTo>
                    <a:pt x="267177" y="12948"/>
                  </a:lnTo>
                  <a:lnTo>
                    <a:pt x="224068" y="26633"/>
                  </a:lnTo>
                  <a:lnTo>
                    <a:pt x="182653" y="44952"/>
                  </a:lnTo>
                  <a:lnTo>
                    <a:pt x="143345" y="67773"/>
                  </a:lnTo>
                  <a:lnTo>
                    <a:pt x="106554" y="94966"/>
                  </a:lnTo>
                  <a:lnTo>
                    <a:pt x="72693" y="126401"/>
                  </a:lnTo>
                  <a:lnTo>
                    <a:pt x="42171" y="161947"/>
                  </a:lnTo>
                  <a:lnTo>
                    <a:pt x="15402" y="201474"/>
                  </a:lnTo>
                  <a:lnTo>
                    <a:pt x="182779" y="300625"/>
                  </a:lnTo>
                  <a:lnTo>
                    <a:pt x="213328" y="260382"/>
                  </a:lnTo>
                  <a:lnTo>
                    <a:pt x="250969" y="229125"/>
                  </a:lnTo>
                  <a:lnTo>
                    <a:pt x="293902" y="207315"/>
                  </a:lnTo>
                  <a:lnTo>
                    <a:pt x="340329" y="195414"/>
                  </a:lnTo>
                  <a:lnTo>
                    <a:pt x="388449" y="193883"/>
                  </a:lnTo>
                  <a:lnTo>
                    <a:pt x="436462" y="203183"/>
                  </a:lnTo>
                  <a:lnTo>
                    <a:pt x="482569" y="223776"/>
                  </a:lnTo>
                  <a:lnTo>
                    <a:pt x="522783" y="254317"/>
                  </a:lnTo>
                  <a:lnTo>
                    <a:pt x="554010" y="291955"/>
                  </a:lnTo>
                  <a:lnTo>
                    <a:pt x="575791" y="334890"/>
                  </a:lnTo>
                  <a:lnTo>
                    <a:pt x="587664" y="381324"/>
                  </a:lnTo>
                  <a:lnTo>
                    <a:pt x="589172" y="429456"/>
                  </a:lnTo>
                  <a:lnTo>
                    <a:pt x="579852" y="477488"/>
                  </a:lnTo>
                  <a:lnTo>
                    <a:pt x="559246" y="523619"/>
                  </a:lnTo>
                  <a:lnTo>
                    <a:pt x="532715" y="559496"/>
                  </a:lnTo>
                  <a:lnTo>
                    <a:pt x="499999" y="588851"/>
                  </a:lnTo>
                  <a:lnTo>
                    <a:pt x="462268" y="610997"/>
                  </a:lnTo>
                  <a:lnTo>
                    <a:pt x="420693" y="625247"/>
                  </a:lnTo>
                  <a:lnTo>
                    <a:pt x="376444" y="630916"/>
                  </a:lnTo>
                  <a:lnTo>
                    <a:pt x="325480" y="634573"/>
                  </a:lnTo>
                  <a:lnTo>
                    <a:pt x="275828" y="643891"/>
                  </a:lnTo>
                  <a:lnTo>
                    <a:pt x="227904" y="658630"/>
                  </a:lnTo>
                  <a:lnTo>
                    <a:pt x="182126" y="678549"/>
                  </a:lnTo>
                  <a:lnTo>
                    <a:pt x="138910" y="703410"/>
                  </a:lnTo>
                  <a:lnTo>
                    <a:pt x="98672" y="732973"/>
                  </a:lnTo>
                  <a:lnTo>
                    <a:pt x="61830" y="766998"/>
                  </a:lnTo>
                  <a:lnTo>
                    <a:pt x="28800" y="805246"/>
                  </a:lnTo>
                  <a:lnTo>
                    <a:pt x="0" y="847477"/>
                  </a:lnTo>
                  <a:lnTo>
                    <a:pt x="167377" y="946628"/>
                  </a:lnTo>
                  <a:lnTo>
                    <a:pt x="198797" y="905407"/>
                  </a:lnTo>
                  <a:lnTo>
                    <a:pt x="237307" y="871898"/>
                  </a:lnTo>
                  <a:lnTo>
                    <a:pt x="281527" y="846881"/>
                  </a:lnTo>
                  <a:lnTo>
                    <a:pt x="330077" y="831140"/>
                  </a:lnTo>
                  <a:lnTo>
                    <a:pt x="428740" y="821640"/>
                  </a:lnTo>
                  <a:lnTo>
                    <a:pt x="474554" y="812589"/>
                  </a:lnTo>
                  <a:lnTo>
                    <a:pt x="518649" y="798550"/>
                  </a:lnTo>
                  <a:lnTo>
                    <a:pt x="560654" y="779769"/>
                  </a:lnTo>
                  <a:lnTo>
                    <a:pt x="600201" y="756491"/>
                  </a:lnTo>
                  <a:lnTo>
                    <a:pt x="636920" y="728963"/>
                  </a:lnTo>
                  <a:lnTo>
                    <a:pt x="670442" y="697431"/>
                  </a:lnTo>
                  <a:lnTo>
                    <a:pt x="700397" y="662142"/>
                  </a:lnTo>
                  <a:lnTo>
                    <a:pt x="726415" y="623341"/>
                  </a:lnTo>
                  <a:lnTo>
                    <a:pt x="748127" y="581274"/>
                  </a:lnTo>
                  <a:lnTo>
                    <a:pt x="765183" y="536068"/>
                  </a:lnTo>
                  <a:lnTo>
                    <a:pt x="776682" y="490179"/>
                  </a:lnTo>
                  <a:lnTo>
                    <a:pt x="782780" y="444016"/>
                  </a:lnTo>
                  <a:lnTo>
                    <a:pt x="783635" y="397991"/>
                  </a:lnTo>
                  <a:lnTo>
                    <a:pt x="779404" y="352512"/>
                  </a:lnTo>
                  <a:lnTo>
                    <a:pt x="770244" y="307990"/>
                  </a:lnTo>
                  <a:lnTo>
                    <a:pt x="756313" y="264834"/>
                  </a:lnTo>
                  <a:lnTo>
                    <a:pt x="737767" y="223455"/>
                  </a:lnTo>
                  <a:lnTo>
                    <a:pt x="714763" y="184262"/>
                  </a:lnTo>
                  <a:lnTo>
                    <a:pt x="687460" y="147666"/>
                  </a:lnTo>
                  <a:lnTo>
                    <a:pt x="656014" y="114076"/>
                  </a:lnTo>
                  <a:lnTo>
                    <a:pt x="620582" y="83903"/>
                  </a:lnTo>
                  <a:lnTo>
                    <a:pt x="581321" y="57556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0" name="object 50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520935" y="1378733"/>
              <a:ext cx="237592" cy="236587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023350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210" dirty="0"/>
              <a:t> </a:t>
            </a:r>
            <a:r>
              <a:rPr spc="-20" dirty="0"/>
              <a:t>Note</a:t>
            </a:r>
            <a:r>
              <a:rPr spc="-204" dirty="0"/>
              <a:t> </a:t>
            </a:r>
            <a:r>
              <a:rPr dirty="0"/>
              <a:t>on</a:t>
            </a:r>
            <a:r>
              <a:rPr spc="-200" dirty="0"/>
              <a:t> </a:t>
            </a:r>
            <a:r>
              <a:rPr spc="-50" dirty="0"/>
              <a:t>BT</a:t>
            </a:r>
            <a:r>
              <a:rPr spc="-200" dirty="0"/>
              <a:t> </a:t>
            </a:r>
            <a:r>
              <a:rPr spc="-60" dirty="0"/>
              <a:t>Addresses</a:t>
            </a:r>
            <a:r>
              <a:rPr spc="-200" dirty="0"/>
              <a:t> </a:t>
            </a:r>
            <a:r>
              <a:rPr dirty="0"/>
              <a:t>and</a:t>
            </a:r>
            <a:r>
              <a:rPr spc="-190" dirty="0"/>
              <a:t> </a:t>
            </a:r>
            <a:r>
              <a:rPr spc="-10" dirty="0"/>
              <a:t>Scanning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12700" y="1210817"/>
            <a:ext cx="8030845" cy="4799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139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Bluetooth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96240" marR="0" lvl="0" indent="-182880" defTabSz="914400" eaLnBrk="1" fontAlgn="auto" latinLnBrk="0" hangingPunct="1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96240" algn="l"/>
              </a:tabLst>
              <a:defRPr/>
            </a:pP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48-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bit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“unique”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value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96240" marR="0" lvl="0" indent="-182880" defTabSz="91440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96240" algn="l"/>
              </a:tabLst>
              <a:defRPr/>
            </a:pPr>
            <a:r>
              <a:rPr kumimoji="0" sz="2800" b="0" i="0" u="sng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AA:BB</a:t>
            </a:r>
            <a:r>
              <a:rPr kumimoji="0" sz="2800" b="0" i="0" u="sng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>
                  <a:solidFill>
                    <a:srgbClr val="404040"/>
                  </a:solidFill>
                </a:uFill>
                <a:latin typeface="Calibri"/>
                <a:cs typeface="Calibri"/>
              </a:rPr>
              <a:t>:</a:t>
            </a:r>
            <a:r>
              <a:rPr kumimoji="0" sz="2800" b="0" i="0" u="sng" strike="noStrike" kern="0" cap="none" spc="-1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>
                  <a:solidFill>
                    <a:srgbClr val="FFC000"/>
                  </a:solidFill>
                </a:uFill>
                <a:latin typeface="Calibri"/>
                <a:cs typeface="Calibri"/>
              </a:rPr>
              <a:t>CC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libri"/>
                <a:cs typeface="Calibri"/>
              </a:rPr>
              <a:t>DD:EE:FF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96240" marR="0" lvl="0" indent="-182880" defTabSz="91440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9624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Bytes:</a:t>
            </a:r>
            <a:r>
              <a:rPr kumimoji="0" sz="2800" b="0" i="0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Organizationally</a:t>
            </a:r>
            <a:r>
              <a:rPr kumimoji="0" sz="2800" b="0" i="0" u="none" strike="noStrike" kern="0" cap="none" spc="-10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Unique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Identifier</a:t>
            </a:r>
            <a:r>
              <a:rPr kumimoji="0" sz="28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(OUI)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579120" marR="0" lvl="1" indent="-18288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57912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800" b="0" i="0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2:</a:t>
            </a:r>
            <a:r>
              <a:rPr kumimoji="0" sz="2800" b="0" i="0" u="none" strike="noStrike" kern="0" cap="none" spc="-10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Non-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significant.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r>
              <a:rPr kumimoji="0" sz="28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Part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579120" marR="0" lvl="1" indent="-18288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57912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Third:</a:t>
            </a:r>
            <a:r>
              <a:rPr kumimoji="0" sz="28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Upper</a:t>
            </a:r>
            <a:r>
              <a:rPr kumimoji="0" sz="28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Part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96240" marR="0" lvl="0" indent="-18288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9624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Last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3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Bytes: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Lower</a:t>
            </a:r>
            <a:r>
              <a:rPr kumimoji="0" sz="28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Part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96240" marR="0" lvl="0" indent="-18288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FFCCFF"/>
              </a:buClr>
              <a:buSzTx/>
              <a:buFont typeface="Calibri"/>
              <a:buChar char="◦"/>
              <a:tabLst>
                <a:tab pos="396240" algn="l"/>
              </a:tabLst>
              <a:defRPr/>
            </a:pPr>
            <a:r>
              <a:rPr kumimoji="0" sz="2800" b="0" i="1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Normally</a:t>
            </a:r>
            <a:r>
              <a:rPr kumimoji="0" sz="2800" b="0" i="1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invisible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unless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discoverable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*OUI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=/=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Chip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manufacturer!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-185" dirty="0"/>
              <a:t> </a:t>
            </a:r>
            <a:r>
              <a:rPr spc="-70" dirty="0"/>
              <a:t>Enumerating</a:t>
            </a:r>
            <a:r>
              <a:rPr spc="-175" dirty="0"/>
              <a:t> </a:t>
            </a:r>
            <a:r>
              <a:rPr spc="-55" dirty="0"/>
              <a:t>Bluetooth</a:t>
            </a:r>
            <a:r>
              <a:rPr spc="-180" dirty="0"/>
              <a:t> </a:t>
            </a:r>
            <a:r>
              <a:rPr spc="-35" dirty="0"/>
              <a:t>Information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782571"/>
            <a:ext cx="5691505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Now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we’ve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found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device.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we’ll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requests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454654"/>
            <a:ext cx="595503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want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learn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much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possible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about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10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over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Bluetooth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4798517"/>
            <a:ext cx="562546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“info”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tool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“hcitool”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suite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good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start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265669" y="2850655"/>
            <a:ext cx="3775710" cy="1743075"/>
            <a:chOff x="6265669" y="2850655"/>
            <a:chExt cx="3775710" cy="1743075"/>
          </a:xfrm>
        </p:grpSpPr>
        <p:sp>
          <p:nvSpPr>
            <p:cNvPr id="7" name="object 7"/>
            <p:cNvSpPr/>
            <p:nvPr/>
          </p:nvSpPr>
          <p:spPr>
            <a:xfrm>
              <a:off x="7932420" y="3284220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3"/>
                  </a:lnTo>
                  <a:lnTo>
                    <a:pt x="90297" y="180593"/>
                  </a:lnTo>
                  <a:lnTo>
                    <a:pt x="90297" y="679703"/>
                  </a:lnTo>
                  <a:lnTo>
                    <a:pt x="270890" y="679703"/>
                  </a:lnTo>
                  <a:lnTo>
                    <a:pt x="270890" y="180593"/>
                  </a:lnTo>
                  <a:lnTo>
                    <a:pt x="361187" y="180593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932420" y="3284220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3"/>
                  </a:moveTo>
                  <a:lnTo>
                    <a:pt x="90297" y="180593"/>
                  </a:lnTo>
                  <a:lnTo>
                    <a:pt x="0" y="180593"/>
                  </a:lnTo>
                  <a:lnTo>
                    <a:pt x="180594" y="0"/>
                  </a:lnTo>
                  <a:lnTo>
                    <a:pt x="361187" y="180593"/>
                  </a:lnTo>
                  <a:lnTo>
                    <a:pt x="270890" y="180593"/>
                  </a:lnTo>
                  <a:lnTo>
                    <a:pt x="270890" y="679703"/>
                  </a:lnTo>
                  <a:lnTo>
                    <a:pt x="90297" y="679703"/>
                  </a:lnTo>
                  <a:close/>
                </a:path>
              </a:pathLst>
            </a:custGeom>
            <a:ln w="12699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895044" y="2850667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4">
                  <a:moveTo>
                    <a:pt x="39344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44" y="337324"/>
                  </a:lnTo>
                  <a:lnTo>
                    <a:pt x="39344" y="314833"/>
                  </a:lnTo>
                  <a:close/>
                </a:path>
                <a:path w="427354" h="427354">
                  <a:moveTo>
                    <a:pt x="39344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44" y="292341"/>
                  </a:lnTo>
                  <a:lnTo>
                    <a:pt x="39344" y="269862"/>
                  </a:lnTo>
                  <a:close/>
                </a:path>
                <a:path w="427354" h="427354">
                  <a:moveTo>
                    <a:pt x="39344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44" y="247370"/>
                  </a:lnTo>
                  <a:lnTo>
                    <a:pt x="39344" y="224878"/>
                  </a:lnTo>
                  <a:close/>
                </a:path>
                <a:path w="427354" h="427354">
                  <a:moveTo>
                    <a:pt x="39344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44" y="202387"/>
                  </a:lnTo>
                  <a:lnTo>
                    <a:pt x="39344" y="179908"/>
                  </a:lnTo>
                  <a:close/>
                </a:path>
                <a:path w="427354" h="427354">
                  <a:moveTo>
                    <a:pt x="39344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44" y="157416"/>
                  </a:lnTo>
                  <a:lnTo>
                    <a:pt x="39344" y="134924"/>
                  </a:lnTo>
                  <a:close/>
                </a:path>
                <a:path w="427354" h="427354">
                  <a:moveTo>
                    <a:pt x="39344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44" y="112433"/>
                  </a:lnTo>
                  <a:lnTo>
                    <a:pt x="39344" y="89954"/>
                  </a:lnTo>
                  <a:close/>
                </a:path>
                <a:path w="427354" h="427354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4">
                  <a:moveTo>
                    <a:pt x="112382" y="0"/>
                  </a:moveTo>
                  <a:lnTo>
                    <a:pt x="89916" y="0"/>
                  </a:lnTo>
                  <a:lnTo>
                    <a:pt x="89916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4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4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4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4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4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4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4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4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4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4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4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4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4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4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4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4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4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4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641399" y="3922928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265659" y="3821315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14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657" y="99707"/>
                  </a:lnTo>
                  <a:lnTo>
                    <a:pt x="180759" y="99580"/>
                  </a:lnTo>
                  <a:lnTo>
                    <a:pt x="211289" y="74942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23532" y="3884676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480822" y="0"/>
                  </a:moveTo>
                  <a:lnTo>
                    <a:pt x="480822" y="160400"/>
                  </a:lnTo>
                  <a:lnTo>
                    <a:pt x="0" y="160400"/>
                  </a:lnTo>
                  <a:lnTo>
                    <a:pt x="0" y="481203"/>
                  </a:lnTo>
                  <a:lnTo>
                    <a:pt x="480822" y="481203"/>
                  </a:lnTo>
                  <a:lnTo>
                    <a:pt x="480822" y="641604"/>
                  </a:lnTo>
                  <a:lnTo>
                    <a:pt x="801624" y="320801"/>
                  </a:lnTo>
                  <a:lnTo>
                    <a:pt x="48082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923532" y="3884676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0" y="160400"/>
                  </a:moveTo>
                  <a:lnTo>
                    <a:pt x="480822" y="160400"/>
                  </a:lnTo>
                  <a:lnTo>
                    <a:pt x="480822" y="0"/>
                  </a:lnTo>
                  <a:lnTo>
                    <a:pt x="801624" y="320801"/>
                  </a:lnTo>
                  <a:lnTo>
                    <a:pt x="480822" y="641604"/>
                  </a:lnTo>
                  <a:lnTo>
                    <a:pt x="480822" y="481203"/>
                  </a:lnTo>
                  <a:lnTo>
                    <a:pt x="0" y="481203"/>
                  </a:lnTo>
                  <a:lnTo>
                    <a:pt x="0" y="160400"/>
                  </a:lnTo>
                  <a:close/>
                </a:path>
              </a:pathLst>
            </a:custGeom>
            <a:ln w="12699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592594" y="3947424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427408"/>
                  </a:moveTo>
                  <a:lnTo>
                    <a:pt x="1441993" y="213704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lnTo>
                    <a:pt x="1048722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592594" y="3947424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320556"/>
                  </a:moveTo>
                  <a:lnTo>
                    <a:pt x="1048722" y="427408"/>
                  </a:lnTo>
                  <a:lnTo>
                    <a:pt x="1441993" y="213704"/>
                  </a:lnTo>
                  <a:lnTo>
                    <a:pt x="1382618" y="180312"/>
                  </a:lnTo>
                  <a:lnTo>
                    <a:pt x="1247201" y="106852"/>
                  </a:lnTo>
                  <a:lnTo>
                    <a:pt x="1110862" y="33391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6992723" y="2258678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308055" y="3706228"/>
            <a:ext cx="915035" cy="619125"/>
            <a:chOff x="10308055" y="3706228"/>
            <a:chExt cx="915035" cy="619125"/>
          </a:xfrm>
        </p:grpSpPr>
        <p:sp>
          <p:nvSpPr>
            <p:cNvPr id="18" name="object 18"/>
            <p:cNvSpPr/>
            <p:nvPr/>
          </p:nvSpPr>
          <p:spPr>
            <a:xfrm>
              <a:off x="10308055" y="3706228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15804" y="15813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0598714" y="3845909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object 20"/>
          <p:cNvSpPr/>
          <p:nvPr/>
        </p:nvSpPr>
        <p:spPr>
          <a:xfrm>
            <a:off x="10146645" y="4379142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1183677" y="80749"/>
                </a:lnTo>
                <a:lnTo>
                  <a:pt x="1204568" y="76502"/>
                </a:lnTo>
                <a:lnTo>
                  <a:pt x="1221676" y="64936"/>
                </a:lnTo>
                <a:lnTo>
                  <a:pt x="1233235" y="47819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92895" y="3502152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311150" marR="0" lvl="0" indent="0" defTabSz="91440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INFO?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-185" dirty="0"/>
              <a:t> </a:t>
            </a:r>
            <a:r>
              <a:rPr spc="-70" dirty="0"/>
              <a:t>Enumerating</a:t>
            </a:r>
            <a:r>
              <a:rPr spc="-175" dirty="0"/>
              <a:t> </a:t>
            </a:r>
            <a:r>
              <a:rPr spc="-55" dirty="0"/>
              <a:t>Bluetooth</a:t>
            </a:r>
            <a:r>
              <a:rPr spc="-180" dirty="0"/>
              <a:t> </a:t>
            </a:r>
            <a:r>
              <a:rPr spc="-35" dirty="0"/>
              <a:t>Information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782571"/>
            <a:ext cx="6054725" cy="1049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Follow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along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Lab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Manual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through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1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4.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Take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note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different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types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information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454654"/>
            <a:ext cx="5873750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Keep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mind,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all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obtained before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any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authentication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5128386"/>
            <a:ext cx="4481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just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know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its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address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265669" y="2850655"/>
            <a:ext cx="3775710" cy="1743075"/>
            <a:chOff x="6265669" y="2850655"/>
            <a:chExt cx="3775710" cy="1743075"/>
          </a:xfrm>
        </p:grpSpPr>
        <p:sp>
          <p:nvSpPr>
            <p:cNvPr id="7" name="object 7"/>
            <p:cNvSpPr/>
            <p:nvPr/>
          </p:nvSpPr>
          <p:spPr>
            <a:xfrm>
              <a:off x="7932420" y="3284220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3"/>
                  </a:lnTo>
                  <a:lnTo>
                    <a:pt x="90297" y="180593"/>
                  </a:lnTo>
                  <a:lnTo>
                    <a:pt x="90297" y="679703"/>
                  </a:lnTo>
                  <a:lnTo>
                    <a:pt x="270890" y="679703"/>
                  </a:lnTo>
                  <a:lnTo>
                    <a:pt x="270890" y="180593"/>
                  </a:lnTo>
                  <a:lnTo>
                    <a:pt x="361187" y="180593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932420" y="3284220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3"/>
                  </a:moveTo>
                  <a:lnTo>
                    <a:pt x="90297" y="180593"/>
                  </a:lnTo>
                  <a:lnTo>
                    <a:pt x="0" y="180593"/>
                  </a:lnTo>
                  <a:lnTo>
                    <a:pt x="180594" y="0"/>
                  </a:lnTo>
                  <a:lnTo>
                    <a:pt x="361187" y="180593"/>
                  </a:lnTo>
                  <a:lnTo>
                    <a:pt x="270890" y="180593"/>
                  </a:lnTo>
                  <a:lnTo>
                    <a:pt x="270890" y="679703"/>
                  </a:lnTo>
                  <a:lnTo>
                    <a:pt x="90297" y="679703"/>
                  </a:lnTo>
                  <a:close/>
                </a:path>
              </a:pathLst>
            </a:custGeom>
            <a:ln w="12699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895044" y="2850667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4">
                  <a:moveTo>
                    <a:pt x="39344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44" y="337324"/>
                  </a:lnTo>
                  <a:lnTo>
                    <a:pt x="39344" y="314833"/>
                  </a:lnTo>
                  <a:close/>
                </a:path>
                <a:path w="427354" h="427354">
                  <a:moveTo>
                    <a:pt x="39344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44" y="292341"/>
                  </a:lnTo>
                  <a:lnTo>
                    <a:pt x="39344" y="269862"/>
                  </a:lnTo>
                  <a:close/>
                </a:path>
                <a:path w="427354" h="427354">
                  <a:moveTo>
                    <a:pt x="39344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44" y="247370"/>
                  </a:lnTo>
                  <a:lnTo>
                    <a:pt x="39344" y="224878"/>
                  </a:lnTo>
                  <a:close/>
                </a:path>
                <a:path w="427354" h="427354">
                  <a:moveTo>
                    <a:pt x="39344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44" y="202387"/>
                  </a:lnTo>
                  <a:lnTo>
                    <a:pt x="39344" y="179908"/>
                  </a:lnTo>
                  <a:close/>
                </a:path>
                <a:path w="427354" h="427354">
                  <a:moveTo>
                    <a:pt x="39344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44" y="157416"/>
                  </a:lnTo>
                  <a:lnTo>
                    <a:pt x="39344" y="134924"/>
                  </a:lnTo>
                  <a:close/>
                </a:path>
                <a:path w="427354" h="427354">
                  <a:moveTo>
                    <a:pt x="39344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44" y="112433"/>
                  </a:lnTo>
                  <a:lnTo>
                    <a:pt x="39344" y="89954"/>
                  </a:lnTo>
                  <a:close/>
                </a:path>
                <a:path w="427354" h="427354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4">
                  <a:moveTo>
                    <a:pt x="112382" y="0"/>
                  </a:moveTo>
                  <a:lnTo>
                    <a:pt x="89916" y="0"/>
                  </a:lnTo>
                  <a:lnTo>
                    <a:pt x="89916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4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4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4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4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4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4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4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4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4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4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4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4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4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4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4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4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4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4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641399" y="3922928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265659" y="3821315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14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657" y="99707"/>
                  </a:lnTo>
                  <a:lnTo>
                    <a:pt x="180759" y="99580"/>
                  </a:lnTo>
                  <a:lnTo>
                    <a:pt x="211289" y="74942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23532" y="3884676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480822" y="0"/>
                  </a:moveTo>
                  <a:lnTo>
                    <a:pt x="480822" y="160400"/>
                  </a:lnTo>
                  <a:lnTo>
                    <a:pt x="0" y="160400"/>
                  </a:lnTo>
                  <a:lnTo>
                    <a:pt x="0" y="481203"/>
                  </a:lnTo>
                  <a:lnTo>
                    <a:pt x="480822" y="481203"/>
                  </a:lnTo>
                  <a:lnTo>
                    <a:pt x="480822" y="641604"/>
                  </a:lnTo>
                  <a:lnTo>
                    <a:pt x="801624" y="320801"/>
                  </a:lnTo>
                  <a:lnTo>
                    <a:pt x="48082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923532" y="3884676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0" y="160400"/>
                  </a:moveTo>
                  <a:lnTo>
                    <a:pt x="480822" y="160400"/>
                  </a:lnTo>
                  <a:lnTo>
                    <a:pt x="480822" y="0"/>
                  </a:lnTo>
                  <a:lnTo>
                    <a:pt x="801624" y="320801"/>
                  </a:lnTo>
                  <a:lnTo>
                    <a:pt x="480822" y="641604"/>
                  </a:lnTo>
                  <a:lnTo>
                    <a:pt x="480822" y="481203"/>
                  </a:lnTo>
                  <a:lnTo>
                    <a:pt x="0" y="481203"/>
                  </a:lnTo>
                  <a:lnTo>
                    <a:pt x="0" y="160400"/>
                  </a:lnTo>
                  <a:close/>
                </a:path>
              </a:pathLst>
            </a:custGeom>
            <a:ln w="12699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592594" y="3947424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427408"/>
                  </a:moveTo>
                  <a:lnTo>
                    <a:pt x="1441993" y="213704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lnTo>
                    <a:pt x="1048722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592594" y="3947424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320556"/>
                  </a:moveTo>
                  <a:lnTo>
                    <a:pt x="1048722" y="427408"/>
                  </a:lnTo>
                  <a:lnTo>
                    <a:pt x="1441993" y="213704"/>
                  </a:lnTo>
                  <a:lnTo>
                    <a:pt x="1382618" y="180312"/>
                  </a:lnTo>
                  <a:lnTo>
                    <a:pt x="1247201" y="106852"/>
                  </a:lnTo>
                  <a:lnTo>
                    <a:pt x="1110862" y="33391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6992723" y="2258678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308055" y="3706228"/>
            <a:ext cx="915035" cy="619125"/>
            <a:chOff x="10308055" y="3706228"/>
            <a:chExt cx="915035" cy="619125"/>
          </a:xfrm>
        </p:grpSpPr>
        <p:sp>
          <p:nvSpPr>
            <p:cNvPr id="18" name="object 18"/>
            <p:cNvSpPr/>
            <p:nvPr/>
          </p:nvSpPr>
          <p:spPr>
            <a:xfrm>
              <a:off x="10308055" y="3706228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15804" y="15813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0598714" y="3845909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object 20"/>
          <p:cNvSpPr/>
          <p:nvPr/>
        </p:nvSpPr>
        <p:spPr>
          <a:xfrm>
            <a:off x="10146645" y="4379142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1183677" y="80749"/>
                </a:lnTo>
                <a:lnTo>
                  <a:pt x="1204568" y="76502"/>
                </a:lnTo>
                <a:lnTo>
                  <a:pt x="1221676" y="64936"/>
                </a:lnTo>
                <a:lnTo>
                  <a:pt x="1233235" y="47819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92895" y="3502152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311150" marR="0" lvl="0" indent="0" defTabSz="91440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INFO?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-185" dirty="0"/>
              <a:t> </a:t>
            </a:r>
            <a:r>
              <a:rPr spc="-70" dirty="0"/>
              <a:t>Enumerating</a:t>
            </a:r>
            <a:r>
              <a:rPr spc="-175" dirty="0"/>
              <a:t> </a:t>
            </a:r>
            <a:r>
              <a:rPr spc="-55" dirty="0"/>
              <a:t>Bluetooth</a:t>
            </a:r>
            <a:r>
              <a:rPr spc="-180" dirty="0"/>
              <a:t> </a:t>
            </a:r>
            <a:r>
              <a:rPr spc="-35" dirty="0"/>
              <a:t>Information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782571"/>
            <a:ext cx="6022340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Something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take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note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of: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information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obtained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mostly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about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Bluetooth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adapter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itself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454654"/>
            <a:ext cx="556641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There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isn’t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much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2400" b="0" i="1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adapter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doing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resides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4798517"/>
            <a:ext cx="5118100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next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give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some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regarding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it’s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hoping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do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265669" y="2850655"/>
            <a:ext cx="3775710" cy="1743075"/>
            <a:chOff x="6265669" y="2850655"/>
            <a:chExt cx="3775710" cy="1743075"/>
          </a:xfrm>
        </p:grpSpPr>
        <p:sp>
          <p:nvSpPr>
            <p:cNvPr id="7" name="object 7"/>
            <p:cNvSpPr/>
            <p:nvPr/>
          </p:nvSpPr>
          <p:spPr>
            <a:xfrm>
              <a:off x="7932420" y="3284220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3"/>
                  </a:lnTo>
                  <a:lnTo>
                    <a:pt x="90297" y="180593"/>
                  </a:lnTo>
                  <a:lnTo>
                    <a:pt x="90297" y="679703"/>
                  </a:lnTo>
                  <a:lnTo>
                    <a:pt x="270890" y="679703"/>
                  </a:lnTo>
                  <a:lnTo>
                    <a:pt x="270890" y="180593"/>
                  </a:lnTo>
                  <a:lnTo>
                    <a:pt x="361187" y="180593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932420" y="3284220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3"/>
                  </a:moveTo>
                  <a:lnTo>
                    <a:pt x="90297" y="180593"/>
                  </a:lnTo>
                  <a:lnTo>
                    <a:pt x="0" y="180593"/>
                  </a:lnTo>
                  <a:lnTo>
                    <a:pt x="180594" y="0"/>
                  </a:lnTo>
                  <a:lnTo>
                    <a:pt x="361187" y="180593"/>
                  </a:lnTo>
                  <a:lnTo>
                    <a:pt x="270890" y="180593"/>
                  </a:lnTo>
                  <a:lnTo>
                    <a:pt x="270890" y="679703"/>
                  </a:lnTo>
                  <a:lnTo>
                    <a:pt x="90297" y="679703"/>
                  </a:lnTo>
                  <a:close/>
                </a:path>
              </a:pathLst>
            </a:custGeom>
            <a:ln w="12699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895044" y="2850667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4">
                  <a:moveTo>
                    <a:pt x="39344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44" y="337324"/>
                  </a:lnTo>
                  <a:lnTo>
                    <a:pt x="39344" y="314833"/>
                  </a:lnTo>
                  <a:close/>
                </a:path>
                <a:path w="427354" h="427354">
                  <a:moveTo>
                    <a:pt x="39344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44" y="292341"/>
                  </a:lnTo>
                  <a:lnTo>
                    <a:pt x="39344" y="269862"/>
                  </a:lnTo>
                  <a:close/>
                </a:path>
                <a:path w="427354" h="427354">
                  <a:moveTo>
                    <a:pt x="39344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44" y="247370"/>
                  </a:lnTo>
                  <a:lnTo>
                    <a:pt x="39344" y="224878"/>
                  </a:lnTo>
                  <a:close/>
                </a:path>
                <a:path w="427354" h="427354">
                  <a:moveTo>
                    <a:pt x="39344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44" y="202387"/>
                  </a:lnTo>
                  <a:lnTo>
                    <a:pt x="39344" y="179908"/>
                  </a:lnTo>
                  <a:close/>
                </a:path>
                <a:path w="427354" h="427354">
                  <a:moveTo>
                    <a:pt x="39344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44" y="157416"/>
                  </a:lnTo>
                  <a:lnTo>
                    <a:pt x="39344" y="134924"/>
                  </a:lnTo>
                  <a:close/>
                </a:path>
                <a:path w="427354" h="427354">
                  <a:moveTo>
                    <a:pt x="39344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44" y="112433"/>
                  </a:lnTo>
                  <a:lnTo>
                    <a:pt x="39344" y="89954"/>
                  </a:lnTo>
                  <a:close/>
                </a:path>
                <a:path w="427354" h="427354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4">
                  <a:moveTo>
                    <a:pt x="112382" y="0"/>
                  </a:moveTo>
                  <a:lnTo>
                    <a:pt x="89916" y="0"/>
                  </a:lnTo>
                  <a:lnTo>
                    <a:pt x="89916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4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4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4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4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4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4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4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4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4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4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4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4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4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4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4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4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4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4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641399" y="3922928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265659" y="3821315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14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657" y="99707"/>
                  </a:lnTo>
                  <a:lnTo>
                    <a:pt x="180759" y="99580"/>
                  </a:lnTo>
                  <a:lnTo>
                    <a:pt x="211289" y="74942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923532" y="3884676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480822" y="0"/>
                  </a:moveTo>
                  <a:lnTo>
                    <a:pt x="480822" y="160400"/>
                  </a:lnTo>
                  <a:lnTo>
                    <a:pt x="0" y="160400"/>
                  </a:lnTo>
                  <a:lnTo>
                    <a:pt x="0" y="481203"/>
                  </a:lnTo>
                  <a:lnTo>
                    <a:pt x="480822" y="481203"/>
                  </a:lnTo>
                  <a:lnTo>
                    <a:pt x="480822" y="641604"/>
                  </a:lnTo>
                  <a:lnTo>
                    <a:pt x="801624" y="320801"/>
                  </a:lnTo>
                  <a:lnTo>
                    <a:pt x="48082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923532" y="3884676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0" y="160400"/>
                  </a:moveTo>
                  <a:lnTo>
                    <a:pt x="480822" y="160400"/>
                  </a:lnTo>
                  <a:lnTo>
                    <a:pt x="480822" y="0"/>
                  </a:lnTo>
                  <a:lnTo>
                    <a:pt x="801624" y="320801"/>
                  </a:lnTo>
                  <a:lnTo>
                    <a:pt x="480822" y="641604"/>
                  </a:lnTo>
                  <a:lnTo>
                    <a:pt x="480822" y="481203"/>
                  </a:lnTo>
                  <a:lnTo>
                    <a:pt x="0" y="481203"/>
                  </a:lnTo>
                  <a:lnTo>
                    <a:pt x="0" y="160400"/>
                  </a:lnTo>
                  <a:close/>
                </a:path>
              </a:pathLst>
            </a:custGeom>
            <a:ln w="12699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592594" y="3947424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427408"/>
                  </a:moveTo>
                  <a:lnTo>
                    <a:pt x="1441993" y="213704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lnTo>
                    <a:pt x="1048722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592594" y="3947424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320556"/>
                  </a:moveTo>
                  <a:lnTo>
                    <a:pt x="1048722" y="427408"/>
                  </a:lnTo>
                  <a:lnTo>
                    <a:pt x="1441993" y="213704"/>
                  </a:lnTo>
                  <a:lnTo>
                    <a:pt x="1382618" y="180312"/>
                  </a:lnTo>
                  <a:lnTo>
                    <a:pt x="1247201" y="106852"/>
                  </a:lnTo>
                  <a:lnTo>
                    <a:pt x="1110862" y="33391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6992723" y="2258678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308055" y="3706228"/>
            <a:ext cx="915035" cy="619125"/>
            <a:chOff x="10308055" y="3706228"/>
            <a:chExt cx="915035" cy="619125"/>
          </a:xfrm>
        </p:grpSpPr>
        <p:sp>
          <p:nvSpPr>
            <p:cNvPr id="18" name="object 18"/>
            <p:cNvSpPr/>
            <p:nvPr/>
          </p:nvSpPr>
          <p:spPr>
            <a:xfrm>
              <a:off x="10308055" y="3706228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15804" y="15813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0598714" y="3845909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object 20"/>
          <p:cNvSpPr/>
          <p:nvPr/>
        </p:nvSpPr>
        <p:spPr>
          <a:xfrm>
            <a:off x="10146645" y="4379142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1183677" y="80749"/>
                </a:lnTo>
                <a:lnTo>
                  <a:pt x="1204568" y="76502"/>
                </a:lnTo>
                <a:lnTo>
                  <a:pt x="1221676" y="64936"/>
                </a:lnTo>
                <a:lnTo>
                  <a:pt x="1233235" y="47819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92895" y="3502152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311150" marR="0" lvl="0" indent="0" defTabSz="914400" eaLnBrk="1" fontAlgn="auto" latinLnBrk="0" hangingPunct="1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INFO?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spc="-200" dirty="0"/>
              <a:t> </a:t>
            </a:r>
            <a:r>
              <a:rPr spc="-55" dirty="0"/>
              <a:t>Identifying</a:t>
            </a:r>
            <a:r>
              <a:rPr spc="-200" dirty="0"/>
              <a:t> </a:t>
            </a:r>
            <a:r>
              <a:rPr spc="-35" dirty="0"/>
              <a:t>BT</a:t>
            </a:r>
            <a:r>
              <a:rPr spc="-185" dirty="0"/>
              <a:t> </a:t>
            </a:r>
            <a:r>
              <a:rPr spc="-10" dirty="0"/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219961"/>
            <a:ext cx="5724525" cy="13792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90000"/>
              </a:lnSpc>
              <a:spcBef>
                <a:spcPts val="3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used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lots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different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applications.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applications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individual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configured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support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discovered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using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1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Discovery</a:t>
            </a:r>
            <a:r>
              <a:rPr kumimoji="0" sz="2400" b="0" i="1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Protocol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222447"/>
            <a:ext cx="5803900" cy="105029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special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protocol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it’s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meant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let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learn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about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sz="2400" b="0" i="1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they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interact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another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4895215"/>
            <a:ext cx="536511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result,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often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shared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without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encryption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authentication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131557" y="2683014"/>
            <a:ext cx="3775710" cy="1741805"/>
            <a:chOff x="6131557" y="2683014"/>
            <a:chExt cx="3775710" cy="1741805"/>
          </a:xfrm>
        </p:grpSpPr>
        <p:sp>
          <p:nvSpPr>
            <p:cNvPr id="7" name="object 7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4"/>
                  </a:lnTo>
                  <a:lnTo>
                    <a:pt x="90297" y="180594"/>
                  </a:lnTo>
                  <a:lnTo>
                    <a:pt x="90297" y="679704"/>
                  </a:lnTo>
                  <a:lnTo>
                    <a:pt x="270891" y="679704"/>
                  </a:lnTo>
                  <a:lnTo>
                    <a:pt x="270891" y="180594"/>
                  </a:lnTo>
                  <a:lnTo>
                    <a:pt x="361188" y="180594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4"/>
                  </a:moveTo>
                  <a:lnTo>
                    <a:pt x="90297" y="180594"/>
                  </a:lnTo>
                  <a:lnTo>
                    <a:pt x="0" y="180594"/>
                  </a:lnTo>
                  <a:lnTo>
                    <a:pt x="180594" y="0"/>
                  </a:lnTo>
                  <a:lnTo>
                    <a:pt x="361188" y="180594"/>
                  </a:lnTo>
                  <a:lnTo>
                    <a:pt x="270891" y="180594"/>
                  </a:lnTo>
                  <a:lnTo>
                    <a:pt x="270891" y="679704"/>
                  </a:lnTo>
                  <a:lnTo>
                    <a:pt x="90297" y="67970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760932" y="2683027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31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31" y="337324"/>
                  </a:lnTo>
                  <a:lnTo>
                    <a:pt x="39331" y="314833"/>
                  </a:lnTo>
                  <a:close/>
                </a:path>
                <a:path w="427354" h="427355">
                  <a:moveTo>
                    <a:pt x="39331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31" y="292341"/>
                  </a:lnTo>
                  <a:lnTo>
                    <a:pt x="39331" y="269862"/>
                  </a:lnTo>
                  <a:close/>
                </a:path>
                <a:path w="427354" h="427355">
                  <a:moveTo>
                    <a:pt x="39331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31" y="247370"/>
                  </a:lnTo>
                  <a:lnTo>
                    <a:pt x="39331" y="224878"/>
                  </a:lnTo>
                  <a:close/>
                </a:path>
                <a:path w="427354" h="427355">
                  <a:moveTo>
                    <a:pt x="39331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31" y="202387"/>
                  </a:lnTo>
                  <a:lnTo>
                    <a:pt x="39331" y="179908"/>
                  </a:lnTo>
                  <a:close/>
                </a:path>
                <a:path w="427354" h="427355">
                  <a:moveTo>
                    <a:pt x="39331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31" y="157416"/>
                  </a:lnTo>
                  <a:lnTo>
                    <a:pt x="39331" y="134924"/>
                  </a:lnTo>
                  <a:close/>
                </a:path>
                <a:path w="427354" h="427355">
                  <a:moveTo>
                    <a:pt x="39331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31" y="112433"/>
                  </a:lnTo>
                  <a:lnTo>
                    <a:pt x="39331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03" y="0"/>
                  </a:lnTo>
                  <a:lnTo>
                    <a:pt x="89903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508811" y="3753764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131547" y="3652151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14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759" y="99580"/>
                  </a:lnTo>
                  <a:lnTo>
                    <a:pt x="211289" y="74942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483107" y="0"/>
                  </a:moveTo>
                  <a:lnTo>
                    <a:pt x="483107" y="160019"/>
                  </a:lnTo>
                  <a:lnTo>
                    <a:pt x="0" y="160019"/>
                  </a:lnTo>
                  <a:lnTo>
                    <a:pt x="0" y="480059"/>
                  </a:lnTo>
                  <a:lnTo>
                    <a:pt x="483107" y="480059"/>
                  </a:lnTo>
                  <a:lnTo>
                    <a:pt x="483107" y="640080"/>
                  </a:lnTo>
                  <a:lnTo>
                    <a:pt x="803148" y="320039"/>
                  </a:lnTo>
                  <a:lnTo>
                    <a:pt x="48310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0" y="160019"/>
                  </a:moveTo>
                  <a:lnTo>
                    <a:pt x="483107" y="160019"/>
                  </a:lnTo>
                  <a:lnTo>
                    <a:pt x="483107" y="0"/>
                  </a:lnTo>
                  <a:lnTo>
                    <a:pt x="803148" y="320039"/>
                  </a:lnTo>
                  <a:lnTo>
                    <a:pt x="483107" y="640080"/>
                  </a:lnTo>
                  <a:lnTo>
                    <a:pt x="483107" y="480059"/>
                  </a:lnTo>
                  <a:lnTo>
                    <a:pt x="0" y="480059"/>
                  </a:lnTo>
                  <a:lnTo>
                    <a:pt x="0" y="160019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427408"/>
                  </a:moveTo>
                  <a:lnTo>
                    <a:pt x="1440584" y="213704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lnTo>
                    <a:pt x="1047697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320556"/>
                  </a:moveTo>
                  <a:lnTo>
                    <a:pt x="1047697" y="427408"/>
                  </a:lnTo>
                  <a:lnTo>
                    <a:pt x="1440584" y="213704"/>
                  </a:lnTo>
                  <a:lnTo>
                    <a:pt x="1381267" y="180312"/>
                  </a:lnTo>
                  <a:lnTo>
                    <a:pt x="1245982" y="106852"/>
                  </a:lnTo>
                  <a:lnTo>
                    <a:pt x="1109776" y="33391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6860135" y="2089514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174178" y="3537365"/>
            <a:ext cx="916305" cy="620395"/>
            <a:chOff x="10174178" y="3537365"/>
            <a:chExt cx="916305" cy="620395"/>
          </a:xfrm>
        </p:grpSpPr>
        <p:sp>
          <p:nvSpPr>
            <p:cNvPr id="18" name="object 18"/>
            <p:cNvSpPr/>
            <p:nvPr/>
          </p:nvSpPr>
          <p:spPr>
            <a:xfrm>
              <a:off x="10174178" y="3537365"/>
              <a:ext cx="916305" cy="620395"/>
            </a:xfrm>
            <a:custGeom>
              <a:avLst/>
              <a:gdLst/>
              <a:ahLst/>
              <a:cxnLst/>
              <a:rect l="l" t="t" r="r" b="b"/>
              <a:pathLst>
                <a:path w="916304" h="620395">
                  <a:moveTo>
                    <a:pt x="861880" y="0"/>
                  </a:moveTo>
                  <a:lnTo>
                    <a:pt x="53867" y="0"/>
                  </a:lnTo>
                  <a:lnTo>
                    <a:pt x="32951" y="4252"/>
                  </a:lnTo>
                  <a:lnTo>
                    <a:pt x="15823" y="15832"/>
                  </a:lnTo>
                  <a:lnTo>
                    <a:pt x="4250" y="32969"/>
                  </a:lnTo>
                  <a:lnTo>
                    <a:pt x="0" y="53897"/>
                  </a:lnTo>
                  <a:lnTo>
                    <a:pt x="0" y="619817"/>
                  </a:lnTo>
                  <a:lnTo>
                    <a:pt x="915748" y="619817"/>
                  </a:lnTo>
                  <a:lnTo>
                    <a:pt x="915748" y="538971"/>
                  </a:lnTo>
                  <a:lnTo>
                    <a:pt x="80801" y="538971"/>
                  </a:lnTo>
                  <a:lnTo>
                    <a:pt x="80801" y="80845"/>
                  </a:lnTo>
                  <a:lnTo>
                    <a:pt x="915748" y="80845"/>
                  </a:lnTo>
                  <a:lnTo>
                    <a:pt x="915748" y="53897"/>
                  </a:lnTo>
                  <a:lnTo>
                    <a:pt x="911498" y="32969"/>
                  </a:lnTo>
                  <a:lnTo>
                    <a:pt x="899924" y="15832"/>
                  </a:lnTo>
                  <a:lnTo>
                    <a:pt x="882796" y="4252"/>
                  </a:lnTo>
                  <a:lnTo>
                    <a:pt x="861880" y="0"/>
                  </a:lnTo>
                  <a:close/>
                </a:path>
                <a:path w="916304" h="620395">
                  <a:moveTo>
                    <a:pt x="915748" y="80845"/>
                  </a:moveTo>
                  <a:lnTo>
                    <a:pt x="834947" y="80845"/>
                  </a:lnTo>
                  <a:lnTo>
                    <a:pt x="834947" y="538971"/>
                  </a:lnTo>
                  <a:lnTo>
                    <a:pt x="915748" y="538971"/>
                  </a:lnTo>
                  <a:lnTo>
                    <a:pt x="915748" y="80845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0464602" y="3676745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object 20"/>
          <p:cNvSpPr/>
          <p:nvPr/>
        </p:nvSpPr>
        <p:spPr>
          <a:xfrm>
            <a:off x="10012576" y="4211080"/>
            <a:ext cx="1239520" cy="81280"/>
          </a:xfrm>
          <a:custGeom>
            <a:avLst/>
            <a:gdLst/>
            <a:ahLst/>
            <a:cxnLst/>
            <a:rect l="l" t="t" r="r" b="b"/>
            <a:pathLst>
              <a:path w="1239520" h="81279">
                <a:moveTo>
                  <a:pt x="1238953" y="0"/>
                </a:moveTo>
                <a:lnTo>
                  <a:pt x="700278" y="0"/>
                </a:lnTo>
                <a:lnTo>
                  <a:pt x="700278" y="21558"/>
                </a:lnTo>
                <a:lnTo>
                  <a:pt x="694891" y="26948"/>
                </a:lnTo>
                <a:lnTo>
                  <a:pt x="544062" y="26948"/>
                </a:lnTo>
                <a:lnTo>
                  <a:pt x="538675" y="21558"/>
                </a:lnTo>
                <a:lnTo>
                  <a:pt x="538675" y="0"/>
                </a:lnTo>
                <a:lnTo>
                  <a:pt x="0" y="0"/>
                </a:lnTo>
                <a:lnTo>
                  <a:pt x="4250" y="47875"/>
                </a:lnTo>
                <a:lnTo>
                  <a:pt x="32951" y="76592"/>
                </a:lnTo>
                <a:lnTo>
                  <a:pt x="53867" y="80845"/>
                </a:lnTo>
                <a:lnTo>
                  <a:pt x="1185086" y="80845"/>
                </a:lnTo>
                <a:lnTo>
                  <a:pt x="1206002" y="76592"/>
                </a:lnTo>
                <a:lnTo>
                  <a:pt x="1223130" y="65013"/>
                </a:lnTo>
                <a:lnTo>
                  <a:pt x="1234703" y="47875"/>
                </a:lnTo>
                <a:lnTo>
                  <a:pt x="1238953" y="26948"/>
                </a:lnTo>
                <a:lnTo>
                  <a:pt x="1238953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339464" y="4354093"/>
            <a:ext cx="584200" cy="753745"/>
          </a:xfrm>
          <a:custGeom>
            <a:avLst/>
            <a:gdLst/>
            <a:ahLst/>
            <a:cxnLst/>
            <a:rect l="l" t="t" r="r" b="b"/>
            <a:pathLst>
              <a:path w="584200" h="753745">
                <a:moveTo>
                  <a:pt x="197764" y="565111"/>
                </a:moveTo>
                <a:lnTo>
                  <a:pt x="122428" y="565111"/>
                </a:lnTo>
                <a:lnTo>
                  <a:pt x="122428" y="640486"/>
                </a:lnTo>
                <a:lnTo>
                  <a:pt x="197764" y="640486"/>
                </a:lnTo>
                <a:lnTo>
                  <a:pt x="197764" y="565111"/>
                </a:lnTo>
                <a:close/>
              </a:path>
              <a:path w="584200" h="753745">
                <a:moveTo>
                  <a:pt x="197764" y="414350"/>
                </a:moveTo>
                <a:lnTo>
                  <a:pt x="122428" y="414350"/>
                </a:lnTo>
                <a:lnTo>
                  <a:pt x="122428" y="489724"/>
                </a:lnTo>
                <a:lnTo>
                  <a:pt x="197764" y="489724"/>
                </a:lnTo>
                <a:lnTo>
                  <a:pt x="197764" y="414350"/>
                </a:lnTo>
                <a:close/>
              </a:path>
              <a:path w="584200" h="753745">
                <a:moveTo>
                  <a:pt x="197764" y="263588"/>
                </a:moveTo>
                <a:lnTo>
                  <a:pt x="122428" y="263588"/>
                </a:lnTo>
                <a:lnTo>
                  <a:pt x="122428" y="338975"/>
                </a:lnTo>
                <a:lnTo>
                  <a:pt x="197764" y="338975"/>
                </a:lnTo>
                <a:lnTo>
                  <a:pt x="197764" y="263588"/>
                </a:lnTo>
                <a:close/>
              </a:path>
              <a:path w="584200" h="753745">
                <a:moveTo>
                  <a:pt x="197764" y="112826"/>
                </a:moveTo>
                <a:lnTo>
                  <a:pt x="122428" y="112826"/>
                </a:lnTo>
                <a:lnTo>
                  <a:pt x="122428" y="188214"/>
                </a:lnTo>
                <a:lnTo>
                  <a:pt x="197764" y="188214"/>
                </a:lnTo>
                <a:lnTo>
                  <a:pt x="197764" y="112826"/>
                </a:lnTo>
                <a:close/>
              </a:path>
              <a:path w="584200" h="753745">
                <a:moveTo>
                  <a:pt x="461454" y="583958"/>
                </a:moveTo>
                <a:lnTo>
                  <a:pt x="273100" y="583958"/>
                </a:lnTo>
                <a:lnTo>
                  <a:pt x="273100" y="621652"/>
                </a:lnTo>
                <a:lnTo>
                  <a:pt x="461454" y="621652"/>
                </a:lnTo>
                <a:lnTo>
                  <a:pt x="461454" y="583958"/>
                </a:lnTo>
                <a:close/>
              </a:path>
              <a:path w="584200" h="753745">
                <a:moveTo>
                  <a:pt x="461454" y="433197"/>
                </a:moveTo>
                <a:lnTo>
                  <a:pt x="273100" y="433197"/>
                </a:lnTo>
                <a:lnTo>
                  <a:pt x="273100" y="470890"/>
                </a:lnTo>
                <a:lnTo>
                  <a:pt x="461454" y="470890"/>
                </a:lnTo>
                <a:lnTo>
                  <a:pt x="461454" y="433197"/>
                </a:lnTo>
                <a:close/>
              </a:path>
              <a:path w="584200" h="753745">
                <a:moveTo>
                  <a:pt x="461454" y="282435"/>
                </a:moveTo>
                <a:lnTo>
                  <a:pt x="273100" y="282435"/>
                </a:lnTo>
                <a:lnTo>
                  <a:pt x="273100" y="320128"/>
                </a:lnTo>
                <a:lnTo>
                  <a:pt x="461454" y="320128"/>
                </a:lnTo>
                <a:lnTo>
                  <a:pt x="461454" y="282435"/>
                </a:lnTo>
                <a:close/>
              </a:path>
              <a:path w="584200" h="753745">
                <a:moveTo>
                  <a:pt x="461454" y="131673"/>
                </a:moveTo>
                <a:lnTo>
                  <a:pt x="273100" y="131673"/>
                </a:lnTo>
                <a:lnTo>
                  <a:pt x="273100" y="169367"/>
                </a:lnTo>
                <a:lnTo>
                  <a:pt x="461454" y="169367"/>
                </a:lnTo>
                <a:lnTo>
                  <a:pt x="461454" y="131673"/>
                </a:lnTo>
                <a:close/>
              </a:path>
              <a:path w="584200" h="753745">
                <a:moveTo>
                  <a:pt x="583869" y="56286"/>
                </a:moveTo>
                <a:lnTo>
                  <a:pt x="527367" y="56286"/>
                </a:lnTo>
                <a:lnTo>
                  <a:pt x="527367" y="697026"/>
                </a:lnTo>
                <a:lnTo>
                  <a:pt x="583869" y="697026"/>
                </a:lnTo>
                <a:lnTo>
                  <a:pt x="583869" y="56286"/>
                </a:lnTo>
                <a:close/>
              </a:path>
              <a:path w="584200" h="753745">
                <a:moveTo>
                  <a:pt x="583869" y="0"/>
                </a:moveTo>
                <a:lnTo>
                  <a:pt x="0" y="0"/>
                </a:lnTo>
                <a:lnTo>
                  <a:pt x="0" y="55905"/>
                </a:lnTo>
                <a:lnTo>
                  <a:pt x="0" y="697433"/>
                </a:lnTo>
                <a:lnTo>
                  <a:pt x="0" y="753325"/>
                </a:lnTo>
                <a:lnTo>
                  <a:pt x="583869" y="753325"/>
                </a:lnTo>
                <a:lnTo>
                  <a:pt x="583869" y="697433"/>
                </a:lnTo>
                <a:lnTo>
                  <a:pt x="56502" y="697433"/>
                </a:lnTo>
                <a:lnTo>
                  <a:pt x="56502" y="55905"/>
                </a:lnTo>
                <a:lnTo>
                  <a:pt x="583869" y="55905"/>
                </a:lnTo>
                <a:lnTo>
                  <a:pt x="5838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0307" y="3334511"/>
            <a:ext cx="119062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540" marR="0" lvl="0" indent="0" algn="ctr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034016" y="5186171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63830" marR="0" lvl="0" indent="0" defTabSz="91440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SERVICES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spc="-200" dirty="0"/>
              <a:t> </a:t>
            </a:r>
            <a:r>
              <a:rPr spc="-55" dirty="0"/>
              <a:t>Identifying</a:t>
            </a:r>
            <a:r>
              <a:rPr spc="-200" dirty="0"/>
              <a:t> </a:t>
            </a:r>
            <a:r>
              <a:rPr spc="-35" dirty="0"/>
              <a:t>BT</a:t>
            </a:r>
            <a:r>
              <a:rPr spc="-185" dirty="0"/>
              <a:t> </a:t>
            </a:r>
            <a:r>
              <a:rPr spc="-10" dirty="0"/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727149"/>
            <a:ext cx="5899785" cy="105029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When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want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learn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what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services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device,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checking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server</a:t>
            </a:r>
            <a:r>
              <a:rPr kumimoji="0" sz="2400" b="0" i="0" u="none" strike="noStrike" kern="0" cap="none" spc="60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good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399790"/>
            <a:ext cx="5535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seen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“port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scan”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4414773"/>
            <a:ext cx="5712460" cy="72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Follow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Lab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Manual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through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5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get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some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device’s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server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131557" y="2683014"/>
            <a:ext cx="3775710" cy="1741805"/>
            <a:chOff x="6131557" y="2683014"/>
            <a:chExt cx="3775710" cy="1741805"/>
          </a:xfrm>
        </p:grpSpPr>
        <p:sp>
          <p:nvSpPr>
            <p:cNvPr id="7" name="object 7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4"/>
                  </a:lnTo>
                  <a:lnTo>
                    <a:pt x="90297" y="180594"/>
                  </a:lnTo>
                  <a:lnTo>
                    <a:pt x="90297" y="679704"/>
                  </a:lnTo>
                  <a:lnTo>
                    <a:pt x="270891" y="679704"/>
                  </a:lnTo>
                  <a:lnTo>
                    <a:pt x="270891" y="180594"/>
                  </a:lnTo>
                  <a:lnTo>
                    <a:pt x="361188" y="180594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4"/>
                  </a:moveTo>
                  <a:lnTo>
                    <a:pt x="90297" y="180594"/>
                  </a:lnTo>
                  <a:lnTo>
                    <a:pt x="0" y="180594"/>
                  </a:lnTo>
                  <a:lnTo>
                    <a:pt x="180594" y="0"/>
                  </a:lnTo>
                  <a:lnTo>
                    <a:pt x="361188" y="180594"/>
                  </a:lnTo>
                  <a:lnTo>
                    <a:pt x="270891" y="180594"/>
                  </a:lnTo>
                  <a:lnTo>
                    <a:pt x="270891" y="679704"/>
                  </a:lnTo>
                  <a:lnTo>
                    <a:pt x="90297" y="67970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760932" y="2683027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31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31" y="337324"/>
                  </a:lnTo>
                  <a:lnTo>
                    <a:pt x="39331" y="314833"/>
                  </a:lnTo>
                  <a:close/>
                </a:path>
                <a:path w="427354" h="427355">
                  <a:moveTo>
                    <a:pt x="39331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31" y="292341"/>
                  </a:lnTo>
                  <a:lnTo>
                    <a:pt x="39331" y="269862"/>
                  </a:lnTo>
                  <a:close/>
                </a:path>
                <a:path w="427354" h="427355">
                  <a:moveTo>
                    <a:pt x="39331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31" y="247370"/>
                  </a:lnTo>
                  <a:lnTo>
                    <a:pt x="39331" y="224878"/>
                  </a:lnTo>
                  <a:close/>
                </a:path>
                <a:path w="427354" h="427355">
                  <a:moveTo>
                    <a:pt x="39331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31" y="202387"/>
                  </a:lnTo>
                  <a:lnTo>
                    <a:pt x="39331" y="179908"/>
                  </a:lnTo>
                  <a:close/>
                </a:path>
                <a:path w="427354" h="427355">
                  <a:moveTo>
                    <a:pt x="39331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31" y="157416"/>
                  </a:lnTo>
                  <a:lnTo>
                    <a:pt x="39331" y="134924"/>
                  </a:lnTo>
                  <a:close/>
                </a:path>
                <a:path w="427354" h="427355">
                  <a:moveTo>
                    <a:pt x="39331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31" y="112433"/>
                  </a:lnTo>
                  <a:lnTo>
                    <a:pt x="39331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03" y="0"/>
                  </a:lnTo>
                  <a:lnTo>
                    <a:pt x="89903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508811" y="3753764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131547" y="3652151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14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759" y="99580"/>
                  </a:lnTo>
                  <a:lnTo>
                    <a:pt x="211289" y="74942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483107" y="0"/>
                  </a:moveTo>
                  <a:lnTo>
                    <a:pt x="483107" y="160019"/>
                  </a:lnTo>
                  <a:lnTo>
                    <a:pt x="0" y="160019"/>
                  </a:lnTo>
                  <a:lnTo>
                    <a:pt x="0" y="480059"/>
                  </a:lnTo>
                  <a:lnTo>
                    <a:pt x="483107" y="480059"/>
                  </a:lnTo>
                  <a:lnTo>
                    <a:pt x="483107" y="640080"/>
                  </a:lnTo>
                  <a:lnTo>
                    <a:pt x="803148" y="320039"/>
                  </a:lnTo>
                  <a:lnTo>
                    <a:pt x="48310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0" y="160019"/>
                  </a:moveTo>
                  <a:lnTo>
                    <a:pt x="483107" y="160019"/>
                  </a:lnTo>
                  <a:lnTo>
                    <a:pt x="483107" y="0"/>
                  </a:lnTo>
                  <a:lnTo>
                    <a:pt x="803148" y="320039"/>
                  </a:lnTo>
                  <a:lnTo>
                    <a:pt x="483107" y="640080"/>
                  </a:lnTo>
                  <a:lnTo>
                    <a:pt x="483107" y="480059"/>
                  </a:lnTo>
                  <a:lnTo>
                    <a:pt x="0" y="480059"/>
                  </a:lnTo>
                  <a:lnTo>
                    <a:pt x="0" y="160019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427408"/>
                  </a:moveTo>
                  <a:lnTo>
                    <a:pt x="1440584" y="213704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lnTo>
                    <a:pt x="1047697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320556"/>
                  </a:moveTo>
                  <a:lnTo>
                    <a:pt x="1047697" y="427408"/>
                  </a:lnTo>
                  <a:lnTo>
                    <a:pt x="1440584" y="213704"/>
                  </a:lnTo>
                  <a:lnTo>
                    <a:pt x="1381267" y="180312"/>
                  </a:lnTo>
                  <a:lnTo>
                    <a:pt x="1245982" y="106852"/>
                  </a:lnTo>
                  <a:lnTo>
                    <a:pt x="1109776" y="33391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6860135" y="2089514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174178" y="3537365"/>
            <a:ext cx="916305" cy="620395"/>
            <a:chOff x="10174178" y="3537365"/>
            <a:chExt cx="916305" cy="620395"/>
          </a:xfrm>
        </p:grpSpPr>
        <p:sp>
          <p:nvSpPr>
            <p:cNvPr id="18" name="object 18"/>
            <p:cNvSpPr/>
            <p:nvPr/>
          </p:nvSpPr>
          <p:spPr>
            <a:xfrm>
              <a:off x="10174178" y="3537365"/>
              <a:ext cx="916305" cy="620395"/>
            </a:xfrm>
            <a:custGeom>
              <a:avLst/>
              <a:gdLst/>
              <a:ahLst/>
              <a:cxnLst/>
              <a:rect l="l" t="t" r="r" b="b"/>
              <a:pathLst>
                <a:path w="916304" h="620395">
                  <a:moveTo>
                    <a:pt x="861880" y="0"/>
                  </a:moveTo>
                  <a:lnTo>
                    <a:pt x="53867" y="0"/>
                  </a:lnTo>
                  <a:lnTo>
                    <a:pt x="32951" y="4252"/>
                  </a:lnTo>
                  <a:lnTo>
                    <a:pt x="15823" y="15832"/>
                  </a:lnTo>
                  <a:lnTo>
                    <a:pt x="4250" y="32969"/>
                  </a:lnTo>
                  <a:lnTo>
                    <a:pt x="0" y="53897"/>
                  </a:lnTo>
                  <a:lnTo>
                    <a:pt x="0" y="619817"/>
                  </a:lnTo>
                  <a:lnTo>
                    <a:pt x="915748" y="619817"/>
                  </a:lnTo>
                  <a:lnTo>
                    <a:pt x="915748" y="538971"/>
                  </a:lnTo>
                  <a:lnTo>
                    <a:pt x="80801" y="538971"/>
                  </a:lnTo>
                  <a:lnTo>
                    <a:pt x="80801" y="80845"/>
                  </a:lnTo>
                  <a:lnTo>
                    <a:pt x="915748" y="80845"/>
                  </a:lnTo>
                  <a:lnTo>
                    <a:pt x="915748" y="53897"/>
                  </a:lnTo>
                  <a:lnTo>
                    <a:pt x="911498" y="32969"/>
                  </a:lnTo>
                  <a:lnTo>
                    <a:pt x="899924" y="15832"/>
                  </a:lnTo>
                  <a:lnTo>
                    <a:pt x="882796" y="4252"/>
                  </a:lnTo>
                  <a:lnTo>
                    <a:pt x="861880" y="0"/>
                  </a:lnTo>
                  <a:close/>
                </a:path>
                <a:path w="916304" h="620395">
                  <a:moveTo>
                    <a:pt x="915748" y="80845"/>
                  </a:moveTo>
                  <a:lnTo>
                    <a:pt x="834947" y="80845"/>
                  </a:lnTo>
                  <a:lnTo>
                    <a:pt x="834947" y="538971"/>
                  </a:lnTo>
                  <a:lnTo>
                    <a:pt x="915748" y="538971"/>
                  </a:lnTo>
                  <a:lnTo>
                    <a:pt x="915748" y="80845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0464602" y="3676745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object 20"/>
          <p:cNvSpPr/>
          <p:nvPr/>
        </p:nvSpPr>
        <p:spPr>
          <a:xfrm>
            <a:off x="10012576" y="4211080"/>
            <a:ext cx="1239520" cy="81280"/>
          </a:xfrm>
          <a:custGeom>
            <a:avLst/>
            <a:gdLst/>
            <a:ahLst/>
            <a:cxnLst/>
            <a:rect l="l" t="t" r="r" b="b"/>
            <a:pathLst>
              <a:path w="1239520" h="81279">
                <a:moveTo>
                  <a:pt x="1238953" y="0"/>
                </a:moveTo>
                <a:lnTo>
                  <a:pt x="700278" y="0"/>
                </a:lnTo>
                <a:lnTo>
                  <a:pt x="700278" y="21558"/>
                </a:lnTo>
                <a:lnTo>
                  <a:pt x="694891" y="26948"/>
                </a:lnTo>
                <a:lnTo>
                  <a:pt x="544062" y="26948"/>
                </a:lnTo>
                <a:lnTo>
                  <a:pt x="538675" y="21558"/>
                </a:lnTo>
                <a:lnTo>
                  <a:pt x="538675" y="0"/>
                </a:lnTo>
                <a:lnTo>
                  <a:pt x="0" y="0"/>
                </a:lnTo>
                <a:lnTo>
                  <a:pt x="4250" y="47875"/>
                </a:lnTo>
                <a:lnTo>
                  <a:pt x="32951" y="76592"/>
                </a:lnTo>
                <a:lnTo>
                  <a:pt x="53867" y="80845"/>
                </a:lnTo>
                <a:lnTo>
                  <a:pt x="1185086" y="80845"/>
                </a:lnTo>
                <a:lnTo>
                  <a:pt x="1206002" y="76592"/>
                </a:lnTo>
                <a:lnTo>
                  <a:pt x="1223130" y="65013"/>
                </a:lnTo>
                <a:lnTo>
                  <a:pt x="1234703" y="47875"/>
                </a:lnTo>
                <a:lnTo>
                  <a:pt x="1238953" y="26948"/>
                </a:lnTo>
                <a:lnTo>
                  <a:pt x="1238953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339464" y="4354093"/>
            <a:ext cx="584200" cy="753745"/>
          </a:xfrm>
          <a:custGeom>
            <a:avLst/>
            <a:gdLst/>
            <a:ahLst/>
            <a:cxnLst/>
            <a:rect l="l" t="t" r="r" b="b"/>
            <a:pathLst>
              <a:path w="584200" h="753745">
                <a:moveTo>
                  <a:pt x="197764" y="565111"/>
                </a:moveTo>
                <a:lnTo>
                  <a:pt x="122428" y="565111"/>
                </a:lnTo>
                <a:lnTo>
                  <a:pt x="122428" y="640486"/>
                </a:lnTo>
                <a:lnTo>
                  <a:pt x="197764" y="640486"/>
                </a:lnTo>
                <a:lnTo>
                  <a:pt x="197764" y="565111"/>
                </a:lnTo>
                <a:close/>
              </a:path>
              <a:path w="584200" h="753745">
                <a:moveTo>
                  <a:pt x="197764" y="414350"/>
                </a:moveTo>
                <a:lnTo>
                  <a:pt x="122428" y="414350"/>
                </a:lnTo>
                <a:lnTo>
                  <a:pt x="122428" y="489724"/>
                </a:lnTo>
                <a:lnTo>
                  <a:pt x="197764" y="489724"/>
                </a:lnTo>
                <a:lnTo>
                  <a:pt x="197764" y="414350"/>
                </a:lnTo>
                <a:close/>
              </a:path>
              <a:path w="584200" h="753745">
                <a:moveTo>
                  <a:pt x="197764" y="263588"/>
                </a:moveTo>
                <a:lnTo>
                  <a:pt x="122428" y="263588"/>
                </a:lnTo>
                <a:lnTo>
                  <a:pt x="122428" y="338975"/>
                </a:lnTo>
                <a:lnTo>
                  <a:pt x="197764" y="338975"/>
                </a:lnTo>
                <a:lnTo>
                  <a:pt x="197764" y="263588"/>
                </a:lnTo>
                <a:close/>
              </a:path>
              <a:path w="584200" h="753745">
                <a:moveTo>
                  <a:pt x="197764" y="112826"/>
                </a:moveTo>
                <a:lnTo>
                  <a:pt x="122428" y="112826"/>
                </a:lnTo>
                <a:lnTo>
                  <a:pt x="122428" y="188214"/>
                </a:lnTo>
                <a:lnTo>
                  <a:pt x="197764" y="188214"/>
                </a:lnTo>
                <a:lnTo>
                  <a:pt x="197764" y="112826"/>
                </a:lnTo>
                <a:close/>
              </a:path>
              <a:path w="584200" h="753745">
                <a:moveTo>
                  <a:pt x="461454" y="583958"/>
                </a:moveTo>
                <a:lnTo>
                  <a:pt x="273100" y="583958"/>
                </a:lnTo>
                <a:lnTo>
                  <a:pt x="273100" y="621652"/>
                </a:lnTo>
                <a:lnTo>
                  <a:pt x="461454" y="621652"/>
                </a:lnTo>
                <a:lnTo>
                  <a:pt x="461454" y="583958"/>
                </a:lnTo>
                <a:close/>
              </a:path>
              <a:path w="584200" h="753745">
                <a:moveTo>
                  <a:pt x="461454" y="433197"/>
                </a:moveTo>
                <a:lnTo>
                  <a:pt x="273100" y="433197"/>
                </a:lnTo>
                <a:lnTo>
                  <a:pt x="273100" y="470890"/>
                </a:lnTo>
                <a:lnTo>
                  <a:pt x="461454" y="470890"/>
                </a:lnTo>
                <a:lnTo>
                  <a:pt x="461454" y="433197"/>
                </a:lnTo>
                <a:close/>
              </a:path>
              <a:path w="584200" h="753745">
                <a:moveTo>
                  <a:pt x="461454" y="282435"/>
                </a:moveTo>
                <a:lnTo>
                  <a:pt x="273100" y="282435"/>
                </a:lnTo>
                <a:lnTo>
                  <a:pt x="273100" y="320128"/>
                </a:lnTo>
                <a:lnTo>
                  <a:pt x="461454" y="320128"/>
                </a:lnTo>
                <a:lnTo>
                  <a:pt x="461454" y="282435"/>
                </a:lnTo>
                <a:close/>
              </a:path>
              <a:path w="584200" h="753745">
                <a:moveTo>
                  <a:pt x="461454" y="131673"/>
                </a:moveTo>
                <a:lnTo>
                  <a:pt x="273100" y="131673"/>
                </a:lnTo>
                <a:lnTo>
                  <a:pt x="273100" y="169367"/>
                </a:lnTo>
                <a:lnTo>
                  <a:pt x="461454" y="169367"/>
                </a:lnTo>
                <a:lnTo>
                  <a:pt x="461454" y="131673"/>
                </a:lnTo>
                <a:close/>
              </a:path>
              <a:path w="584200" h="753745">
                <a:moveTo>
                  <a:pt x="583869" y="56286"/>
                </a:moveTo>
                <a:lnTo>
                  <a:pt x="527367" y="56286"/>
                </a:lnTo>
                <a:lnTo>
                  <a:pt x="527367" y="697026"/>
                </a:lnTo>
                <a:lnTo>
                  <a:pt x="583869" y="697026"/>
                </a:lnTo>
                <a:lnTo>
                  <a:pt x="583869" y="56286"/>
                </a:lnTo>
                <a:close/>
              </a:path>
              <a:path w="584200" h="753745">
                <a:moveTo>
                  <a:pt x="583869" y="0"/>
                </a:moveTo>
                <a:lnTo>
                  <a:pt x="0" y="0"/>
                </a:lnTo>
                <a:lnTo>
                  <a:pt x="0" y="55905"/>
                </a:lnTo>
                <a:lnTo>
                  <a:pt x="0" y="697433"/>
                </a:lnTo>
                <a:lnTo>
                  <a:pt x="0" y="753325"/>
                </a:lnTo>
                <a:lnTo>
                  <a:pt x="583869" y="753325"/>
                </a:lnTo>
                <a:lnTo>
                  <a:pt x="583869" y="697433"/>
                </a:lnTo>
                <a:lnTo>
                  <a:pt x="56502" y="697433"/>
                </a:lnTo>
                <a:lnTo>
                  <a:pt x="56502" y="55905"/>
                </a:lnTo>
                <a:lnTo>
                  <a:pt x="583869" y="55905"/>
                </a:lnTo>
                <a:lnTo>
                  <a:pt x="5838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0307" y="3334511"/>
            <a:ext cx="119062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540" marR="0" lvl="0" indent="0" algn="ctr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034016" y="5186171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63830" marR="0" lvl="0" indent="0" defTabSz="91440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SERVICES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5.</a:t>
            </a:r>
            <a:r>
              <a:rPr spc="-215" dirty="0"/>
              <a:t> </a:t>
            </a:r>
            <a:r>
              <a:rPr spc="-50" dirty="0"/>
              <a:t>Analyzing</a:t>
            </a:r>
            <a:r>
              <a:rPr spc="-200" dirty="0"/>
              <a:t> </a:t>
            </a:r>
            <a:r>
              <a:rPr dirty="0"/>
              <a:t>SDP</a:t>
            </a:r>
            <a:r>
              <a:rPr spc="-215" dirty="0"/>
              <a:t> </a:t>
            </a:r>
            <a:r>
              <a:rPr spc="-10" dirty="0"/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727149"/>
            <a:ext cx="5581650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Depending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complex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is,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server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may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give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lot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070047"/>
            <a:ext cx="584898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We’ve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added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special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purpose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training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4414773"/>
            <a:ext cx="590931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send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perform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tests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131557" y="2683014"/>
            <a:ext cx="3775710" cy="1741805"/>
            <a:chOff x="6131557" y="2683014"/>
            <a:chExt cx="3775710" cy="1741805"/>
          </a:xfrm>
        </p:grpSpPr>
        <p:sp>
          <p:nvSpPr>
            <p:cNvPr id="7" name="object 7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4"/>
                  </a:lnTo>
                  <a:lnTo>
                    <a:pt x="90297" y="180594"/>
                  </a:lnTo>
                  <a:lnTo>
                    <a:pt x="90297" y="679704"/>
                  </a:lnTo>
                  <a:lnTo>
                    <a:pt x="270891" y="679704"/>
                  </a:lnTo>
                  <a:lnTo>
                    <a:pt x="270891" y="180594"/>
                  </a:lnTo>
                  <a:lnTo>
                    <a:pt x="361188" y="180594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4"/>
                  </a:moveTo>
                  <a:lnTo>
                    <a:pt x="90297" y="180594"/>
                  </a:lnTo>
                  <a:lnTo>
                    <a:pt x="0" y="180594"/>
                  </a:lnTo>
                  <a:lnTo>
                    <a:pt x="180594" y="0"/>
                  </a:lnTo>
                  <a:lnTo>
                    <a:pt x="361188" y="180594"/>
                  </a:lnTo>
                  <a:lnTo>
                    <a:pt x="270891" y="180594"/>
                  </a:lnTo>
                  <a:lnTo>
                    <a:pt x="270891" y="679704"/>
                  </a:lnTo>
                  <a:lnTo>
                    <a:pt x="90297" y="67970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760932" y="2683027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31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31" y="337324"/>
                  </a:lnTo>
                  <a:lnTo>
                    <a:pt x="39331" y="314833"/>
                  </a:lnTo>
                  <a:close/>
                </a:path>
                <a:path w="427354" h="427355">
                  <a:moveTo>
                    <a:pt x="39331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31" y="292341"/>
                  </a:lnTo>
                  <a:lnTo>
                    <a:pt x="39331" y="269862"/>
                  </a:lnTo>
                  <a:close/>
                </a:path>
                <a:path w="427354" h="427355">
                  <a:moveTo>
                    <a:pt x="39331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31" y="247370"/>
                  </a:lnTo>
                  <a:lnTo>
                    <a:pt x="39331" y="224878"/>
                  </a:lnTo>
                  <a:close/>
                </a:path>
                <a:path w="427354" h="427355">
                  <a:moveTo>
                    <a:pt x="39331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31" y="202387"/>
                  </a:lnTo>
                  <a:lnTo>
                    <a:pt x="39331" y="179908"/>
                  </a:lnTo>
                  <a:close/>
                </a:path>
                <a:path w="427354" h="427355">
                  <a:moveTo>
                    <a:pt x="39331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31" y="157416"/>
                  </a:lnTo>
                  <a:lnTo>
                    <a:pt x="39331" y="134924"/>
                  </a:lnTo>
                  <a:close/>
                </a:path>
                <a:path w="427354" h="427355">
                  <a:moveTo>
                    <a:pt x="39331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31" y="112433"/>
                  </a:lnTo>
                  <a:lnTo>
                    <a:pt x="39331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03" y="0"/>
                  </a:lnTo>
                  <a:lnTo>
                    <a:pt x="89903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508811" y="3753764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131547" y="3652151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14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759" y="99580"/>
                  </a:lnTo>
                  <a:lnTo>
                    <a:pt x="211289" y="74942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483107" y="0"/>
                  </a:moveTo>
                  <a:lnTo>
                    <a:pt x="483107" y="160019"/>
                  </a:lnTo>
                  <a:lnTo>
                    <a:pt x="0" y="160019"/>
                  </a:lnTo>
                  <a:lnTo>
                    <a:pt x="0" y="480059"/>
                  </a:lnTo>
                  <a:lnTo>
                    <a:pt x="483107" y="480059"/>
                  </a:lnTo>
                  <a:lnTo>
                    <a:pt x="483107" y="640080"/>
                  </a:lnTo>
                  <a:lnTo>
                    <a:pt x="803148" y="320039"/>
                  </a:lnTo>
                  <a:lnTo>
                    <a:pt x="48310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0" y="160019"/>
                  </a:moveTo>
                  <a:lnTo>
                    <a:pt x="483107" y="160019"/>
                  </a:lnTo>
                  <a:lnTo>
                    <a:pt x="483107" y="0"/>
                  </a:lnTo>
                  <a:lnTo>
                    <a:pt x="803148" y="320039"/>
                  </a:lnTo>
                  <a:lnTo>
                    <a:pt x="483107" y="640080"/>
                  </a:lnTo>
                  <a:lnTo>
                    <a:pt x="483107" y="480059"/>
                  </a:lnTo>
                  <a:lnTo>
                    <a:pt x="0" y="480059"/>
                  </a:lnTo>
                  <a:lnTo>
                    <a:pt x="0" y="160019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427408"/>
                  </a:moveTo>
                  <a:lnTo>
                    <a:pt x="1440584" y="213704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lnTo>
                    <a:pt x="1047697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320556"/>
                  </a:moveTo>
                  <a:lnTo>
                    <a:pt x="1047697" y="427408"/>
                  </a:lnTo>
                  <a:lnTo>
                    <a:pt x="1440584" y="213704"/>
                  </a:lnTo>
                  <a:lnTo>
                    <a:pt x="1381267" y="180312"/>
                  </a:lnTo>
                  <a:lnTo>
                    <a:pt x="1245982" y="106852"/>
                  </a:lnTo>
                  <a:lnTo>
                    <a:pt x="1109776" y="33391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6860135" y="2089514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174178" y="3537365"/>
            <a:ext cx="916305" cy="620395"/>
            <a:chOff x="10174178" y="3537365"/>
            <a:chExt cx="916305" cy="620395"/>
          </a:xfrm>
        </p:grpSpPr>
        <p:sp>
          <p:nvSpPr>
            <p:cNvPr id="18" name="object 18"/>
            <p:cNvSpPr/>
            <p:nvPr/>
          </p:nvSpPr>
          <p:spPr>
            <a:xfrm>
              <a:off x="10174178" y="3537365"/>
              <a:ext cx="916305" cy="620395"/>
            </a:xfrm>
            <a:custGeom>
              <a:avLst/>
              <a:gdLst/>
              <a:ahLst/>
              <a:cxnLst/>
              <a:rect l="l" t="t" r="r" b="b"/>
              <a:pathLst>
                <a:path w="916304" h="620395">
                  <a:moveTo>
                    <a:pt x="861880" y="0"/>
                  </a:moveTo>
                  <a:lnTo>
                    <a:pt x="53867" y="0"/>
                  </a:lnTo>
                  <a:lnTo>
                    <a:pt x="32951" y="4252"/>
                  </a:lnTo>
                  <a:lnTo>
                    <a:pt x="15823" y="15832"/>
                  </a:lnTo>
                  <a:lnTo>
                    <a:pt x="4250" y="32969"/>
                  </a:lnTo>
                  <a:lnTo>
                    <a:pt x="0" y="53897"/>
                  </a:lnTo>
                  <a:lnTo>
                    <a:pt x="0" y="619817"/>
                  </a:lnTo>
                  <a:lnTo>
                    <a:pt x="915748" y="619817"/>
                  </a:lnTo>
                  <a:lnTo>
                    <a:pt x="915748" y="538971"/>
                  </a:lnTo>
                  <a:lnTo>
                    <a:pt x="80801" y="538971"/>
                  </a:lnTo>
                  <a:lnTo>
                    <a:pt x="80801" y="80845"/>
                  </a:lnTo>
                  <a:lnTo>
                    <a:pt x="915748" y="80845"/>
                  </a:lnTo>
                  <a:lnTo>
                    <a:pt x="915748" y="53897"/>
                  </a:lnTo>
                  <a:lnTo>
                    <a:pt x="911498" y="32969"/>
                  </a:lnTo>
                  <a:lnTo>
                    <a:pt x="899924" y="15832"/>
                  </a:lnTo>
                  <a:lnTo>
                    <a:pt x="882796" y="4252"/>
                  </a:lnTo>
                  <a:lnTo>
                    <a:pt x="861880" y="0"/>
                  </a:lnTo>
                  <a:close/>
                </a:path>
                <a:path w="916304" h="620395">
                  <a:moveTo>
                    <a:pt x="915748" y="80845"/>
                  </a:moveTo>
                  <a:lnTo>
                    <a:pt x="834947" y="80845"/>
                  </a:lnTo>
                  <a:lnTo>
                    <a:pt x="834947" y="538971"/>
                  </a:lnTo>
                  <a:lnTo>
                    <a:pt x="915748" y="538971"/>
                  </a:lnTo>
                  <a:lnTo>
                    <a:pt x="915748" y="80845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0464602" y="3676745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object 20"/>
          <p:cNvSpPr/>
          <p:nvPr/>
        </p:nvSpPr>
        <p:spPr>
          <a:xfrm>
            <a:off x="10012576" y="4211080"/>
            <a:ext cx="1239520" cy="81280"/>
          </a:xfrm>
          <a:custGeom>
            <a:avLst/>
            <a:gdLst/>
            <a:ahLst/>
            <a:cxnLst/>
            <a:rect l="l" t="t" r="r" b="b"/>
            <a:pathLst>
              <a:path w="1239520" h="81279">
                <a:moveTo>
                  <a:pt x="1238953" y="0"/>
                </a:moveTo>
                <a:lnTo>
                  <a:pt x="700278" y="0"/>
                </a:lnTo>
                <a:lnTo>
                  <a:pt x="700278" y="21558"/>
                </a:lnTo>
                <a:lnTo>
                  <a:pt x="694891" y="26948"/>
                </a:lnTo>
                <a:lnTo>
                  <a:pt x="544062" y="26948"/>
                </a:lnTo>
                <a:lnTo>
                  <a:pt x="538675" y="21558"/>
                </a:lnTo>
                <a:lnTo>
                  <a:pt x="538675" y="0"/>
                </a:lnTo>
                <a:lnTo>
                  <a:pt x="0" y="0"/>
                </a:lnTo>
                <a:lnTo>
                  <a:pt x="4250" y="47875"/>
                </a:lnTo>
                <a:lnTo>
                  <a:pt x="32951" y="76592"/>
                </a:lnTo>
                <a:lnTo>
                  <a:pt x="53867" y="80845"/>
                </a:lnTo>
                <a:lnTo>
                  <a:pt x="1185086" y="80845"/>
                </a:lnTo>
                <a:lnTo>
                  <a:pt x="1206002" y="76592"/>
                </a:lnTo>
                <a:lnTo>
                  <a:pt x="1223130" y="65013"/>
                </a:lnTo>
                <a:lnTo>
                  <a:pt x="1234703" y="47875"/>
                </a:lnTo>
                <a:lnTo>
                  <a:pt x="1238953" y="26948"/>
                </a:lnTo>
                <a:lnTo>
                  <a:pt x="1238953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0339464" y="4354093"/>
            <a:ext cx="584200" cy="753745"/>
          </a:xfrm>
          <a:custGeom>
            <a:avLst/>
            <a:gdLst/>
            <a:ahLst/>
            <a:cxnLst/>
            <a:rect l="l" t="t" r="r" b="b"/>
            <a:pathLst>
              <a:path w="584200" h="753745">
                <a:moveTo>
                  <a:pt x="197764" y="565111"/>
                </a:moveTo>
                <a:lnTo>
                  <a:pt x="122428" y="565111"/>
                </a:lnTo>
                <a:lnTo>
                  <a:pt x="122428" y="640486"/>
                </a:lnTo>
                <a:lnTo>
                  <a:pt x="197764" y="640486"/>
                </a:lnTo>
                <a:lnTo>
                  <a:pt x="197764" y="565111"/>
                </a:lnTo>
                <a:close/>
              </a:path>
              <a:path w="584200" h="753745">
                <a:moveTo>
                  <a:pt x="197764" y="414350"/>
                </a:moveTo>
                <a:lnTo>
                  <a:pt x="122428" y="414350"/>
                </a:lnTo>
                <a:lnTo>
                  <a:pt x="122428" y="489724"/>
                </a:lnTo>
                <a:lnTo>
                  <a:pt x="197764" y="489724"/>
                </a:lnTo>
                <a:lnTo>
                  <a:pt x="197764" y="414350"/>
                </a:lnTo>
                <a:close/>
              </a:path>
              <a:path w="584200" h="753745">
                <a:moveTo>
                  <a:pt x="197764" y="263588"/>
                </a:moveTo>
                <a:lnTo>
                  <a:pt x="122428" y="263588"/>
                </a:lnTo>
                <a:lnTo>
                  <a:pt x="122428" y="338975"/>
                </a:lnTo>
                <a:lnTo>
                  <a:pt x="197764" y="338975"/>
                </a:lnTo>
                <a:lnTo>
                  <a:pt x="197764" y="263588"/>
                </a:lnTo>
                <a:close/>
              </a:path>
              <a:path w="584200" h="753745">
                <a:moveTo>
                  <a:pt x="197764" y="112826"/>
                </a:moveTo>
                <a:lnTo>
                  <a:pt x="122428" y="112826"/>
                </a:lnTo>
                <a:lnTo>
                  <a:pt x="122428" y="188214"/>
                </a:lnTo>
                <a:lnTo>
                  <a:pt x="197764" y="188214"/>
                </a:lnTo>
                <a:lnTo>
                  <a:pt x="197764" y="112826"/>
                </a:lnTo>
                <a:close/>
              </a:path>
              <a:path w="584200" h="753745">
                <a:moveTo>
                  <a:pt x="461454" y="583958"/>
                </a:moveTo>
                <a:lnTo>
                  <a:pt x="273100" y="583958"/>
                </a:lnTo>
                <a:lnTo>
                  <a:pt x="273100" y="621652"/>
                </a:lnTo>
                <a:lnTo>
                  <a:pt x="461454" y="621652"/>
                </a:lnTo>
                <a:lnTo>
                  <a:pt x="461454" y="583958"/>
                </a:lnTo>
                <a:close/>
              </a:path>
              <a:path w="584200" h="753745">
                <a:moveTo>
                  <a:pt x="461454" y="433197"/>
                </a:moveTo>
                <a:lnTo>
                  <a:pt x="273100" y="433197"/>
                </a:lnTo>
                <a:lnTo>
                  <a:pt x="273100" y="470890"/>
                </a:lnTo>
                <a:lnTo>
                  <a:pt x="461454" y="470890"/>
                </a:lnTo>
                <a:lnTo>
                  <a:pt x="461454" y="433197"/>
                </a:lnTo>
                <a:close/>
              </a:path>
              <a:path w="584200" h="753745">
                <a:moveTo>
                  <a:pt x="461454" y="282435"/>
                </a:moveTo>
                <a:lnTo>
                  <a:pt x="273100" y="282435"/>
                </a:lnTo>
                <a:lnTo>
                  <a:pt x="273100" y="320128"/>
                </a:lnTo>
                <a:lnTo>
                  <a:pt x="461454" y="320128"/>
                </a:lnTo>
                <a:lnTo>
                  <a:pt x="461454" y="282435"/>
                </a:lnTo>
                <a:close/>
              </a:path>
              <a:path w="584200" h="753745">
                <a:moveTo>
                  <a:pt x="461454" y="131673"/>
                </a:moveTo>
                <a:lnTo>
                  <a:pt x="273100" y="131673"/>
                </a:lnTo>
                <a:lnTo>
                  <a:pt x="273100" y="169367"/>
                </a:lnTo>
                <a:lnTo>
                  <a:pt x="461454" y="169367"/>
                </a:lnTo>
                <a:lnTo>
                  <a:pt x="461454" y="131673"/>
                </a:lnTo>
                <a:close/>
              </a:path>
              <a:path w="584200" h="753745">
                <a:moveTo>
                  <a:pt x="583869" y="56286"/>
                </a:moveTo>
                <a:lnTo>
                  <a:pt x="527367" y="56286"/>
                </a:lnTo>
                <a:lnTo>
                  <a:pt x="527367" y="697026"/>
                </a:lnTo>
                <a:lnTo>
                  <a:pt x="583869" y="697026"/>
                </a:lnTo>
                <a:lnTo>
                  <a:pt x="583869" y="56286"/>
                </a:lnTo>
                <a:close/>
              </a:path>
              <a:path w="584200" h="753745">
                <a:moveTo>
                  <a:pt x="583869" y="0"/>
                </a:moveTo>
                <a:lnTo>
                  <a:pt x="0" y="0"/>
                </a:lnTo>
                <a:lnTo>
                  <a:pt x="0" y="55905"/>
                </a:lnTo>
                <a:lnTo>
                  <a:pt x="0" y="697433"/>
                </a:lnTo>
                <a:lnTo>
                  <a:pt x="0" y="753325"/>
                </a:lnTo>
                <a:lnTo>
                  <a:pt x="583869" y="753325"/>
                </a:lnTo>
                <a:lnTo>
                  <a:pt x="583869" y="697433"/>
                </a:lnTo>
                <a:lnTo>
                  <a:pt x="56502" y="697433"/>
                </a:lnTo>
                <a:lnTo>
                  <a:pt x="56502" y="55905"/>
                </a:lnTo>
                <a:lnTo>
                  <a:pt x="583869" y="55905"/>
                </a:lnTo>
                <a:lnTo>
                  <a:pt x="5838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0307" y="3334511"/>
            <a:ext cx="119062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540" marR="0" lvl="0" indent="0" algn="ctr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034016" y="5186171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63830" marR="0" lvl="0" indent="0" defTabSz="91440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SERVICES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5.</a:t>
            </a:r>
            <a:r>
              <a:rPr spc="-215" dirty="0"/>
              <a:t> </a:t>
            </a:r>
            <a:r>
              <a:rPr spc="-50" dirty="0"/>
              <a:t>Analyzing</a:t>
            </a:r>
            <a:r>
              <a:rPr spc="-200" dirty="0"/>
              <a:t> </a:t>
            </a:r>
            <a:r>
              <a:rPr dirty="0"/>
              <a:t>SDP</a:t>
            </a:r>
            <a:r>
              <a:rPr spc="-215" dirty="0"/>
              <a:t> </a:t>
            </a:r>
            <a:r>
              <a:rPr spc="-10" dirty="0"/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191005"/>
            <a:ext cx="5532120" cy="220980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110489" lvl="0" indent="0" algn="just" defTabSz="914400" eaLnBrk="1" fontAlgn="auto" latinLnBrk="0" hangingPunct="1">
              <a:lnSpc>
                <a:spcPts val="23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Analyze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received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from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SDP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server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1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algn="just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You’ll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know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RFCOMM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channel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custom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able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send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951478"/>
            <a:ext cx="5650230" cy="97663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3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There’s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also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few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hints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custom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may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want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keep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track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5477357"/>
            <a:ext cx="5367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Proceed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through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part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6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Lab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Manual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131557" y="2683014"/>
            <a:ext cx="3775710" cy="1741805"/>
            <a:chOff x="6131557" y="2683014"/>
            <a:chExt cx="3775710" cy="1741805"/>
          </a:xfrm>
        </p:grpSpPr>
        <p:sp>
          <p:nvSpPr>
            <p:cNvPr id="7" name="object 7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4"/>
                  </a:lnTo>
                  <a:lnTo>
                    <a:pt x="90297" y="180594"/>
                  </a:lnTo>
                  <a:lnTo>
                    <a:pt x="90297" y="679704"/>
                  </a:lnTo>
                  <a:lnTo>
                    <a:pt x="270891" y="679704"/>
                  </a:lnTo>
                  <a:lnTo>
                    <a:pt x="270891" y="180594"/>
                  </a:lnTo>
                  <a:lnTo>
                    <a:pt x="361188" y="180594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98307" y="3115056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4"/>
                  </a:moveTo>
                  <a:lnTo>
                    <a:pt x="90297" y="180594"/>
                  </a:lnTo>
                  <a:lnTo>
                    <a:pt x="0" y="180594"/>
                  </a:lnTo>
                  <a:lnTo>
                    <a:pt x="180594" y="0"/>
                  </a:lnTo>
                  <a:lnTo>
                    <a:pt x="361188" y="180594"/>
                  </a:lnTo>
                  <a:lnTo>
                    <a:pt x="270891" y="180594"/>
                  </a:lnTo>
                  <a:lnTo>
                    <a:pt x="270891" y="679704"/>
                  </a:lnTo>
                  <a:lnTo>
                    <a:pt x="90297" y="67970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760932" y="2683027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31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31" y="337324"/>
                  </a:lnTo>
                  <a:lnTo>
                    <a:pt x="39331" y="314833"/>
                  </a:lnTo>
                  <a:close/>
                </a:path>
                <a:path w="427354" h="427355">
                  <a:moveTo>
                    <a:pt x="39331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31" y="292341"/>
                  </a:lnTo>
                  <a:lnTo>
                    <a:pt x="39331" y="269862"/>
                  </a:lnTo>
                  <a:close/>
                </a:path>
                <a:path w="427354" h="427355">
                  <a:moveTo>
                    <a:pt x="39331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31" y="247370"/>
                  </a:lnTo>
                  <a:lnTo>
                    <a:pt x="39331" y="224878"/>
                  </a:lnTo>
                  <a:close/>
                </a:path>
                <a:path w="427354" h="427355">
                  <a:moveTo>
                    <a:pt x="39331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31" y="202387"/>
                  </a:lnTo>
                  <a:lnTo>
                    <a:pt x="39331" y="179908"/>
                  </a:lnTo>
                  <a:close/>
                </a:path>
                <a:path w="427354" h="427355">
                  <a:moveTo>
                    <a:pt x="39331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31" y="157416"/>
                  </a:lnTo>
                  <a:lnTo>
                    <a:pt x="39331" y="134924"/>
                  </a:lnTo>
                  <a:close/>
                </a:path>
                <a:path w="427354" h="427355">
                  <a:moveTo>
                    <a:pt x="39331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31" y="112433"/>
                  </a:lnTo>
                  <a:lnTo>
                    <a:pt x="39331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03" y="0"/>
                  </a:lnTo>
                  <a:lnTo>
                    <a:pt x="89903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508811" y="3753764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131547" y="3652151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14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759" y="99580"/>
                  </a:lnTo>
                  <a:lnTo>
                    <a:pt x="211289" y="74942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483107" y="0"/>
                  </a:moveTo>
                  <a:lnTo>
                    <a:pt x="483107" y="160019"/>
                  </a:lnTo>
                  <a:lnTo>
                    <a:pt x="0" y="160019"/>
                  </a:lnTo>
                  <a:lnTo>
                    <a:pt x="0" y="480059"/>
                  </a:lnTo>
                  <a:lnTo>
                    <a:pt x="483107" y="480059"/>
                  </a:lnTo>
                  <a:lnTo>
                    <a:pt x="483107" y="640080"/>
                  </a:lnTo>
                  <a:lnTo>
                    <a:pt x="803148" y="320039"/>
                  </a:lnTo>
                  <a:lnTo>
                    <a:pt x="48310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789419" y="3717036"/>
              <a:ext cx="803275" cy="640080"/>
            </a:xfrm>
            <a:custGeom>
              <a:avLst/>
              <a:gdLst/>
              <a:ahLst/>
              <a:cxnLst/>
              <a:rect l="l" t="t" r="r" b="b"/>
              <a:pathLst>
                <a:path w="803275" h="640079">
                  <a:moveTo>
                    <a:pt x="0" y="160019"/>
                  </a:moveTo>
                  <a:lnTo>
                    <a:pt x="483107" y="160019"/>
                  </a:lnTo>
                  <a:lnTo>
                    <a:pt x="483107" y="0"/>
                  </a:lnTo>
                  <a:lnTo>
                    <a:pt x="803148" y="320039"/>
                  </a:lnTo>
                  <a:lnTo>
                    <a:pt x="483107" y="640080"/>
                  </a:lnTo>
                  <a:lnTo>
                    <a:pt x="483107" y="480059"/>
                  </a:lnTo>
                  <a:lnTo>
                    <a:pt x="0" y="480059"/>
                  </a:lnTo>
                  <a:lnTo>
                    <a:pt x="0" y="160019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427408"/>
                  </a:moveTo>
                  <a:lnTo>
                    <a:pt x="1440584" y="213704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lnTo>
                    <a:pt x="1047697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459966" y="3778260"/>
              <a:ext cx="1440815" cy="427990"/>
            </a:xfrm>
            <a:custGeom>
              <a:avLst/>
              <a:gdLst/>
              <a:ahLst/>
              <a:cxnLst/>
              <a:rect l="l" t="t" r="r" b="b"/>
              <a:pathLst>
                <a:path w="1440815" h="427989">
                  <a:moveTo>
                    <a:pt x="1047697" y="320556"/>
                  </a:moveTo>
                  <a:lnTo>
                    <a:pt x="1047697" y="427408"/>
                  </a:lnTo>
                  <a:lnTo>
                    <a:pt x="1440584" y="213704"/>
                  </a:lnTo>
                  <a:lnTo>
                    <a:pt x="1381267" y="180312"/>
                  </a:lnTo>
                  <a:lnTo>
                    <a:pt x="1245982" y="106852"/>
                  </a:lnTo>
                  <a:lnTo>
                    <a:pt x="1109776" y="33391"/>
                  </a:lnTo>
                  <a:lnTo>
                    <a:pt x="1047697" y="0"/>
                  </a:lnTo>
                  <a:lnTo>
                    <a:pt x="1047697" y="106852"/>
                  </a:lnTo>
                  <a:lnTo>
                    <a:pt x="0" y="213704"/>
                  </a:lnTo>
                  <a:lnTo>
                    <a:pt x="1047697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6860135" y="2089514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901420" y="2823569"/>
            <a:ext cx="146685" cy="146685"/>
          </a:xfrm>
          <a:custGeom>
            <a:avLst/>
            <a:gdLst/>
            <a:ahLst/>
            <a:cxnLst/>
            <a:rect l="l" t="t" r="r" b="b"/>
            <a:pathLst>
              <a:path w="146684" h="146685">
                <a:moveTo>
                  <a:pt x="146096" y="0"/>
                </a:moveTo>
                <a:lnTo>
                  <a:pt x="0" y="0"/>
                </a:lnTo>
                <a:lnTo>
                  <a:pt x="0" y="146176"/>
                </a:lnTo>
                <a:lnTo>
                  <a:pt x="146096" y="146176"/>
                </a:lnTo>
                <a:lnTo>
                  <a:pt x="146096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0174178" y="3537365"/>
            <a:ext cx="916305" cy="620395"/>
            <a:chOff x="10174178" y="3537365"/>
            <a:chExt cx="916305" cy="620395"/>
          </a:xfrm>
        </p:grpSpPr>
        <p:sp>
          <p:nvSpPr>
            <p:cNvPr id="19" name="object 19"/>
            <p:cNvSpPr/>
            <p:nvPr/>
          </p:nvSpPr>
          <p:spPr>
            <a:xfrm>
              <a:off x="10174178" y="3537365"/>
              <a:ext cx="916305" cy="620395"/>
            </a:xfrm>
            <a:custGeom>
              <a:avLst/>
              <a:gdLst/>
              <a:ahLst/>
              <a:cxnLst/>
              <a:rect l="l" t="t" r="r" b="b"/>
              <a:pathLst>
                <a:path w="916304" h="620395">
                  <a:moveTo>
                    <a:pt x="861880" y="0"/>
                  </a:moveTo>
                  <a:lnTo>
                    <a:pt x="53867" y="0"/>
                  </a:lnTo>
                  <a:lnTo>
                    <a:pt x="32951" y="4252"/>
                  </a:lnTo>
                  <a:lnTo>
                    <a:pt x="15823" y="15832"/>
                  </a:lnTo>
                  <a:lnTo>
                    <a:pt x="4250" y="32969"/>
                  </a:lnTo>
                  <a:lnTo>
                    <a:pt x="0" y="53897"/>
                  </a:lnTo>
                  <a:lnTo>
                    <a:pt x="0" y="619817"/>
                  </a:lnTo>
                  <a:lnTo>
                    <a:pt x="915748" y="619817"/>
                  </a:lnTo>
                  <a:lnTo>
                    <a:pt x="915748" y="538971"/>
                  </a:lnTo>
                  <a:lnTo>
                    <a:pt x="80801" y="538971"/>
                  </a:lnTo>
                  <a:lnTo>
                    <a:pt x="80801" y="80845"/>
                  </a:lnTo>
                  <a:lnTo>
                    <a:pt x="915748" y="80845"/>
                  </a:lnTo>
                  <a:lnTo>
                    <a:pt x="915748" y="53897"/>
                  </a:lnTo>
                  <a:lnTo>
                    <a:pt x="911498" y="32969"/>
                  </a:lnTo>
                  <a:lnTo>
                    <a:pt x="899924" y="15832"/>
                  </a:lnTo>
                  <a:lnTo>
                    <a:pt x="882796" y="4252"/>
                  </a:lnTo>
                  <a:lnTo>
                    <a:pt x="861880" y="0"/>
                  </a:lnTo>
                  <a:close/>
                </a:path>
                <a:path w="916304" h="620395">
                  <a:moveTo>
                    <a:pt x="915748" y="80845"/>
                  </a:moveTo>
                  <a:lnTo>
                    <a:pt x="834947" y="80845"/>
                  </a:lnTo>
                  <a:lnTo>
                    <a:pt x="834947" y="538971"/>
                  </a:lnTo>
                  <a:lnTo>
                    <a:pt x="915748" y="538971"/>
                  </a:lnTo>
                  <a:lnTo>
                    <a:pt x="915748" y="80845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10464602" y="3676745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1" name="object 21"/>
          <p:cNvSpPr/>
          <p:nvPr/>
        </p:nvSpPr>
        <p:spPr>
          <a:xfrm>
            <a:off x="10012576" y="4211080"/>
            <a:ext cx="1239520" cy="81280"/>
          </a:xfrm>
          <a:custGeom>
            <a:avLst/>
            <a:gdLst/>
            <a:ahLst/>
            <a:cxnLst/>
            <a:rect l="l" t="t" r="r" b="b"/>
            <a:pathLst>
              <a:path w="1239520" h="81279">
                <a:moveTo>
                  <a:pt x="1238953" y="0"/>
                </a:moveTo>
                <a:lnTo>
                  <a:pt x="700278" y="0"/>
                </a:lnTo>
                <a:lnTo>
                  <a:pt x="700278" y="21558"/>
                </a:lnTo>
                <a:lnTo>
                  <a:pt x="694891" y="26948"/>
                </a:lnTo>
                <a:lnTo>
                  <a:pt x="544062" y="26948"/>
                </a:lnTo>
                <a:lnTo>
                  <a:pt x="538675" y="21558"/>
                </a:lnTo>
                <a:lnTo>
                  <a:pt x="538675" y="0"/>
                </a:lnTo>
                <a:lnTo>
                  <a:pt x="0" y="0"/>
                </a:lnTo>
                <a:lnTo>
                  <a:pt x="4250" y="47875"/>
                </a:lnTo>
                <a:lnTo>
                  <a:pt x="32951" y="76592"/>
                </a:lnTo>
                <a:lnTo>
                  <a:pt x="53867" y="80845"/>
                </a:lnTo>
                <a:lnTo>
                  <a:pt x="1185086" y="80845"/>
                </a:lnTo>
                <a:lnTo>
                  <a:pt x="1206002" y="76592"/>
                </a:lnTo>
                <a:lnTo>
                  <a:pt x="1223130" y="65013"/>
                </a:lnTo>
                <a:lnTo>
                  <a:pt x="1234703" y="47875"/>
                </a:lnTo>
                <a:lnTo>
                  <a:pt x="1238953" y="26948"/>
                </a:lnTo>
                <a:lnTo>
                  <a:pt x="1238953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339464" y="4354093"/>
            <a:ext cx="584200" cy="753745"/>
          </a:xfrm>
          <a:custGeom>
            <a:avLst/>
            <a:gdLst/>
            <a:ahLst/>
            <a:cxnLst/>
            <a:rect l="l" t="t" r="r" b="b"/>
            <a:pathLst>
              <a:path w="584200" h="753745">
                <a:moveTo>
                  <a:pt x="197764" y="565111"/>
                </a:moveTo>
                <a:lnTo>
                  <a:pt x="122428" y="565111"/>
                </a:lnTo>
                <a:lnTo>
                  <a:pt x="122428" y="640486"/>
                </a:lnTo>
                <a:lnTo>
                  <a:pt x="197764" y="640486"/>
                </a:lnTo>
                <a:lnTo>
                  <a:pt x="197764" y="565111"/>
                </a:lnTo>
                <a:close/>
              </a:path>
              <a:path w="584200" h="753745">
                <a:moveTo>
                  <a:pt x="197764" y="414350"/>
                </a:moveTo>
                <a:lnTo>
                  <a:pt x="122428" y="414350"/>
                </a:lnTo>
                <a:lnTo>
                  <a:pt x="122428" y="489724"/>
                </a:lnTo>
                <a:lnTo>
                  <a:pt x="197764" y="489724"/>
                </a:lnTo>
                <a:lnTo>
                  <a:pt x="197764" y="414350"/>
                </a:lnTo>
                <a:close/>
              </a:path>
              <a:path w="584200" h="753745">
                <a:moveTo>
                  <a:pt x="197764" y="263588"/>
                </a:moveTo>
                <a:lnTo>
                  <a:pt x="122428" y="263588"/>
                </a:lnTo>
                <a:lnTo>
                  <a:pt x="122428" y="338975"/>
                </a:lnTo>
                <a:lnTo>
                  <a:pt x="197764" y="338975"/>
                </a:lnTo>
                <a:lnTo>
                  <a:pt x="197764" y="263588"/>
                </a:lnTo>
                <a:close/>
              </a:path>
              <a:path w="584200" h="753745">
                <a:moveTo>
                  <a:pt x="197764" y="112826"/>
                </a:moveTo>
                <a:lnTo>
                  <a:pt x="122428" y="112826"/>
                </a:lnTo>
                <a:lnTo>
                  <a:pt x="122428" y="188214"/>
                </a:lnTo>
                <a:lnTo>
                  <a:pt x="197764" y="188214"/>
                </a:lnTo>
                <a:lnTo>
                  <a:pt x="197764" y="112826"/>
                </a:lnTo>
                <a:close/>
              </a:path>
              <a:path w="584200" h="753745">
                <a:moveTo>
                  <a:pt x="461454" y="583958"/>
                </a:moveTo>
                <a:lnTo>
                  <a:pt x="273100" y="583958"/>
                </a:lnTo>
                <a:lnTo>
                  <a:pt x="273100" y="621652"/>
                </a:lnTo>
                <a:lnTo>
                  <a:pt x="461454" y="621652"/>
                </a:lnTo>
                <a:lnTo>
                  <a:pt x="461454" y="583958"/>
                </a:lnTo>
                <a:close/>
              </a:path>
              <a:path w="584200" h="753745">
                <a:moveTo>
                  <a:pt x="461454" y="433197"/>
                </a:moveTo>
                <a:lnTo>
                  <a:pt x="273100" y="433197"/>
                </a:lnTo>
                <a:lnTo>
                  <a:pt x="273100" y="470890"/>
                </a:lnTo>
                <a:lnTo>
                  <a:pt x="461454" y="470890"/>
                </a:lnTo>
                <a:lnTo>
                  <a:pt x="461454" y="433197"/>
                </a:lnTo>
                <a:close/>
              </a:path>
              <a:path w="584200" h="753745">
                <a:moveTo>
                  <a:pt x="461454" y="282435"/>
                </a:moveTo>
                <a:lnTo>
                  <a:pt x="273100" y="282435"/>
                </a:lnTo>
                <a:lnTo>
                  <a:pt x="273100" y="320128"/>
                </a:lnTo>
                <a:lnTo>
                  <a:pt x="461454" y="320128"/>
                </a:lnTo>
                <a:lnTo>
                  <a:pt x="461454" y="282435"/>
                </a:lnTo>
                <a:close/>
              </a:path>
              <a:path w="584200" h="753745">
                <a:moveTo>
                  <a:pt x="461454" y="131673"/>
                </a:moveTo>
                <a:lnTo>
                  <a:pt x="273100" y="131673"/>
                </a:lnTo>
                <a:lnTo>
                  <a:pt x="273100" y="169367"/>
                </a:lnTo>
                <a:lnTo>
                  <a:pt x="461454" y="169367"/>
                </a:lnTo>
                <a:lnTo>
                  <a:pt x="461454" y="131673"/>
                </a:lnTo>
                <a:close/>
              </a:path>
              <a:path w="584200" h="753745">
                <a:moveTo>
                  <a:pt x="583869" y="56286"/>
                </a:moveTo>
                <a:lnTo>
                  <a:pt x="527367" y="56286"/>
                </a:lnTo>
                <a:lnTo>
                  <a:pt x="527367" y="697026"/>
                </a:lnTo>
                <a:lnTo>
                  <a:pt x="583869" y="697026"/>
                </a:lnTo>
                <a:lnTo>
                  <a:pt x="583869" y="56286"/>
                </a:lnTo>
                <a:close/>
              </a:path>
              <a:path w="584200" h="753745">
                <a:moveTo>
                  <a:pt x="583869" y="0"/>
                </a:moveTo>
                <a:lnTo>
                  <a:pt x="0" y="0"/>
                </a:lnTo>
                <a:lnTo>
                  <a:pt x="0" y="55905"/>
                </a:lnTo>
                <a:lnTo>
                  <a:pt x="0" y="697433"/>
                </a:lnTo>
                <a:lnTo>
                  <a:pt x="0" y="753325"/>
                </a:lnTo>
                <a:lnTo>
                  <a:pt x="583869" y="753325"/>
                </a:lnTo>
                <a:lnTo>
                  <a:pt x="583869" y="697433"/>
                </a:lnTo>
                <a:lnTo>
                  <a:pt x="56502" y="697433"/>
                </a:lnTo>
                <a:lnTo>
                  <a:pt x="56502" y="55905"/>
                </a:lnTo>
                <a:lnTo>
                  <a:pt x="583869" y="55905"/>
                </a:lnTo>
                <a:lnTo>
                  <a:pt x="5838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0307" y="3334511"/>
            <a:ext cx="119062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2540" marR="0" lvl="0" indent="0" algn="ctr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SDP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034016" y="5186171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63830" marR="0" lvl="0" indent="0" defTabSz="91440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SERVICES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6.</a:t>
            </a:r>
            <a:r>
              <a:rPr spc="-185" dirty="0"/>
              <a:t> </a:t>
            </a:r>
            <a:r>
              <a:rPr spc="-60" dirty="0"/>
              <a:t>Pairing</a:t>
            </a:r>
            <a:r>
              <a:rPr spc="-175" dirty="0"/>
              <a:t> </a:t>
            </a:r>
            <a:r>
              <a:rPr spc="-45" dirty="0"/>
              <a:t>Devices</a:t>
            </a:r>
            <a:r>
              <a:rPr spc="-200" dirty="0"/>
              <a:t> </a:t>
            </a:r>
            <a:r>
              <a:rPr dirty="0"/>
              <a:t>In</a:t>
            </a:r>
            <a:r>
              <a:rPr spc="-170" dirty="0"/>
              <a:t> </a:t>
            </a:r>
            <a:r>
              <a:rPr spc="-10" dirty="0"/>
              <a:t>Linux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661616"/>
            <a:ext cx="6132195" cy="40290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27050" lvl="0" indent="0" defTabSz="914400" eaLnBrk="1" fontAlgn="auto" latinLnBrk="0" hangingPunct="1">
              <a:lnSpc>
                <a:spcPct val="8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We’ve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found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hosted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device,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now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want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get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started interacting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1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ts val="231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designed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interact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unless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paired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device, however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1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33274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We’ll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hints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found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previous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steps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tools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available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Linux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88861" y="2593098"/>
            <a:ext cx="3775710" cy="1743075"/>
            <a:chOff x="6388861" y="2593098"/>
            <a:chExt cx="3775710" cy="1743075"/>
          </a:xfrm>
        </p:grpSpPr>
        <p:sp>
          <p:nvSpPr>
            <p:cNvPr id="5" name="object 5"/>
            <p:cNvSpPr/>
            <p:nvPr/>
          </p:nvSpPr>
          <p:spPr>
            <a:xfrm>
              <a:off x="8055863" y="3026663"/>
              <a:ext cx="360045" cy="680085"/>
            </a:xfrm>
            <a:custGeom>
              <a:avLst/>
              <a:gdLst/>
              <a:ahLst/>
              <a:cxnLst/>
              <a:rect l="l" t="t" r="r" b="b"/>
              <a:pathLst>
                <a:path w="360045" h="680085">
                  <a:moveTo>
                    <a:pt x="179831" y="0"/>
                  </a:moveTo>
                  <a:lnTo>
                    <a:pt x="0" y="179832"/>
                  </a:lnTo>
                  <a:lnTo>
                    <a:pt x="89915" y="179832"/>
                  </a:lnTo>
                  <a:lnTo>
                    <a:pt x="89915" y="679704"/>
                  </a:lnTo>
                  <a:lnTo>
                    <a:pt x="269747" y="679704"/>
                  </a:lnTo>
                  <a:lnTo>
                    <a:pt x="269747" y="179832"/>
                  </a:lnTo>
                  <a:lnTo>
                    <a:pt x="359663" y="179832"/>
                  </a:lnTo>
                  <a:lnTo>
                    <a:pt x="179831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055863" y="3026663"/>
              <a:ext cx="360045" cy="680085"/>
            </a:xfrm>
            <a:custGeom>
              <a:avLst/>
              <a:gdLst/>
              <a:ahLst/>
              <a:cxnLst/>
              <a:rect l="l" t="t" r="r" b="b"/>
              <a:pathLst>
                <a:path w="360045" h="680085">
                  <a:moveTo>
                    <a:pt x="89915" y="679704"/>
                  </a:moveTo>
                  <a:lnTo>
                    <a:pt x="89915" y="179832"/>
                  </a:lnTo>
                  <a:lnTo>
                    <a:pt x="0" y="179832"/>
                  </a:lnTo>
                  <a:lnTo>
                    <a:pt x="179831" y="0"/>
                  </a:lnTo>
                  <a:lnTo>
                    <a:pt x="359663" y="179832"/>
                  </a:lnTo>
                  <a:lnTo>
                    <a:pt x="269747" y="179832"/>
                  </a:lnTo>
                  <a:lnTo>
                    <a:pt x="269747" y="679704"/>
                  </a:lnTo>
                  <a:lnTo>
                    <a:pt x="89915" y="67970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016964" y="2593111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31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31" y="337324"/>
                  </a:lnTo>
                  <a:lnTo>
                    <a:pt x="39331" y="314833"/>
                  </a:lnTo>
                  <a:close/>
                </a:path>
                <a:path w="427354" h="427355">
                  <a:moveTo>
                    <a:pt x="39331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31" y="292341"/>
                  </a:lnTo>
                  <a:lnTo>
                    <a:pt x="39331" y="269862"/>
                  </a:lnTo>
                  <a:close/>
                </a:path>
                <a:path w="427354" h="427355">
                  <a:moveTo>
                    <a:pt x="39331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31" y="247370"/>
                  </a:lnTo>
                  <a:lnTo>
                    <a:pt x="39331" y="224878"/>
                  </a:lnTo>
                  <a:close/>
                </a:path>
                <a:path w="427354" h="427355">
                  <a:moveTo>
                    <a:pt x="39331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31" y="202387"/>
                  </a:lnTo>
                  <a:lnTo>
                    <a:pt x="39331" y="179908"/>
                  </a:lnTo>
                  <a:close/>
                </a:path>
                <a:path w="427354" h="427355">
                  <a:moveTo>
                    <a:pt x="39331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31" y="157416"/>
                  </a:lnTo>
                  <a:lnTo>
                    <a:pt x="39331" y="134924"/>
                  </a:lnTo>
                  <a:close/>
                </a:path>
                <a:path w="427354" h="427355">
                  <a:moveTo>
                    <a:pt x="39331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31" y="112433"/>
                  </a:lnTo>
                  <a:lnTo>
                    <a:pt x="39331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03" y="0"/>
                  </a:lnTo>
                  <a:lnTo>
                    <a:pt x="89903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64843" y="3665372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6388849" y="3563759"/>
              <a:ext cx="648970" cy="772795"/>
            </a:xfrm>
            <a:custGeom>
              <a:avLst/>
              <a:gdLst/>
              <a:ahLst/>
              <a:cxnLst/>
              <a:rect l="l" t="t" r="r" b="b"/>
              <a:pathLst>
                <a:path w="648970" h="772795">
                  <a:moveTo>
                    <a:pt x="486714" y="243852"/>
                  </a:moveTo>
                  <a:lnTo>
                    <a:pt x="480885" y="200761"/>
                  </a:lnTo>
                  <a:lnTo>
                    <a:pt x="464477" y="161963"/>
                  </a:lnTo>
                  <a:lnTo>
                    <a:pt x="439051" y="129044"/>
                  </a:lnTo>
                  <a:lnTo>
                    <a:pt x="406196" y="103568"/>
                  </a:lnTo>
                  <a:lnTo>
                    <a:pt x="367474" y="87122"/>
                  </a:lnTo>
                  <a:lnTo>
                    <a:pt x="324472" y="81292"/>
                  </a:lnTo>
                  <a:lnTo>
                    <a:pt x="281482" y="87122"/>
                  </a:lnTo>
                  <a:lnTo>
                    <a:pt x="242760" y="103568"/>
                  </a:lnTo>
                  <a:lnTo>
                    <a:pt x="209892" y="129044"/>
                  </a:lnTo>
                  <a:lnTo>
                    <a:pt x="184467" y="161963"/>
                  </a:lnTo>
                  <a:lnTo>
                    <a:pt x="168059" y="200761"/>
                  </a:lnTo>
                  <a:lnTo>
                    <a:pt x="162242" y="243852"/>
                  </a:lnTo>
                  <a:lnTo>
                    <a:pt x="168059" y="286943"/>
                  </a:lnTo>
                  <a:lnTo>
                    <a:pt x="184467" y="325742"/>
                  </a:lnTo>
                  <a:lnTo>
                    <a:pt x="209892" y="358660"/>
                  </a:lnTo>
                  <a:lnTo>
                    <a:pt x="242760" y="384136"/>
                  </a:lnTo>
                  <a:lnTo>
                    <a:pt x="281482" y="400583"/>
                  </a:lnTo>
                  <a:lnTo>
                    <a:pt x="324472" y="406412"/>
                  </a:lnTo>
                  <a:lnTo>
                    <a:pt x="331571" y="406412"/>
                  </a:lnTo>
                  <a:lnTo>
                    <a:pt x="334619" y="405396"/>
                  </a:lnTo>
                  <a:lnTo>
                    <a:pt x="334619" y="355612"/>
                  </a:lnTo>
                  <a:lnTo>
                    <a:pt x="335000" y="348754"/>
                  </a:lnTo>
                  <a:lnTo>
                    <a:pt x="355028" y="309511"/>
                  </a:lnTo>
                  <a:lnTo>
                    <a:pt x="485698" y="261124"/>
                  </a:lnTo>
                  <a:lnTo>
                    <a:pt x="486714" y="255028"/>
                  </a:lnTo>
                  <a:lnTo>
                    <a:pt x="486714" y="243852"/>
                  </a:lnTo>
                  <a:close/>
                </a:path>
                <a:path w="648970" h="772795">
                  <a:moveTo>
                    <a:pt x="599262" y="203212"/>
                  </a:moveTo>
                  <a:lnTo>
                    <a:pt x="597662" y="195326"/>
                  </a:lnTo>
                  <a:lnTo>
                    <a:pt x="593305" y="188861"/>
                  </a:lnTo>
                  <a:lnTo>
                    <a:pt x="586854" y="184492"/>
                  </a:lnTo>
                  <a:lnTo>
                    <a:pt x="578980" y="182892"/>
                  </a:lnTo>
                  <a:lnTo>
                    <a:pt x="560730" y="182892"/>
                  </a:lnTo>
                  <a:lnTo>
                    <a:pt x="544982" y="139801"/>
                  </a:lnTo>
                  <a:lnTo>
                    <a:pt x="521792" y="100863"/>
                  </a:lnTo>
                  <a:lnTo>
                    <a:pt x="492010" y="66967"/>
                  </a:lnTo>
                  <a:lnTo>
                    <a:pt x="458571" y="40640"/>
                  </a:lnTo>
                  <a:lnTo>
                    <a:pt x="416191" y="17957"/>
                  </a:lnTo>
                  <a:lnTo>
                    <a:pt x="371881" y="4648"/>
                  </a:lnTo>
                  <a:lnTo>
                    <a:pt x="324472" y="0"/>
                  </a:lnTo>
                  <a:lnTo>
                    <a:pt x="276326" y="4800"/>
                  </a:lnTo>
                  <a:lnTo>
                    <a:pt x="231317" y="18542"/>
                  </a:lnTo>
                  <a:lnTo>
                    <a:pt x="190296" y="40297"/>
                  </a:lnTo>
                  <a:lnTo>
                    <a:pt x="149059" y="73152"/>
                  </a:lnTo>
                  <a:lnTo>
                    <a:pt x="146011" y="78244"/>
                  </a:lnTo>
                  <a:lnTo>
                    <a:pt x="146037" y="85432"/>
                  </a:lnTo>
                  <a:lnTo>
                    <a:pt x="180492" y="99580"/>
                  </a:lnTo>
                  <a:lnTo>
                    <a:pt x="210972" y="74930"/>
                  </a:lnTo>
                  <a:lnTo>
                    <a:pt x="245643" y="56388"/>
                  </a:lnTo>
                  <a:lnTo>
                    <a:pt x="283730" y="44704"/>
                  </a:lnTo>
                  <a:lnTo>
                    <a:pt x="324472" y="40640"/>
                  </a:lnTo>
                  <a:lnTo>
                    <a:pt x="370827" y="46037"/>
                  </a:lnTo>
                  <a:lnTo>
                    <a:pt x="413461" y="61379"/>
                  </a:lnTo>
                  <a:lnTo>
                    <a:pt x="451116" y="85432"/>
                  </a:lnTo>
                  <a:lnTo>
                    <a:pt x="482574" y="116954"/>
                  </a:lnTo>
                  <a:lnTo>
                    <a:pt x="506577" y="154686"/>
                  </a:lnTo>
                  <a:lnTo>
                    <a:pt x="521893" y="197408"/>
                  </a:lnTo>
                  <a:lnTo>
                    <a:pt x="527265" y="243852"/>
                  </a:lnTo>
                  <a:lnTo>
                    <a:pt x="527265" y="290588"/>
                  </a:lnTo>
                  <a:lnTo>
                    <a:pt x="410667" y="329196"/>
                  </a:lnTo>
                  <a:lnTo>
                    <a:pt x="400519" y="325132"/>
                  </a:lnTo>
                  <a:lnTo>
                    <a:pt x="395452" y="325132"/>
                  </a:lnTo>
                  <a:lnTo>
                    <a:pt x="383425" y="327469"/>
                  </a:lnTo>
                  <a:lnTo>
                    <a:pt x="373786" y="333895"/>
                  </a:lnTo>
                  <a:lnTo>
                    <a:pt x="367360" y="343573"/>
                  </a:lnTo>
                  <a:lnTo>
                    <a:pt x="365036" y="355612"/>
                  </a:lnTo>
                  <a:lnTo>
                    <a:pt x="367360" y="367665"/>
                  </a:lnTo>
                  <a:lnTo>
                    <a:pt x="373786" y="377329"/>
                  </a:lnTo>
                  <a:lnTo>
                    <a:pt x="383425" y="383768"/>
                  </a:lnTo>
                  <a:lnTo>
                    <a:pt x="395452" y="386092"/>
                  </a:lnTo>
                  <a:lnTo>
                    <a:pt x="404317" y="384810"/>
                  </a:lnTo>
                  <a:lnTo>
                    <a:pt x="412318" y="381139"/>
                  </a:lnTo>
                  <a:lnTo>
                    <a:pt x="418985" y="375386"/>
                  </a:lnTo>
                  <a:lnTo>
                    <a:pt x="423849" y="367804"/>
                  </a:lnTo>
                  <a:lnTo>
                    <a:pt x="539445" y="329196"/>
                  </a:lnTo>
                  <a:lnTo>
                    <a:pt x="585063" y="313956"/>
                  </a:lnTo>
                  <a:lnTo>
                    <a:pt x="593178" y="310908"/>
                  </a:lnTo>
                  <a:lnTo>
                    <a:pt x="599262" y="303796"/>
                  </a:lnTo>
                  <a:lnTo>
                    <a:pt x="599262" y="203212"/>
                  </a:lnTo>
                  <a:close/>
                </a:path>
                <a:path w="648970" h="772795">
                  <a:moveTo>
                    <a:pt x="648944" y="609625"/>
                  </a:moveTo>
                  <a:lnTo>
                    <a:pt x="630123" y="558190"/>
                  </a:lnTo>
                  <a:lnTo>
                    <a:pt x="580948" y="519391"/>
                  </a:lnTo>
                  <a:lnTo>
                    <a:pt x="541972" y="498373"/>
                  </a:lnTo>
                  <a:lnTo>
                    <a:pt x="500722" y="481164"/>
                  </a:lnTo>
                  <a:lnTo>
                    <a:pt x="458317" y="467385"/>
                  </a:lnTo>
                  <a:lnTo>
                    <a:pt x="394436" y="452653"/>
                  </a:lnTo>
                  <a:lnTo>
                    <a:pt x="324472" y="447065"/>
                  </a:lnTo>
                  <a:lnTo>
                    <a:pt x="291020" y="448525"/>
                  </a:lnTo>
                  <a:lnTo>
                    <a:pt x="224091" y="459066"/>
                  </a:lnTo>
                  <a:lnTo>
                    <a:pt x="148234" y="481736"/>
                  </a:lnTo>
                  <a:lnTo>
                    <a:pt x="106984" y="499897"/>
                  </a:lnTo>
                  <a:lnTo>
                    <a:pt x="68008" y="521106"/>
                  </a:lnTo>
                  <a:lnTo>
                    <a:pt x="32448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8944" y="772198"/>
                  </a:lnTo>
                  <a:lnTo>
                    <a:pt x="648944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045451" y="3627119"/>
              <a:ext cx="803275" cy="641985"/>
            </a:xfrm>
            <a:custGeom>
              <a:avLst/>
              <a:gdLst/>
              <a:ahLst/>
              <a:cxnLst/>
              <a:rect l="l" t="t" r="r" b="b"/>
              <a:pathLst>
                <a:path w="803275" h="641985">
                  <a:moveTo>
                    <a:pt x="482346" y="0"/>
                  </a:moveTo>
                  <a:lnTo>
                    <a:pt x="482346" y="160400"/>
                  </a:lnTo>
                  <a:lnTo>
                    <a:pt x="0" y="160400"/>
                  </a:lnTo>
                  <a:lnTo>
                    <a:pt x="0" y="481202"/>
                  </a:lnTo>
                  <a:lnTo>
                    <a:pt x="482346" y="481202"/>
                  </a:lnTo>
                  <a:lnTo>
                    <a:pt x="482346" y="641603"/>
                  </a:lnTo>
                  <a:lnTo>
                    <a:pt x="803148" y="320801"/>
                  </a:lnTo>
                  <a:lnTo>
                    <a:pt x="48234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7045451" y="3627119"/>
              <a:ext cx="803275" cy="641985"/>
            </a:xfrm>
            <a:custGeom>
              <a:avLst/>
              <a:gdLst/>
              <a:ahLst/>
              <a:cxnLst/>
              <a:rect l="l" t="t" r="r" b="b"/>
              <a:pathLst>
                <a:path w="803275" h="641985">
                  <a:moveTo>
                    <a:pt x="0" y="160400"/>
                  </a:moveTo>
                  <a:lnTo>
                    <a:pt x="482346" y="160400"/>
                  </a:lnTo>
                  <a:lnTo>
                    <a:pt x="482346" y="0"/>
                  </a:lnTo>
                  <a:lnTo>
                    <a:pt x="803148" y="320801"/>
                  </a:lnTo>
                  <a:lnTo>
                    <a:pt x="482346" y="641603"/>
                  </a:lnTo>
                  <a:lnTo>
                    <a:pt x="482346" y="481202"/>
                  </a:lnTo>
                  <a:lnTo>
                    <a:pt x="0" y="481202"/>
                  </a:lnTo>
                  <a:lnTo>
                    <a:pt x="0" y="16040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8716038" y="3689868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427408"/>
                  </a:moveTo>
                  <a:lnTo>
                    <a:pt x="1441993" y="213704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lnTo>
                    <a:pt x="1048722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8716038" y="3689868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320556"/>
                  </a:moveTo>
                  <a:lnTo>
                    <a:pt x="1048722" y="427408"/>
                  </a:lnTo>
                  <a:lnTo>
                    <a:pt x="1441993" y="213704"/>
                  </a:lnTo>
                  <a:lnTo>
                    <a:pt x="1382618" y="180312"/>
                  </a:lnTo>
                  <a:lnTo>
                    <a:pt x="1247201" y="106852"/>
                  </a:lnTo>
                  <a:lnTo>
                    <a:pt x="1110862" y="33391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05936" y="3562797"/>
              <a:ext cx="280092" cy="21463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47686" y="3296097"/>
              <a:ext cx="188200" cy="22411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163520" y="3380900"/>
              <a:ext cx="504825" cy="406400"/>
            </a:xfrm>
            <a:custGeom>
              <a:avLst/>
              <a:gdLst/>
              <a:ahLst/>
              <a:cxnLst/>
              <a:rect l="l" t="t" r="r" b="b"/>
              <a:pathLst>
                <a:path w="504825" h="406400">
                  <a:moveTo>
                    <a:pt x="451327" y="290215"/>
                  </a:moveTo>
                  <a:lnTo>
                    <a:pt x="299473" y="290215"/>
                  </a:lnTo>
                  <a:lnTo>
                    <a:pt x="306345" y="290760"/>
                  </a:lnTo>
                  <a:lnTo>
                    <a:pt x="312775" y="292453"/>
                  </a:lnTo>
                  <a:lnTo>
                    <a:pt x="337143" y="325079"/>
                  </a:lnTo>
                  <a:lnTo>
                    <a:pt x="336996" y="332661"/>
                  </a:lnTo>
                  <a:lnTo>
                    <a:pt x="335259" y="339802"/>
                  </a:lnTo>
                  <a:lnTo>
                    <a:pt x="332110" y="346412"/>
                  </a:lnTo>
                  <a:lnTo>
                    <a:pt x="327725" y="352404"/>
                  </a:lnTo>
                  <a:lnTo>
                    <a:pt x="295706" y="389152"/>
                  </a:lnTo>
                  <a:lnTo>
                    <a:pt x="308891" y="399517"/>
                  </a:lnTo>
                  <a:lnTo>
                    <a:pt x="315483" y="403286"/>
                  </a:lnTo>
                  <a:lnTo>
                    <a:pt x="323017" y="406113"/>
                  </a:lnTo>
                  <a:lnTo>
                    <a:pt x="331492" y="405171"/>
                  </a:lnTo>
                  <a:lnTo>
                    <a:pt x="345795" y="400960"/>
                  </a:lnTo>
                  <a:lnTo>
                    <a:pt x="356919" y="391979"/>
                  </a:lnTo>
                  <a:lnTo>
                    <a:pt x="363806" y="379465"/>
                  </a:lnTo>
                  <a:lnTo>
                    <a:pt x="365395" y="364654"/>
                  </a:lnTo>
                  <a:lnTo>
                    <a:pt x="365395" y="363711"/>
                  </a:lnTo>
                  <a:lnTo>
                    <a:pt x="378013" y="363711"/>
                  </a:lnTo>
                  <a:lnTo>
                    <a:pt x="407126" y="338948"/>
                  </a:lnTo>
                  <a:lnTo>
                    <a:pt x="408715" y="323194"/>
                  </a:lnTo>
                  <a:lnTo>
                    <a:pt x="421333" y="323194"/>
                  </a:lnTo>
                  <a:lnTo>
                    <a:pt x="450446" y="298431"/>
                  </a:lnTo>
                  <a:lnTo>
                    <a:pt x="451125" y="292100"/>
                  </a:lnTo>
                  <a:lnTo>
                    <a:pt x="451226" y="291158"/>
                  </a:lnTo>
                  <a:lnTo>
                    <a:pt x="451327" y="290215"/>
                  </a:lnTo>
                  <a:close/>
                </a:path>
                <a:path w="504825" h="406400">
                  <a:moveTo>
                    <a:pt x="378013" y="363711"/>
                  </a:moveTo>
                  <a:lnTo>
                    <a:pt x="365395" y="363711"/>
                  </a:lnTo>
                  <a:lnTo>
                    <a:pt x="368220" y="364654"/>
                  </a:lnTo>
                  <a:lnTo>
                    <a:pt x="374812" y="364654"/>
                  </a:lnTo>
                  <a:lnTo>
                    <a:pt x="378013" y="363711"/>
                  </a:lnTo>
                  <a:close/>
                </a:path>
                <a:path w="504825" h="406400">
                  <a:moveTo>
                    <a:pt x="421333" y="323194"/>
                  </a:moveTo>
                  <a:lnTo>
                    <a:pt x="408715" y="323194"/>
                  </a:lnTo>
                  <a:lnTo>
                    <a:pt x="411540" y="324137"/>
                  </a:lnTo>
                  <a:lnTo>
                    <a:pt x="418132" y="324137"/>
                  </a:lnTo>
                  <a:lnTo>
                    <a:pt x="421333" y="323194"/>
                  </a:lnTo>
                  <a:close/>
                </a:path>
                <a:path w="504825" h="406400">
                  <a:moveTo>
                    <a:pt x="503559" y="252525"/>
                  </a:moveTo>
                  <a:lnTo>
                    <a:pt x="246736" y="252525"/>
                  </a:lnTo>
                  <a:lnTo>
                    <a:pt x="254328" y="253217"/>
                  </a:lnTo>
                  <a:lnTo>
                    <a:pt x="261568" y="255234"/>
                  </a:lnTo>
                  <a:lnTo>
                    <a:pt x="287626" y="283619"/>
                  </a:lnTo>
                  <a:lnTo>
                    <a:pt x="289114" y="292100"/>
                  </a:lnTo>
                  <a:lnTo>
                    <a:pt x="291939" y="291157"/>
                  </a:lnTo>
                  <a:lnTo>
                    <a:pt x="295706" y="290215"/>
                  </a:lnTo>
                  <a:lnTo>
                    <a:pt x="451327" y="290215"/>
                  </a:lnTo>
                  <a:lnTo>
                    <a:pt x="452013" y="283826"/>
                  </a:lnTo>
                  <a:lnTo>
                    <a:pt x="452035" y="281735"/>
                  </a:lnTo>
                  <a:lnTo>
                    <a:pt x="451093" y="279850"/>
                  </a:lnTo>
                  <a:lnTo>
                    <a:pt x="451093" y="277966"/>
                  </a:lnTo>
                  <a:lnTo>
                    <a:pt x="496297" y="268543"/>
                  </a:lnTo>
                  <a:lnTo>
                    <a:pt x="503357" y="254409"/>
                  </a:lnTo>
                  <a:lnTo>
                    <a:pt x="503458" y="253467"/>
                  </a:lnTo>
                  <a:lnTo>
                    <a:pt x="503559" y="252525"/>
                  </a:lnTo>
                  <a:close/>
                </a:path>
                <a:path w="504825" h="406400">
                  <a:moveTo>
                    <a:pt x="483672" y="277966"/>
                  </a:moveTo>
                  <a:lnTo>
                    <a:pt x="451093" y="277966"/>
                  </a:lnTo>
                  <a:lnTo>
                    <a:pt x="456744" y="280793"/>
                  </a:lnTo>
                  <a:lnTo>
                    <a:pt x="463336" y="282677"/>
                  </a:lnTo>
                  <a:lnTo>
                    <a:pt x="470870" y="281735"/>
                  </a:lnTo>
                  <a:lnTo>
                    <a:pt x="483672" y="277966"/>
                  </a:lnTo>
                  <a:close/>
                </a:path>
                <a:path w="504825" h="406400">
                  <a:moveTo>
                    <a:pt x="485624" y="208239"/>
                  </a:moveTo>
                  <a:lnTo>
                    <a:pt x="187406" y="208239"/>
                  </a:lnTo>
                  <a:lnTo>
                    <a:pt x="195837" y="208945"/>
                  </a:lnTo>
                  <a:lnTo>
                    <a:pt x="204004" y="211065"/>
                  </a:lnTo>
                  <a:lnTo>
                    <a:pt x="233448" y="244722"/>
                  </a:lnTo>
                  <a:lnTo>
                    <a:pt x="234290" y="252525"/>
                  </a:lnTo>
                  <a:lnTo>
                    <a:pt x="234391" y="253467"/>
                  </a:lnTo>
                  <a:lnTo>
                    <a:pt x="234493" y="254409"/>
                  </a:lnTo>
                  <a:lnTo>
                    <a:pt x="238260" y="253467"/>
                  </a:lnTo>
                  <a:lnTo>
                    <a:pt x="242969" y="252525"/>
                  </a:lnTo>
                  <a:lnTo>
                    <a:pt x="503559" y="252525"/>
                  </a:lnTo>
                  <a:lnTo>
                    <a:pt x="504773" y="241218"/>
                  </a:lnTo>
                  <a:lnTo>
                    <a:pt x="504548" y="235564"/>
                  </a:lnTo>
                  <a:lnTo>
                    <a:pt x="504478" y="233798"/>
                  </a:lnTo>
                  <a:lnTo>
                    <a:pt x="502427" y="227113"/>
                  </a:lnTo>
                  <a:lnTo>
                    <a:pt x="498945" y="221077"/>
                  </a:lnTo>
                  <a:lnTo>
                    <a:pt x="494413" y="215777"/>
                  </a:lnTo>
                  <a:lnTo>
                    <a:pt x="485624" y="208239"/>
                  </a:lnTo>
                  <a:close/>
                </a:path>
                <a:path w="504825" h="406400">
                  <a:moveTo>
                    <a:pt x="204473" y="165837"/>
                  </a:moveTo>
                  <a:lnTo>
                    <a:pt x="124309" y="165837"/>
                  </a:lnTo>
                  <a:lnTo>
                    <a:pt x="132741" y="166544"/>
                  </a:lnTo>
                  <a:lnTo>
                    <a:pt x="141035" y="168723"/>
                  </a:lnTo>
                  <a:lnTo>
                    <a:pt x="169954" y="201393"/>
                  </a:lnTo>
                  <a:lnTo>
                    <a:pt x="171396" y="211065"/>
                  </a:lnTo>
                  <a:lnTo>
                    <a:pt x="176105" y="209181"/>
                  </a:lnTo>
                  <a:lnTo>
                    <a:pt x="181755" y="208239"/>
                  </a:lnTo>
                  <a:lnTo>
                    <a:pt x="485624" y="208239"/>
                  </a:lnTo>
                  <a:lnTo>
                    <a:pt x="440577" y="169606"/>
                  </a:lnTo>
                  <a:lnTo>
                    <a:pt x="225076" y="169606"/>
                  </a:lnTo>
                  <a:lnTo>
                    <a:pt x="214702" y="168723"/>
                  </a:lnTo>
                  <a:lnTo>
                    <a:pt x="204946" y="166073"/>
                  </a:lnTo>
                  <a:lnTo>
                    <a:pt x="204473" y="165837"/>
                  </a:lnTo>
                  <a:close/>
                </a:path>
                <a:path w="504825" h="406400">
                  <a:moveTo>
                    <a:pt x="81931" y="0"/>
                  </a:moveTo>
                  <a:lnTo>
                    <a:pt x="0" y="135685"/>
                  </a:lnTo>
                  <a:lnTo>
                    <a:pt x="64038" y="210123"/>
                  </a:lnTo>
                  <a:lnTo>
                    <a:pt x="88523" y="181855"/>
                  </a:lnTo>
                  <a:lnTo>
                    <a:pt x="95704" y="174980"/>
                  </a:lnTo>
                  <a:lnTo>
                    <a:pt x="104297" y="169959"/>
                  </a:lnTo>
                  <a:lnTo>
                    <a:pt x="113950" y="166882"/>
                  </a:lnTo>
                  <a:lnTo>
                    <a:pt x="124309" y="165837"/>
                  </a:lnTo>
                  <a:lnTo>
                    <a:pt x="204473" y="165837"/>
                  </a:lnTo>
                  <a:lnTo>
                    <a:pt x="196073" y="161656"/>
                  </a:lnTo>
                  <a:lnTo>
                    <a:pt x="188348" y="155472"/>
                  </a:lnTo>
                  <a:lnTo>
                    <a:pt x="174751" y="137525"/>
                  </a:lnTo>
                  <a:lnTo>
                    <a:pt x="169277" y="116486"/>
                  </a:lnTo>
                  <a:lnTo>
                    <a:pt x="171926" y="94917"/>
                  </a:lnTo>
                  <a:lnTo>
                    <a:pt x="182697" y="75380"/>
                  </a:lnTo>
                  <a:lnTo>
                    <a:pt x="235808" y="14133"/>
                  </a:lnTo>
                  <a:lnTo>
                    <a:pt x="165393" y="14133"/>
                  </a:lnTo>
                  <a:lnTo>
                    <a:pt x="124500" y="12897"/>
                  </a:lnTo>
                  <a:lnTo>
                    <a:pt x="81931" y="0"/>
                  </a:lnTo>
                  <a:close/>
                </a:path>
                <a:path w="504825" h="406400">
                  <a:moveTo>
                    <a:pt x="332434" y="76323"/>
                  </a:moveTo>
                  <a:lnTo>
                    <a:pt x="267454" y="150761"/>
                  </a:lnTo>
                  <a:lnTo>
                    <a:pt x="229784" y="169606"/>
                  </a:lnTo>
                  <a:lnTo>
                    <a:pt x="440577" y="169606"/>
                  </a:lnTo>
                  <a:lnTo>
                    <a:pt x="342793" y="85745"/>
                  </a:lnTo>
                  <a:lnTo>
                    <a:pt x="332434" y="76323"/>
                  </a:lnTo>
                  <a:close/>
                </a:path>
                <a:path w="504825" h="406400">
                  <a:moveTo>
                    <a:pt x="203636" y="11130"/>
                  </a:moveTo>
                  <a:lnTo>
                    <a:pt x="165393" y="14133"/>
                  </a:lnTo>
                  <a:lnTo>
                    <a:pt x="235808" y="14133"/>
                  </a:lnTo>
                  <a:lnTo>
                    <a:pt x="238260" y="11307"/>
                  </a:lnTo>
                  <a:lnTo>
                    <a:pt x="203636" y="1113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9163520" y="3380900"/>
              <a:ext cx="504825" cy="406400"/>
            </a:xfrm>
            <a:custGeom>
              <a:avLst/>
              <a:gdLst/>
              <a:ahLst/>
              <a:cxnLst/>
              <a:rect l="l" t="t" r="r" b="b"/>
              <a:pathLst>
                <a:path w="504825" h="406400">
                  <a:moveTo>
                    <a:pt x="494413" y="215777"/>
                  </a:moveTo>
                  <a:lnTo>
                    <a:pt x="342793" y="85745"/>
                  </a:lnTo>
                  <a:lnTo>
                    <a:pt x="332434" y="76323"/>
                  </a:lnTo>
                  <a:lnTo>
                    <a:pt x="267454" y="150761"/>
                  </a:lnTo>
                  <a:lnTo>
                    <a:pt x="259714" y="158343"/>
                  </a:lnTo>
                  <a:lnTo>
                    <a:pt x="250738" y="164070"/>
                  </a:lnTo>
                  <a:lnTo>
                    <a:pt x="240703" y="167854"/>
                  </a:lnTo>
                  <a:lnTo>
                    <a:pt x="229784" y="169606"/>
                  </a:lnTo>
                  <a:lnTo>
                    <a:pt x="227901" y="169606"/>
                  </a:lnTo>
                  <a:lnTo>
                    <a:pt x="226017" y="169606"/>
                  </a:lnTo>
                  <a:lnTo>
                    <a:pt x="225076" y="169606"/>
                  </a:lnTo>
                  <a:lnTo>
                    <a:pt x="188348" y="155472"/>
                  </a:lnTo>
                  <a:lnTo>
                    <a:pt x="169277" y="116486"/>
                  </a:lnTo>
                  <a:lnTo>
                    <a:pt x="171926" y="94917"/>
                  </a:lnTo>
                  <a:lnTo>
                    <a:pt x="182697" y="75380"/>
                  </a:lnTo>
                  <a:lnTo>
                    <a:pt x="238260" y="11307"/>
                  </a:lnTo>
                  <a:lnTo>
                    <a:pt x="203636" y="11130"/>
                  </a:lnTo>
                  <a:lnTo>
                    <a:pt x="165393" y="14133"/>
                  </a:lnTo>
                  <a:lnTo>
                    <a:pt x="124500" y="12897"/>
                  </a:lnTo>
                  <a:lnTo>
                    <a:pt x="81931" y="0"/>
                  </a:lnTo>
                  <a:lnTo>
                    <a:pt x="0" y="135685"/>
                  </a:lnTo>
                  <a:lnTo>
                    <a:pt x="64038" y="210123"/>
                  </a:lnTo>
                  <a:lnTo>
                    <a:pt x="88523" y="181855"/>
                  </a:lnTo>
                  <a:lnTo>
                    <a:pt x="95704" y="174980"/>
                  </a:lnTo>
                  <a:lnTo>
                    <a:pt x="104297" y="169959"/>
                  </a:lnTo>
                  <a:lnTo>
                    <a:pt x="113950" y="166882"/>
                  </a:lnTo>
                  <a:lnTo>
                    <a:pt x="124309" y="165837"/>
                  </a:lnTo>
                  <a:lnTo>
                    <a:pt x="162126" y="184167"/>
                  </a:lnTo>
                  <a:lnTo>
                    <a:pt x="171396" y="211065"/>
                  </a:lnTo>
                  <a:lnTo>
                    <a:pt x="176105" y="209181"/>
                  </a:lnTo>
                  <a:lnTo>
                    <a:pt x="181755" y="208239"/>
                  </a:lnTo>
                  <a:lnTo>
                    <a:pt x="187406" y="208239"/>
                  </a:lnTo>
                  <a:lnTo>
                    <a:pt x="195837" y="208945"/>
                  </a:lnTo>
                  <a:lnTo>
                    <a:pt x="230373" y="235564"/>
                  </a:lnTo>
                  <a:lnTo>
                    <a:pt x="234493" y="254409"/>
                  </a:lnTo>
                  <a:lnTo>
                    <a:pt x="238260" y="253467"/>
                  </a:lnTo>
                  <a:lnTo>
                    <a:pt x="242969" y="252525"/>
                  </a:lnTo>
                  <a:lnTo>
                    <a:pt x="246736" y="252525"/>
                  </a:lnTo>
                  <a:lnTo>
                    <a:pt x="284876" y="276081"/>
                  </a:lnTo>
                  <a:lnTo>
                    <a:pt x="289114" y="292100"/>
                  </a:lnTo>
                  <a:lnTo>
                    <a:pt x="291939" y="291157"/>
                  </a:lnTo>
                  <a:lnTo>
                    <a:pt x="295706" y="290215"/>
                  </a:lnTo>
                  <a:lnTo>
                    <a:pt x="299473" y="290215"/>
                  </a:lnTo>
                  <a:lnTo>
                    <a:pt x="333023" y="311298"/>
                  </a:lnTo>
                  <a:lnTo>
                    <a:pt x="337143" y="325079"/>
                  </a:lnTo>
                  <a:lnTo>
                    <a:pt x="336996" y="332661"/>
                  </a:lnTo>
                  <a:lnTo>
                    <a:pt x="335259" y="339802"/>
                  </a:lnTo>
                  <a:lnTo>
                    <a:pt x="332110" y="346412"/>
                  </a:lnTo>
                  <a:lnTo>
                    <a:pt x="327725" y="352404"/>
                  </a:lnTo>
                  <a:lnTo>
                    <a:pt x="295706" y="389152"/>
                  </a:lnTo>
                  <a:lnTo>
                    <a:pt x="308891" y="399517"/>
                  </a:lnTo>
                  <a:lnTo>
                    <a:pt x="315483" y="403286"/>
                  </a:lnTo>
                  <a:lnTo>
                    <a:pt x="323017" y="406113"/>
                  </a:lnTo>
                  <a:lnTo>
                    <a:pt x="331492" y="405171"/>
                  </a:lnTo>
                  <a:lnTo>
                    <a:pt x="345795" y="400960"/>
                  </a:lnTo>
                  <a:lnTo>
                    <a:pt x="356919" y="391979"/>
                  </a:lnTo>
                  <a:lnTo>
                    <a:pt x="363806" y="379465"/>
                  </a:lnTo>
                  <a:lnTo>
                    <a:pt x="365395" y="364654"/>
                  </a:lnTo>
                  <a:lnTo>
                    <a:pt x="365395" y="363711"/>
                  </a:lnTo>
                  <a:lnTo>
                    <a:pt x="368220" y="364654"/>
                  </a:lnTo>
                  <a:lnTo>
                    <a:pt x="371987" y="364654"/>
                  </a:lnTo>
                  <a:lnTo>
                    <a:pt x="407126" y="338948"/>
                  </a:lnTo>
                  <a:lnTo>
                    <a:pt x="408715" y="324137"/>
                  </a:lnTo>
                  <a:lnTo>
                    <a:pt x="408715" y="323194"/>
                  </a:lnTo>
                  <a:lnTo>
                    <a:pt x="411540" y="324137"/>
                  </a:lnTo>
                  <a:lnTo>
                    <a:pt x="415307" y="324137"/>
                  </a:lnTo>
                  <a:lnTo>
                    <a:pt x="450446" y="298431"/>
                  </a:lnTo>
                  <a:lnTo>
                    <a:pt x="452035" y="283619"/>
                  </a:lnTo>
                  <a:lnTo>
                    <a:pt x="452035" y="281735"/>
                  </a:lnTo>
                  <a:lnTo>
                    <a:pt x="451093" y="279850"/>
                  </a:lnTo>
                  <a:lnTo>
                    <a:pt x="451093" y="277966"/>
                  </a:lnTo>
                  <a:lnTo>
                    <a:pt x="456744" y="280793"/>
                  </a:lnTo>
                  <a:lnTo>
                    <a:pt x="463336" y="282677"/>
                  </a:lnTo>
                  <a:lnTo>
                    <a:pt x="470870" y="281735"/>
                  </a:lnTo>
                  <a:lnTo>
                    <a:pt x="485173" y="277524"/>
                  </a:lnTo>
                  <a:lnTo>
                    <a:pt x="496297" y="268543"/>
                  </a:lnTo>
                  <a:lnTo>
                    <a:pt x="503183" y="256029"/>
                  </a:lnTo>
                  <a:lnTo>
                    <a:pt x="504773" y="241218"/>
                  </a:lnTo>
                  <a:lnTo>
                    <a:pt x="504478" y="233798"/>
                  </a:lnTo>
                  <a:lnTo>
                    <a:pt x="502418" y="227084"/>
                  </a:lnTo>
                  <a:lnTo>
                    <a:pt x="498945" y="221077"/>
                  </a:lnTo>
                  <a:lnTo>
                    <a:pt x="494413" y="215777"/>
                  </a:lnTo>
                  <a:close/>
                </a:path>
              </a:pathLst>
            </a:custGeom>
            <a:ln w="109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76915" y="3296097"/>
              <a:ext cx="188201" cy="22411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349985" y="3372420"/>
              <a:ext cx="398780" cy="221615"/>
            </a:xfrm>
            <a:custGeom>
              <a:avLst/>
              <a:gdLst/>
              <a:ahLst/>
              <a:cxnLst/>
              <a:rect l="l" t="t" r="r" b="b"/>
              <a:pathLst>
                <a:path w="398779" h="221614">
                  <a:moveTo>
                    <a:pt x="345950" y="57477"/>
                  </a:moveTo>
                  <a:lnTo>
                    <a:pt x="144086" y="57477"/>
                  </a:lnTo>
                  <a:lnTo>
                    <a:pt x="320191" y="209181"/>
                  </a:lnTo>
                  <a:lnTo>
                    <a:pt x="326784" y="215777"/>
                  </a:lnTo>
                  <a:lnTo>
                    <a:pt x="330551" y="221430"/>
                  </a:lnTo>
                  <a:lnTo>
                    <a:pt x="398356" y="143223"/>
                  </a:lnTo>
                  <a:lnTo>
                    <a:pt x="345950" y="57477"/>
                  </a:lnTo>
                  <a:close/>
                </a:path>
                <a:path w="398779" h="221614">
                  <a:moveTo>
                    <a:pt x="115833" y="0"/>
                  </a:moveTo>
                  <a:lnTo>
                    <a:pt x="9417" y="97052"/>
                  </a:lnTo>
                  <a:lnTo>
                    <a:pt x="0" y="124495"/>
                  </a:lnTo>
                  <a:lnTo>
                    <a:pt x="3855" y="138261"/>
                  </a:lnTo>
                  <a:lnTo>
                    <a:pt x="41436" y="159241"/>
                  </a:lnTo>
                  <a:lnTo>
                    <a:pt x="48455" y="157975"/>
                  </a:lnTo>
                  <a:lnTo>
                    <a:pt x="55209" y="155472"/>
                  </a:lnTo>
                  <a:lnTo>
                    <a:pt x="61433" y="151556"/>
                  </a:lnTo>
                  <a:lnTo>
                    <a:pt x="66863" y="146050"/>
                  </a:lnTo>
                  <a:lnTo>
                    <a:pt x="144086" y="57477"/>
                  </a:lnTo>
                  <a:lnTo>
                    <a:pt x="345950" y="57477"/>
                  </a:lnTo>
                  <a:lnTo>
                    <a:pt x="325569" y="24130"/>
                  </a:lnTo>
                  <a:lnTo>
                    <a:pt x="263304" y="24130"/>
                  </a:lnTo>
                  <a:lnTo>
                    <a:pt x="213775" y="21789"/>
                  </a:lnTo>
                  <a:lnTo>
                    <a:pt x="167070" y="11851"/>
                  </a:lnTo>
                  <a:lnTo>
                    <a:pt x="120542" y="942"/>
                  </a:lnTo>
                  <a:lnTo>
                    <a:pt x="119600" y="942"/>
                  </a:lnTo>
                  <a:lnTo>
                    <a:pt x="115833" y="0"/>
                  </a:lnTo>
                  <a:close/>
                </a:path>
                <a:path w="398779" h="221614">
                  <a:moveTo>
                    <a:pt x="318308" y="12249"/>
                  </a:moveTo>
                  <a:lnTo>
                    <a:pt x="263304" y="24130"/>
                  </a:lnTo>
                  <a:lnTo>
                    <a:pt x="325569" y="24130"/>
                  </a:lnTo>
                  <a:lnTo>
                    <a:pt x="318308" y="12249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9349985" y="3372420"/>
              <a:ext cx="398780" cy="221615"/>
            </a:xfrm>
            <a:custGeom>
              <a:avLst/>
              <a:gdLst/>
              <a:ahLst/>
              <a:cxnLst/>
              <a:rect l="l" t="t" r="r" b="b"/>
              <a:pathLst>
                <a:path w="398779" h="221614">
                  <a:moveTo>
                    <a:pt x="318308" y="12249"/>
                  </a:moveTo>
                  <a:lnTo>
                    <a:pt x="263304" y="24130"/>
                  </a:lnTo>
                  <a:lnTo>
                    <a:pt x="213775" y="21789"/>
                  </a:lnTo>
                  <a:lnTo>
                    <a:pt x="167070" y="11851"/>
                  </a:lnTo>
                  <a:lnTo>
                    <a:pt x="120542" y="942"/>
                  </a:lnTo>
                  <a:lnTo>
                    <a:pt x="119600" y="942"/>
                  </a:lnTo>
                  <a:lnTo>
                    <a:pt x="115833" y="0"/>
                  </a:lnTo>
                  <a:lnTo>
                    <a:pt x="107255" y="191"/>
                  </a:lnTo>
                  <a:lnTo>
                    <a:pt x="98764" y="2237"/>
                  </a:lnTo>
                  <a:lnTo>
                    <a:pt x="9417" y="97052"/>
                  </a:lnTo>
                  <a:lnTo>
                    <a:pt x="0" y="124495"/>
                  </a:lnTo>
                  <a:lnTo>
                    <a:pt x="3855" y="138261"/>
                  </a:lnTo>
                  <a:lnTo>
                    <a:pt x="41436" y="159241"/>
                  </a:lnTo>
                  <a:lnTo>
                    <a:pt x="48455" y="157975"/>
                  </a:lnTo>
                  <a:lnTo>
                    <a:pt x="55209" y="155472"/>
                  </a:lnTo>
                  <a:lnTo>
                    <a:pt x="61433" y="151556"/>
                  </a:lnTo>
                  <a:lnTo>
                    <a:pt x="66863" y="146050"/>
                  </a:lnTo>
                  <a:lnTo>
                    <a:pt x="78929" y="132210"/>
                  </a:lnTo>
                  <a:lnTo>
                    <a:pt x="105474" y="101763"/>
                  </a:lnTo>
                  <a:lnTo>
                    <a:pt x="132020" y="71317"/>
                  </a:lnTo>
                  <a:lnTo>
                    <a:pt x="144086" y="57477"/>
                  </a:lnTo>
                  <a:lnTo>
                    <a:pt x="320191" y="209181"/>
                  </a:lnTo>
                  <a:lnTo>
                    <a:pt x="324900" y="213892"/>
                  </a:lnTo>
                  <a:lnTo>
                    <a:pt x="326784" y="215777"/>
                  </a:lnTo>
                  <a:lnTo>
                    <a:pt x="330551" y="221430"/>
                  </a:lnTo>
                  <a:lnTo>
                    <a:pt x="398356" y="143223"/>
                  </a:lnTo>
                  <a:lnTo>
                    <a:pt x="318308" y="12249"/>
                  </a:lnTo>
                  <a:close/>
                </a:path>
              </a:pathLst>
            </a:custGeom>
            <a:ln w="109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1" name="object 21"/>
          <p:cNvSpPr/>
          <p:nvPr/>
        </p:nvSpPr>
        <p:spPr>
          <a:xfrm>
            <a:off x="7116167" y="2001122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2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7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5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3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3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0431499" y="3448672"/>
            <a:ext cx="915035" cy="619125"/>
            <a:chOff x="10431499" y="3448672"/>
            <a:chExt cx="915035" cy="619125"/>
          </a:xfrm>
        </p:grpSpPr>
        <p:sp>
          <p:nvSpPr>
            <p:cNvPr id="23" name="object 23"/>
            <p:cNvSpPr/>
            <p:nvPr/>
          </p:nvSpPr>
          <p:spPr>
            <a:xfrm>
              <a:off x="10431499" y="3448672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32912" y="4247"/>
                  </a:lnTo>
                  <a:lnTo>
                    <a:pt x="15804" y="15813"/>
                  </a:lnTo>
                  <a:lnTo>
                    <a:pt x="4245" y="32930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10720635" y="3588352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5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3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8" y="85853"/>
                  </a:lnTo>
                  <a:lnTo>
                    <a:pt x="145961" y="72341"/>
                  </a:lnTo>
                  <a:lnTo>
                    <a:pt x="170476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8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3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6" y="67379"/>
                  </a:lnTo>
                  <a:lnTo>
                    <a:pt x="195020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3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5" name="object 25"/>
          <p:cNvSpPr/>
          <p:nvPr/>
        </p:nvSpPr>
        <p:spPr>
          <a:xfrm>
            <a:off x="10270089" y="4121586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53803" y="80749"/>
                </a:lnTo>
                <a:lnTo>
                  <a:pt x="1183677" y="80749"/>
                </a:lnTo>
                <a:lnTo>
                  <a:pt x="1204568" y="76501"/>
                </a:lnTo>
                <a:lnTo>
                  <a:pt x="1221676" y="64936"/>
                </a:lnTo>
                <a:lnTo>
                  <a:pt x="1233235" y="47818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6.</a:t>
            </a:r>
            <a:r>
              <a:rPr spc="-185" dirty="0"/>
              <a:t> </a:t>
            </a:r>
            <a:r>
              <a:rPr spc="-60" dirty="0"/>
              <a:t>Pairing</a:t>
            </a:r>
            <a:r>
              <a:rPr spc="-175" dirty="0"/>
              <a:t> </a:t>
            </a:r>
            <a:r>
              <a:rPr spc="-45" dirty="0"/>
              <a:t>Devices</a:t>
            </a:r>
            <a:r>
              <a:rPr spc="-200" dirty="0"/>
              <a:t> </a:t>
            </a:r>
            <a:r>
              <a:rPr dirty="0"/>
              <a:t>In</a:t>
            </a:r>
            <a:r>
              <a:rPr spc="-170" dirty="0"/>
              <a:t> </a:t>
            </a:r>
            <a:r>
              <a:rPr spc="-10" dirty="0"/>
              <a:t>Linux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219961"/>
            <a:ext cx="5987415" cy="43961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9525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There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two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general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forms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Legacy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Secure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Simple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(SSP)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4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41910" lvl="0" indent="0" defTabSz="914400" eaLnBrk="1" fontAlgn="auto" latinLnBrk="0" hangingPunct="1">
              <a:lnSpc>
                <a:spcPts val="259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SSP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more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secure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version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by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far,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our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configured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legacy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training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Older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only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supported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legacy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would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PIN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code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pair.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some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devices,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was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manufacturer-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set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default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code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like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0000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or</a:t>
            </a:r>
            <a:r>
              <a:rPr kumimoji="0" sz="24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1234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88861" y="2593098"/>
            <a:ext cx="3775710" cy="1743075"/>
            <a:chOff x="6388861" y="2593098"/>
            <a:chExt cx="3775710" cy="1743075"/>
          </a:xfrm>
        </p:grpSpPr>
        <p:sp>
          <p:nvSpPr>
            <p:cNvPr id="5" name="object 5"/>
            <p:cNvSpPr/>
            <p:nvPr/>
          </p:nvSpPr>
          <p:spPr>
            <a:xfrm>
              <a:off x="8055863" y="3026663"/>
              <a:ext cx="360045" cy="680085"/>
            </a:xfrm>
            <a:custGeom>
              <a:avLst/>
              <a:gdLst/>
              <a:ahLst/>
              <a:cxnLst/>
              <a:rect l="l" t="t" r="r" b="b"/>
              <a:pathLst>
                <a:path w="360045" h="680085">
                  <a:moveTo>
                    <a:pt x="179831" y="0"/>
                  </a:moveTo>
                  <a:lnTo>
                    <a:pt x="0" y="179832"/>
                  </a:lnTo>
                  <a:lnTo>
                    <a:pt x="89915" y="179832"/>
                  </a:lnTo>
                  <a:lnTo>
                    <a:pt x="89915" y="679704"/>
                  </a:lnTo>
                  <a:lnTo>
                    <a:pt x="269747" y="679704"/>
                  </a:lnTo>
                  <a:lnTo>
                    <a:pt x="269747" y="179832"/>
                  </a:lnTo>
                  <a:lnTo>
                    <a:pt x="359663" y="179832"/>
                  </a:lnTo>
                  <a:lnTo>
                    <a:pt x="179831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055863" y="3026663"/>
              <a:ext cx="360045" cy="680085"/>
            </a:xfrm>
            <a:custGeom>
              <a:avLst/>
              <a:gdLst/>
              <a:ahLst/>
              <a:cxnLst/>
              <a:rect l="l" t="t" r="r" b="b"/>
              <a:pathLst>
                <a:path w="360045" h="680085">
                  <a:moveTo>
                    <a:pt x="89915" y="679704"/>
                  </a:moveTo>
                  <a:lnTo>
                    <a:pt x="89915" y="179832"/>
                  </a:lnTo>
                  <a:lnTo>
                    <a:pt x="0" y="179832"/>
                  </a:lnTo>
                  <a:lnTo>
                    <a:pt x="179831" y="0"/>
                  </a:lnTo>
                  <a:lnTo>
                    <a:pt x="359663" y="179832"/>
                  </a:lnTo>
                  <a:lnTo>
                    <a:pt x="269747" y="179832"/>
                  </a:lnTo>
                  <a:lnTo>
                    <a:pt x="269747" y="679704"/>
                  </a:lnTo>
                  <a:lnTo>
                    <a:pt x="89915" y="67970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016964" y="2593111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31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31" y="337324"/>
                  </a:lnTo>
                  <a:lnTo>
                    <a:pt x="39331" y="314833"/>
                  </a:lnTo>
                  <a:close/>
                </a:path>
                <a:path w="427354" h="427355">
                  <a:moveTo>
                    <a:pt x="39331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31" y="292341"/>
                  </a:lnTo>
                  <a:lnTo>
                    <a:pt x="39331" y="269862"/>
                  </a:lnTo>
                  <a:close/>
                </a:path>
                <a:path w="427354" h="427355">
                  <a:moveTo>
                    <a:pt x="39331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31" y="247370"/>
                  </a:lnTo>
                  <a:lnTo>
                    <a:pt x="39331" y="224878"/>
                  </a:lnTo>
                  <a:close/>
                </a:path>
                <a:path w="427354" h="427355">
                  <a:moveTo>
                    <a:pt x="39331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31" y="202387"/>
                  </a:lnTo>
                  <a:lnTo>
                    <a:pt x="39331" y="179908"/>
                  </a:lnTo>
                  <a:close/>
                </a:path>
                <a:path w="427354" h="427355">
                  <a:moveTo>
                    <a:pt x="39331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31" y="157416"/>
                  </a:lnTo>
                  <a:lnTo>
                    <a:pt x="39331" y="134924"/>
                  </a:lnTo>
                  <a:close/>
                </a:path>
                <a:path w="427354" h="427355">
                  <a:moveTo>
                    <a:pt x="39331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31" y="112433"/>
                  </a:lnTo>
                  <a:lnTo>
                    <a:pt x="39331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03" y="0"/>
                  </a:lnTo>
                  <a:lnTo>
                    <a:pt x="89903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64843" y="3665372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6388849" y="3563759"/>
              <a:ext cx="648970" cy="772795"/>
            </a:xfrm>
            <a:custGeom>
              <a:avLst/>
              <a:gdLst/>
              <a:ahLst/>
              <a:cxnLst/>
              <a:rect l="l" t="t" r="r" b="b"/>
              <a:pathLst>
                <a:path w="648970" h="772795">
                  <a:moveTo>
                    <a:pt x="486714" y="243852"/>
                  </a:moveTo>
                  <a:lnTo>
                    <a:pt x="480885" y="200761"/>
                  </a:lnTo>
                  <a:lnTo>
                    <a:pt x="464477" y="161963"/>
                  </a:lnTo>
                  <a:lnTo>
                    <a:pt x="439051" y="129044"/>
                  </a:lnTo>
                  <a:lnTo>
                    <a:pt x="406196" y="103568"/>
                  </a:lnTo>
                  <a:lnTo>
                    <a:pt x="367474" y="87122"/>
                  </a:lnTo>
                  <a:lnTo>
                    <a:pt x="324472" y="81292"/>
                  </a:lnTo>
                  <a:lnTo>
                    <a:pt x="281482" y="87122"/>
                  </a:lnTo>
                  <a:lnTo>
                    <a:pt x="242760" y="103568"/>
                  </a:lnTo>
                  <a:lnTo>
                    <a:pt x="209892" y="129044"/>
                  </a:lnTo>
                  <a:lnTo>
                    <a:pt x="184467" y="161963"/>
                  </a:lnTo>
                  <a:lnTo>
                    <a:pt x="168059" y="200761"/>
                  </a:lnTo>
                  <a:lnTo>
                    <a:pt x="162242" y="243852"/>
                  </a:lnTo>
                  <a:lnTo>
                    <a:pt x="168059" y="286943"/>
                  </a:lnTo>
                  <a:lnTo>
                    <a:pt x="184467" y="325742"/>
                  </a:lnTo>
                  <a:lnTo>
                    <a:pt x="209892" y="358660"/>
                  </a:lnTo>
                  <a:lnTo>
                    <a:pt x="242760" y="384136"/>
                  </a:lnTo>
                  <a:lnTo>
                    <a:pt x="281482" y="400583"/>
                  </a:lnTo>
                  <a:lnTo>
                    <a:pt x="324472" y="406412"/>
                  </a:lnTo>
                  <a:lnTo>
                    <a:pt x="331571" y="406412"/>
                  </a:lnTo>
                  <a:lnTo>
                    <a:pt x="334619" y="405396"/>
                  </a:lnTo>
                  <a:lnTo>
                    <a:pt x="334619" y="355612"/>
                  </a:lnTo>
                  <a:lnTo>
                    <a:pt x="335000" y="348754"/>
                  </a:lnTo>
                  <a:lnTo>
                    <a:pt x="355028" y="309511"/>
                  </a:lnTo>
                  <a:lnTo>
                    <a:pt x="485698" y="261124"/>
                  </a:lnTo>
                  <a:lnTo>
                    <a:pt x="486714" y="255028"/>
                  </a:lnTo>
                  <a:lnTo>
                    <a:pt x="486714" y="243852"/>
                  </a:lnTo>
                  <a:close/>
                </a:path>
                <a:path w="648970" h="772795">
                  <a:moveTo>
                    <a:pt x="599262" y="203212"/>
                  </a:moveTo>
                  <a:lnTo>
                    <a:pt x="597662" y="195326"/>
                  </a:lnTo>
                  <a:lnTo>
                    <a:pt x="593305" y="188861"/>
                  </a:lnTo>
                  <a:lnTo>
                    <a:pt x="586854" y="184492"/>
                  </a:lnTo>
                  <a:lnTo>
                    <a:pt x="578980" y="182892"/>
                  </a:lnTo>
                  <a:lnTo>
                    <a:pt x="560730" y="182892"/>
                  </a:lnTo>
                  <a:lnTo>
                    <a:pt x="544982" y="139801"/>
                  </a:lnTo>
                  <a:lnTo>
                    <a:pt x="521792" y="100863"/>
                  </a:lnTo>
                  <a:lnTo>
                    <a:pt x="492010" y="66967"/>
                  </a:lnTo>
                  <a:lnTo>
                    <a:pt x="458571" y="40640"/>
                  </a:lnTo>
                  <a:lnTo>
                    <a:pt x="416191" y="17957"/>
                  </a:lnTo>
                  <a:lnTo>
                    <a:pt x="371881" y="4648"/>
                  </a:lnTo>
                  <a:lnTo>
                    <a:pt x="324472" y="0"/>
                  </a:lnTo>
                  <a:lnTo>
                    <a:pt x="276326" y="4800"/>
                  </a:lnTo>
                  <a:lnTo>
                    <a:pt x="231317" y="18542"/>
                  </a:lnTo>
                  <a:lnTo>
                    <a:pt x="190296" y="40297"/>
                  </a:lnTo>
                  <a:lnTo>
                    <a:pt x="149059" y="73152"/>
                  </a:lnTo>
                  <a:lnTo>
                    <a:pt x="146011" y="78244"/>
                  </a:lnTo>
                  <a:lnTo>
                    <a:pt x="146037" y="85432"/>
                  </a:lnTo>
                  <a:lnTo>
                    <a:pt x="180492" y="99580"/>
                  </a:lnTo>
                  <a:lnTo>
                    <a:pt x="210972" y="74930"/>
                  </a:lnTo>
                  <a:lnTo>
                    <a:pt x="245643" y="56388"/>
                  </a:lnTo>
                  <a:lnTo>
                    <a:pt x="283730" y="44704"/>
                  </a:lnTo>
                  <a:lnTo>
                    <a:pt x="324472" y="40640"/>
                  </a:lnTo>
                  <a:lnTo>
                    <a:pt x="370827" y="46037"/>
                  </a:lnTo>
                  <a:lnTo>
                    <a:pt x="413461" y="61379"/>
                  </a:lnTo>
                  <a:lnTo>
                    <a:pt x="451116" y="85432"/>
                  </a:lnTo>
                  <a:lnTo>
                    <a:pt x="482574" y="116954"/>
                  </a:lnTo>
                  <a:lnTo>
                    <a:pt x="506577" y="154686"/>
                  </a:lnTo>
                  <a:lnTo>
                    <a:pt x="521893" y="197408"/>
                  </a:lnTo>
                  <a:lnTo>
                    <a:pt x="527265" y="243852"/>
                  </a:lnTo>
                  <a:lnTo>
                    <a:pt x="527265" y="290588"/>
                  </a:lnTo>
                  <a:lnTo>
                    <a:pt x="410667" y="329196"/>
                  </a:lnTo>
                  <a:lnTo>
                    <a:pt x="400519" y="325132"/>
                  </a:lnTo>
                  <a:lnTo>
                    <a:pt x="395452" y="325132"/>
                  </a:lnTo>
                  <a:lnTo>
                    <a:pt x="383425" y="327469"/>
                  </a:lnTo>
                  <a:lnTo>
                    <a:pt x="373786" y="333895"/>
                  </a:lnTo>
                  <a:lnTo>
                    <a:pt x="367360" y="343573"/>
                  </a:lnTo>
                  <a:lnTo>
                    <a:pt x="365036" y="355612"/>
                  </a:lnTo>
                  <a:lnTo>
                    <a:pt x="367360" y="367665"/>
                  </a:lnTo>
                  <a:lnTo>
                    <a:pt x="373786" y="377329"/>
                  </a:lnTo>
                  <a:lnTo>
                    <a:pt x="383425" y="383768"/>
                  </a:lnTo>
                  <a:lnTo>
                    <a:pt x="395452" y="386092"/>
                  </a:lnTo>
                  <a:lnTo>
                    <a:pt x="404317" y="384810"/>
                  </a:lnTo>
                  <a:lnTo>
                    <a:pt x="412318" y="381139"/>
                  </a:lnTo>
                  <a:lnTo>
                    <a:pt x="418985" y="375386"/>
                  </a:lnTo>
                  <a:lnTo>
                    <a:pt x="423849" y="367804"/>
                  </a:lnTo>
                  <a:lnTo>
                    <a:pt x="539445" y="329196"/>
                  </a:lnTo>
                  <a:lnTo>
                    <a:pt x="585063" y="313956"/>
                  </a:lnTo>
                  <a:lnTo>
                    <a:pt x="593178" y="310908"/>
                  </a:lnTo>
                  <a:lnTo>
                    <a:pt x="599262" y="303796"/>
                  </a:lnTo>
                  <a:lnTo>
                    <a:pt x="599262" y="203212"/>
                  </a:lnTo>
                  <a:close/>
                </a:path>
                <a:path w="648970" h="772795">
                  <a:moveTo>
                    <a:pt x="648944" y="609625"/>
                  </a:moveTo>
                  <a:lnTo>
                    <a:pt x="630123" y="558190"/>
                  </a:lnTo>
                  <a:lnTo>
                    <a:pt x="580948" y="519391"/>
                  </a:lnTo>
                  <a:lnTo>
                    <a:pt x="541972" y="498373"/>
                  </a:lnTo>
                  <a:lnTo>
                    <a:pt x="500722" y="481164"/>
                  </a:lnTo>
                  <a:lnTo>
                    <a:pt x="458317" y="467385"/>
                  </a:lnTo>
                  <a:lnTo>
                    <a:pt x="394436" y="452653"/>
                  </a:lnTo>
                  <a:lnTo>
                    <a:pt x="324472" y="447065"/>
                  </a:lnTo>
                  <a:lnTo>
                    <a:pt x="291020" y="448525"/>
                  </a:lnTo>
                  <a:lnTo>
                    <a:pt x="224091" y="459066"/>
                  </a:lnTo>
                  <a:lnTo>
                    <a:pt x="148234" y="481736"/>
                  </a:lnTo>
                  <a:lnTo>
                    <a:pt x="106984" y="499897"/>
                  </a:lnTo>
                  <a:lnTo>
                    <a:pt x="68008" y="521106"/>
                  </a:lnTo>
                  <a:lnTo>
                    <a:pt x="32448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8944" y="772198"/>
                  </a:lnTo>
                  <a:lnTo>
                    <a:pt x="648944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045451" y="3627119"/>
              <a:ext cx="803275" cy="641985"/>
            </a:xfrm>
            <a:custGeom>
              <a:avLst/>
              <a:gdLst/>
              <a:ahLst/>
              <a:cxnLst/>
              <a:rect l="l" t="t" r="r" b="b"/>
              <a:pathLst>
                <a:path w="803275" h="641985">
                  <a:moveTo>
                    <a:pt x="482346" y="0"/>
                  </a:moveTo>
                  <a:lnTo>
                    <a:pt x="482346" y="160400"/>
                  </a:lnTo>
                  <a:lnTo>
                    <a:pt x="0" y="160400"/>
                  </a:lnTo>
                  <a:lnTo>
                    <a:pt x="0" y="481202"/>
                  </a:lnTo>
                  <a:lnTo>
                    <a:pt x="482346" y="481202"/>
                  </a:lnTo>
                  <a:lnTo>
                    <a:pt x="482346" y="641603"/>
                  </a:lnTo>
                  <a:lnTo>
                    <a:pt x="803148" y="320801"/>
                  </a:lnTo>
                  <a:lnTo>
                    <a:pt x="48234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7045451" y="3627119"/>
              <a:ext cx="803275" cy="641985"/>
            </a:xfrm>
            <a:custGeom>
              <a:avLst/>
              <a:gdLst/>
              <a:ahLst/>
              <a:cxnLst/>
              <a:rect l="l" t="t" r="r" b="b"/>
              <a:pathLst>
                <a:path w="803275" h="641985">
                  <a:moveTo>
                    <a:pt x="0" y="160400"/>
                  </a:moveTo>
                  <a:lnTo>
                    <a:pt x="482346" y="160400"/>
                  </a:lnTo>
                  <a:lnTo>
                    <a:pt x="482346" y="0"/>
                  </a:lnTo>
                  <a:lnTo>
                    <a:pt x="803148" y="320801"/>
                  </a:lnTo>
                  <a:lnTo>
                    <a:pt x="482346" y="641603"/>
                  </a:lnTo>
                  <a:lnTo>
                    <a:pt x="482346" y="481202"/>
                  </a:lnTo>
                  <a:lnTo>
                    <a:pt x="0" y="481202"/>
                  </a:lnTo>
                  <a:lnTo>
                    <a:pt x="0" y="16040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8716038" y="3689868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427408"/>
                  </a:moveTo>
                  <a:lnTo>
                    <a:pt x="1441993" y="213704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lnTo>
                    <a:pt x="1048722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8716038" y="3689868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320556"/>
                  </a:moveTo>
                  <a:lnTo>
                    <a:pt x="1048722" y="427408"/>
                  </a:lnTo>
                  <a:lnTo>
                    <a:pt x="1441993" y="213704"/>
                  </a:lnTo>
                  <a:lnTo>
                    <a:pt x="1382618" y="180312"/>
                  </a:lnTo>
                  <a:lnTo>
                    <a:pt x="1247201" y="106852"/>
                  </a:lnTo>
                  <a:lnTo>
                    <a:pt x="1110862" y="33391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05936" y="3562797"/>
              <a:ext cx="280092" cy="21463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47686" y="3296097"/>
              <a:ext cx="188200" cy="22411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163520" y="3380900"/>
              <a:ext cx="504825" cy="406400"/>
            </a:xfrm>
            <a:custGeom>
              <a:avLst/>
              <a:gdLst/>
              <a:ahLst/>
              <a:cxnLst/>
              <a:rect l="l" t="t" r="r" b="b"/>
              <a:pathLst>
                <a:path w="504825" h="406400">
                  <a:moveTo>
                    <a:pt x="451327" y="290215"/>
                  </a:moveTo>
                  <a:lnTo>
                    <a:pt x="299473" y="290215"/>
                  </a:lnTo>
                  <a:lnTo>
                    <a:pt x="306345" y="290760"/>
                  </a:lnTo>
                  <a:lnTo>
                    <a:pt x="312775" y="292453"/>
                  </a:lnTo>
                  <a:lnTo>
                    <a:pt x="337143" y="325079"/>
                  </a:lnTo>
                  <a:lnTo>
                    <a:pt x="336996" y="332661"/>
                  </a:lnTo>
                  <a:lnTo>
                    <a:pt x="335259" y="339802"/>
                  </a:lnTo>
                  <a:lnTo>
                    <a:pt x="332110" y="346412"/>
                  </a:lnTo>
                  <a:lnTo>
                    <a:pt x="327725" y="352404"/>
                  </a:lnTo>
                  <a:lnTo>
                    <a:pt x="295706" y="389152"/>
                  </a:lnTo>
                  <a:lnTo>
                    <a:pt x="308891" y="399517"/>
                  </a:lnTo>
                  <a:lnTo>
                    <a:pt x="315483" y="403286"/>
                  </a:lnTo>
                  <a:lnTo>
                    <a:pt x="323017" y="406113"/>
                  </a:lnTo>
                  <a:lnTo>
                    <a:pt x="331492" y="405171"/>
                  </a:lnTo>
                  <a:lnTo>
                    <a:pt x="345795" y="400960"/>
                  </a:lnTo>
                  <a:lnTo>
                    <a:pt x="356919" y="391979"/>
                  </a:lnTo>
                  <a:lnTo>
                    <a:pt x="363806" y="379465"/>
                  </a:lnTo>
                  <a:lnTo>
                    <a:pt x="365395" y="364654"/>
                  </a:lnTo>
                  <a:lnTo>
                    <a:pt x="365395" y="363711"/>
                  </a:lnTo>
                  <a:lnTo>
                    <a:pt x="378013" y="363711"/>
                  </a:lnTo>
                  <a:lnTo>
                    <a:pt x="407126" y="338948"/>
                  </a:lnTo>
                  <a:lnTo>
                    <a:pt x="408715" y="323194"/>
                  </a:lnTo>
                  <a:lnTo>
                    <a:pt x="421333" y="323194"/>
                  </a:lnTo>
                  <a:lnTo>
                    <a:pt x="450446" y="298431"/>
                  </a:lnTo>
                  <a:lnTo>
                    <a:pt x="451125" y="292100"/>
                  </a:lnTo>
                  <a:lnTo>
                    <a:pt x="451226" y="291158"/>
                  </a:lnTo>
                  <a:lnTo>
                    <a:pt x="451327" y="290215"/>
                  </a:lnTo>
                  <a:close/>
                </a:path>
                <a:path w="504825" h="406400">
                  <a:moveTo>
                    <a:pt x="378013" y="363711"/>
                  </a:moveTo>
                  <a:lnTo>
                    <a:pt x="365395" y="363711"/>
                  </a:lnTo>
                  <a:lnTo>
                    <a:pt x="368220" y="364654"/>
                  </a:lnTo>
                  <a:lnTo>
                    <a:pt x="374812" y="364654"/>
                  </a:lnTo>
                  <a:lnTo>
                    <a:pt x="378013" y="363711"/>
                  </a:lnTo>
                  <a:close/>
                </a:path>
                <a:path w="504825" h="406400">
                  <a:moveTo>
                    <a:pt x="421333" y="323194"/>
                  </a:moveTo>
                  <a:lnTo>
                    <a:pt x="408715" y="323194"/>
                  </a:lnTo>
                  <a:lnTo>
                    <a:pt x="411540" y="324137"/>
                  </a:lnTo>
                  <a:lnTo>
                    <a:pt x="418132" y="324137"/>
                  </a:lnTo>
                  <a:lnTo>
                    <a:pt x="421333" y="323194"/>
                  </a:lnTo>
                  <a:close/>
                </a:path>
                <a:path w="504825" h="406400">
                  <a:moveTo>
                    <a:pt x="503559" y="252525"/>
                  </a:moveTo>
                  <a:lnTo>
                    <a:pt x="246736" y="252525"/>
                  </a:lnTo>
                  <a:lnTo>
                    <a:pt x="254328" y="253217"/>
                  </a:lnTo>
                  <a:lnTo>
                    <a:pt x="261568" y="255234"/>
                  </a:lnTo>
                  <a:lnTo>
                    <a:pt x="287626" y="283619"/>
                  </a:lnTo>
                  <a:lnTo>
                    <a:pt x="289114" y="292100"/>
                  </a:lnTo>
                  <a:lnTo>
                    <a:pt x="291939" y="291157"/>
                  </a:lnTo>
                  <a:lnTo>
                    <a:pt x="295706" y="290215"/>
                  </a:lnTo>
                  <a:lnTo>
                    <a:pt x="451327" y="290215"/>
                  </a:lnTo>
                  <a:lnTo>
                    <a:pt x="452013" y="283826"/>
                  </a:lnTo>
                  <a:lnTo>
                    <a:pt x="452035" y="281735"/>
                  </a:lnTo>
                  <a:lnTo>
                    <a:pt x="451093" y="279850"/>
                  </a:lnTo>
                  <a:lnTo>
                    <a:pt x="451093" y="277966"/>
                  </a:lnTo>
                  <a:lnTo>
                    <a:pt x="496297" y="268543"/>
                  </a:lnTo>
                  <a:lnTo>
                    <a:pt x="503357" y="254409"/>
                  </a:lnTo>
                  <a:lnTo>
                    <a:pt x="503458" y="253467"/>
                  </a:lnTo>
                  <a:lnTo>
                    <a:pt x="503559" y="252525"/>
                  </a:lnTo>
                  <a:close/>
                </a:path>
                <a:path w="504825" h="406400">
                  <a:moveTo>
                    <a:pt x="483672" y="277966"/>
                  </a:moveTo>
                  <a:lnTo>
                    <a:pt x="451093" y="277966"/>
                  </a:lnTo>
                  <a:lnTo>
                    <a:pt x="456744" y="280793"/>
                  </a:lnTo>
                  <a:lnTo>
                    <a:pt x="463336" y="282677"/>
                  </a:lnTo>
                  <a:lnTo>
                    <a:pt x="470870" y="281735"/>
                  </a:lnTo>
                  <a:lnTo>
                    <a:pt x="483672" y="277966"/>
                  </a:lnTo>
                  <a:close/>
                </a:path>
                <a:path w="504825" h="406400">
                  <a:moveTo>
                    <a:pt x="485624" y="208239"/>
                  </a:moveTo>
                  <a:lnTo>
                    <a:pt x="187406" y="208239"/>
                  </a:lnTo>
                  <a:lnTo>
                    <a:pt x="195837" y="208945"/>
                  </a:lnTo>
                  <a:lnTo>
                    <a:pt x="204004" y="211065"/>
                  </a:lnTo>
                  <a:lnTo>
                    <a:pt x="233448" y="244722"/>
                  </a:lnTo>
                  <a:lnTo>
                    <a:pt x="234290" y="252525"/>
                  </a:lnTo>
                  <a:lnTo>
                    <a:pt x="234391" y="253467"/>
                  </a:lnTo>
                  <a:lnTo>
                    <a:pt x="234493" y="254409"/>
                  </a:lnTo>
                  <a:lnTo>
                    <a:pt x="238260" y="253467"/>
                  </a:lnTo>
                  <a:lnTo>
                    <a:pt x="242969" y="252525"/>
                  </a:lnTo>
                  <a:lnTo>
                    <a:pt x="503559" y="252525"/>
                  </a:lnTo>
                  <a:lnTo>
                    <a:pt x="504773" y="241218"/>
                  </a:lnTo>
                  <a:lnTo>
                    <a:pt x="504548" y="235564"/>
                  </a:lnTo>
                  <a:lnTo>
                    <a:pt x="504478" y="233798"/>
                  </a:lnTo>
                  <a:lnTo>
                    <a:pt x="502427" y="227113"/>
                  </a:lnTo>
                  <a:lnTo>
                    <a:pt x="498945" y="221077"/>
                  </a:lnTo>
                  <a:lnTo>
                    <a:pt x="494413" y="215777"/>
                  </a:lnTo>
                  <a:lnTo>
                    <a:pt x="485624" y="208239"/>
                  </a:lnTo>
                  <a:close/>
                </a:path>
                <a:path w="504825" h="406400">
                  <a:moveTo>
                    <a:pt x="204473" y="165837"/>
                  </a:moveTo>
                  <a:lnTo>
                    <a:pt x="124309" y="165837"/>
                  </a:lnTo>
                  <a:lnTo>
                    <a:pt x="132741" y="166544"/>
                  </a:lnTo>
                  <a:lnTo>
                    <a:pt x="141035" y="168723"/>
                  </a:lnTo>
                  <a:lnTo>
                    <a:pt x="169954" y="201393"/>
                  </a:lnTo>
                  <a:lnTo>
                    <a:pt x="171396" y="211065"/>
                  </a:lnTo>
                  <a:lnTo>
                    <a:pt x="176105" y="209181"/>
                  </a:lnTo>
                  <a:lnTo>
                    <a:pt x="181755" y="208239"/>
                  </a:lnTo>
                  <a:lnTo>
                    <a:pt x="485624" y="208239"/>
                  </a:lnTo>
                  <a:lnTo>
                    <a:pt x="440577" y="169606"/>
                  </a:lnTo>
                  <a:lnTo>
                    <a:pt x="225076" y="169606"/>
                  </a:lnTo>
                  <a:lnTo>
                    <a:pt x="214702" y="168723"/>
                  </a:lnTo>
                  <a:lnTo>
                    <a:pt x="204946" y="166073"/>
                  </a:lnTo>
                  <a:lnTo>
                    <a:pt x="204473" y="165837"/>
                  </a:lnTo>
                  <a:close/>
                </a:path>
                <a:path w="504825" h="406400">
                  <a:moveTo>
                    <a:pt x="81931" y="0"/>
                  </a:moveTo>
                  <a:lnTo>
                    <a:pt x="0" y="135685"/>
                  </a:lnTo>
                  <a:lnTo>
                    <a:pt x="64038" y="210123"/>
                  </a:lnTo>
                  <a:lnTo>
                    <a:pt x="88523" y="181855"/>
                  </a:lnTo>
                  <a:lnTo>
                    <a:pt x="95704" y="174980"/>
                  </a:lnTo>
                  <a:lnTo>
                    <a:pt x="104297" y="169959"/>
                  </a:lnTo>
                  <a:lnTo>
                    <a:pt x="113950" y="166882"/>
                  </a:lnTo>
                  <a:lnTo>
                    <a:pt x="124309" y="165837"/>
                  </a:lnTo>
                  <a:lnTo>
                    <a:pt x="204473" y="165837"/>
                  </a:lnTo>
                  <a:lnTo>
                    <a:pt x="196073" y="161656"/>
                  </a:lnTo>
                  <a:lnTo>
                    <a:pt x="188348" y="155472"/>
                  </a:lnTo>
                  <a:lnTo>
                    <a:pt x="174751" y="137525"/>
                  </a:lnTo>
                  <a:lnTo>
                    <a:pt x="169277" y="116486"/>
                  </a:lnTo>
                  <a:lnTo>
                    <a:pt x="171926" y="94917"/>
                  </a:lnTo>
                  <a:lnTo>
                    <a:pt x="182697" y="75380"/>
                  </a:lnTo>
                  <a:lnTo>
                    <a:pt x="235808" y="14133"/>
                  </a:lnTo>
                  <a:lnTo>
                    <a:pt x="165393" y="14133"/>
                  </a:lnTo>
                  <a:lnTo>
                    <a:pt x="124500" y="12897"/>
                  </a:lnTo>
                  <a:lnTo>
                    <a:pt x="81931" y="0"/>
                  </a:lnTo>
                  <a:close/>
                </a:path>
                <a:path w="504825" h="406400">
                  <a:moveTo>
                    <a:pt x="332434" y="76323"/>
                  </a:moveTo>
                  <a:lnTo>
                    <a:pt x="267454" y="150761"/>
                  </a:lnTo>
                  <a:lnTo>
                    <a:pt x="229784" y="169606"/>
                  </a:lnTo>
                  <a:lnTo>
                    <a:pt x="440577" y="169606"/>
                  </a:lnTo>
                  <a:lnTo>
                    <a:pt x="342793" y="85745"/>
                  </a:lnTo>
                  <a:lnTo>
                    <a:pt x="332434" y="76323"/>
                  </a:lnTo>
                  <a:close/>
                </a:path>
                <a:path w="504825" h="406400">
                  <a:moveTo>
                    <a:pt x="203636" y="11130"/>
                  </a:moveTo>
                  <a:lnTo>
                    <a:pt x="165393" y="14133"/>
                  </a:lnTo>
                  <a:lnTo>
                    <a:pt x="235808" y="14133"/>
                  </a:lnTo>
                  <a:lnTo>
                    <a:pt x="238260" y="11307"/>
                  </a:lnTo>
                  <a:lnTo>
                    <a:pt x="203636" y="1113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9163520" y="3380900"/>
              <a:ext cx="504825" cy="406400"/>
            </a:xfrm>
            <a:custGeom>
              <a:avLst/>
              <a:gdLst/>
              <a:ahLst/>
              <a:cxnLst/>
              <a:rect l="l" t="t" r="r" b="b"/>
              <a:pathLst>
                <a:path w="504825" h="406400">
                  <a:moveTo>
                    <a:pt x="494413" y="215777"/>
                  </a:moveTo>
                  <a:lnTo>
                    <a:pt x="342793" y="85745"/>
                  </a:lnTo>
                  <a:lnTo>
                    <a:pt x="332434" y="76323"/>
                  </a:lnTo>
                  <a:lnTo>
                    <a:pt x="267454" y="150761"/>
                  </a:lnTo>
                  <a:lnTo>
                    <a:pt x="259714" y="158343"/>
                  </a:lnTo>
                  <a:lnTo>
                    <a:pt x="250738" y="164070"/>
                  </a:lnTo>
                  <a:lnTo>
                    <a:pt x="240703" y="167854"/>
                  </a:lnTo>
                  <a:lnTo>
                    <a:pt x="229784" y="169606"/>
                  </a:lnTo>
                  <a:lnTo>
                    <a:pt x="227901" y="169606"/>
                  </a:lnTo>
                  <a:lnTo>
                    <a:pt x="226017" y="169606"/>
                  </a:lnTo>
                  <a:lnTo>
                    <a:pt x="225076" y="169606"/>
                  </a:lnTo>
                  <a:lnTo>
                    <a:pt x="188348" y="155472"/>
                  </a:lnTo>
                  <a:lnTo>
                    <a:pt x="169277" y="116486"/>
                  </a:lnTo>
                  <a:lnTo>
                    <a:pt x="171926" y="94917"/>
                  </a:lnTo>
                  <a:lnTo>
                    <a:pt x="182697" y="75380"/>
                  </a:lnTo>
                  <a:lnTo>
                    <a:pt x="238260" y="11307"/>
                  </a:lnTo>
                  <a:lnTo>
                    <a:pt x="203636" y="11130"/>
                  </a:lnTo>
                  <a:lnTo>
                    <a:pt x="165393" y="14133"/>
                  </a:lnTo>
                  <a:lnTo>
                    <a:pt x="124500" y="12897"/>
                  </a:lnTo>
                  <a:lnTo>
                    <a:pt x="81931" y="0"/>
                  </a:lnTo>
                  <a:lnTo>
                    <a:pt x="0" y="135685"/>
                  </a:lnTo>
                  <a:lnTo>
                    <a:pt x="64038" y="210123"/>
                  </a:lnTo>
                  <a:lnTo>
                    <a:pt x="88523" y="181855"/>
                  </a:lnTo>
                  <a:lnTo>
                    <a:pt x="95704" y="174980"/>
                  </a:lnTo>
                  <a:lnTo>
                    <a:pt x="104297" y="169959"/>
                  </a:lnTo>
                  <a:lnTo>
                    <a:pt x="113950" y="166882"/>
                  </a:lnTo>
                  <a:lnTo>
                    <a:pt x="124309" y="165837"/>
                  </a:lnTo>
                  <a:lnTo>
                    <a:pt x="162126" y="184167"/>
                  </a:lnTo>
                  <a:lnTo>
                    <a:pt x="171396" y="211065"/>
                  </a:lnTo>
                  <a:lnTo>
                    <a:pt x="176105" y="209181"/>
                  </a:lnTo>
                  <a:lnTo>
                    <a:pt x="181755" y="208239"/>
                  </a:lnTo>
                  <a:lnTo>
                    <a:pt x="187406" y="208239"/>
                  </a:lnTo>
                  <a:lnTo>
                    <a:pt x="195837" y="208945"/>
                  </a:lnTo>
                  <a:lnTo>
                    <a:pt x="230373" y="235564"/>
                  </a:lnTo>
                  <a:lnTo>
                    <a:pt x="234493" y="254409"/>
                  </a:lnTo>
                  <a:lnTo>
                    <a:pt x="238260" y="253467"/>
                  </a:lnTo>
                  <a:lnTo>
                    <a:pt x="242969" y="252525"/>
                  </a:lnTo>
                  <a:lnTo>
                    <a:pt x="246736" y="252525"/>
                  </a:lnTo>
                  <a:lnTo>
                    <a:pt x="284876" y="276081"/>
                  </a:lnTo>
                  <a:lnTo>
                    <a:pt x="289114" y="292100"/>
                  </a:lnTo>
                  <a:lnTo>
                    <a:pt x="291939" y="291157"/>
                  </a:lnTo>
                  <a:lnTo>
                    <a:pt x="295706" y="290215"/>
                  </a:lnTo>
                  <a:lnTo>
                    <a:pt x="299473" y="290215"/>
                  </a:lnTo>
                  <a:lnTo>
                    <a:pt x="333023" y="311298"/>
                  </a:lnTo>
                  <a:lnTo>
                    <a:pt x="337143" y="325079"/>
                  </a:lnTo>
                  <a:lnTo>
                    <a:pt x="336996" y="332661"/>
                  </a:lnTo>
                  <a:lnTo>
                    <a:pt x="335259" y="339802"/>
                  </a:lnTo>
                  <a:lnTo>
                    <a:pt x="332110" y="346412"/>
                  </a:lnTo>
                  <a:lnTo>
                    <a:pt x="327725" y="352404"/>
                  </a:lnTo>
                  <a:lnTo>
                    <a:pt x="295706" y="389152"/>
                  </a:lnTo>
                  <a:lnTo>
                    <a:pt x="308891" y="399517"/>
                  </a:lnTo>
                  <a:lnTo>
                    <a:pt x="315483" y="403286"/>
                  </a:lnTo>
                  <a:lnTo>
                    <a:pt x="323017" y="406113"/>
                  </a:lnTo>
                  <a:lnTo>
                    <a:pt x="331492" y="405171"/>
                  </a:lnTo>
                  <a:lnTo>
                    <a:pt x="345795" y="400960"/>
                  </a:lnTo>
                  <a:lnTo>
                    <a:pt x="356919" y="391979"/>
                  </a:lnTo>
                  <a:lnTo>
                    <a:pt x="363806" y="379465"/>
                  </a:lnTo>
                  <a:lnTo>
                    <a:pt x="365395" y="364654"/>
                  </a:lnTo>
                  <a:lnTo>
                    <a:pt x="365395" y="363711"/>
                  </a:lnTo>
                  <a:lnTo>
                    <a:pt x="368220" y="364654"/>
                  </a:lnTo>
                  <a:lnTo>
                    <a:pt x="371987" y="364654"/>
                  </a:lnTo>
                  <a:lnTo>
                    <a:pt x="407126" y="338948"/>
                  </a:lnTo>
                  <a:lnTo>
                    <a:pt x="408715" y="324137"/>
                  </a:lnTo>
                  <a:lnTo>
                    <a:pt x="408715" y="323194"/>
                  </a:lnTo>
                  <a:lnTo>
                    <a:pt x="411540" y="324137"/>
                  </a:lnTo>
                  <a:lnTo>
                    <a:pt x="415307" y="324137"/>
                  </a:lnTo>
                  <a:lnTo>
                    <a:pt x="450446" y="298431"/>
                  </a:lnTo>
                  <a:lnTo>
                    <a:pt x="452035" y="283619"/>
                  </a:lnTo>
                  <a:lnTo>
                    <a:pt x="452035" y="281735"/>
                  </a:lnTo>
                  <a:lnTo>
                    <a:pt x="451093" y="279850"/>
                  </a:lnTo>
                  <a:lnTo>
                    <a:pt x="451093" y="277966"/>
                  </a:lnTo>
                  <a:lnTo>
                    <a:pt x="456744" y="280793"/>
                  </a:lnTo>
                  <a:lnTo>
                    <a:pt x="463336" y="282677"/>
                  </a:lnTo>
                  <a:lnTo>
                    <a:pt x="470870" y="281735"/>
                  </a:lnTo>
                  <a:lnTo>
                    <a:pt x="485173" y="277524"/>
                  </a:lnTo>
                  <a:lnTo>
                    <a:pt x="496297" y="268543"/>
                  </a:lnTo>
                  <a:lnTo>
                    <a:pt x="503183" y="256029"/>
                  </a:lnTo>
                  <a:lnTo>
                    <a:pt x="504773" y="241218"/>
                  </a:lnTo>
                  <a:lnTo>
                    <a:pt x="504478" y="233798"/>
                  </a:lnTo>
                  <a:lnTo>
                    <a:pt x="502418" y="227084"/>
                  </a:lnTo>
                  <a:lnTo>
                    <a:pt x="498945" y="221077"/>
                  </a:lnTo>
                  <a:lnTo>
                    <a:pt x="494413" y="215777"/>
                  </a:lnTo>
                  <a:close/>
                </a:path>
              </a:pathLst>
            </a:custGeom>
            <a:ln w="109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76915" y="3296097"/>
              <a:ext cx="188201" cy="22411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349985" y="3372420"/>
              <a:ext cx="398780" cy="221615"/>
            </a:xfrm>
            <a:custGeom>
              <a:avLst/>
              <a:gdLst/>
              <a:ahLst/>
              <a:cxnLst/>
              <a:rect l="l" t="t" r="r" b="b"/>
              <a:pathLst>
                <a:path w="398779" h="221614">
                  <a:moveTo>
                    <a:pt x="345950" y="57477"/>
                  </a:moveTo>
                  <a:lnTo>
                    <a:pt x="144086" y="57477"/>
                  </a:lnTo>
                  <a:lnTo>
                    <a:pt x="320191" y="209181"/>
                  </a:lnTo>
                  <a:lnTo>
                    <a:pt x="326784" y="215777"/>
                  </a:lnTo>
                  <a:lnTo>
                    <a:pt x="330551" y="221430"/>
                  </a:lnTo>
                  <a:lnTo>
                    <a:pt x="398356" y="143223"/>
                  </a:lnTo>
                  <a:lnTo>
                    <a:pt x="345950" y="57477"/>
                  </a:lnTo>
                  <a:close/>
                </a:path>
                <a:path w="398779" h="221614">
                  <a:moveTo>
                    <a:pt x="115833" y="0"/>
                  </a:moveTo>
                  <a:lnTo>
                    <a:pt x="9417" y="97052"/>
                  </a:lnTo>
                  <a:lnTo>
                    <a:pt x="0" y="124495"/>
                  </a:lnTo>
                  <a:lnTo>
                    <a:pt x="3855" y="138261"/>
                  </a:lnTo>
                  <a:lnTo>
                    <a:pt x="41436" y="159241"/>
                  </a:lnTo>
                  <a:lnTo>
                    <a:pt x="48455" y="157975"/>
                  </a:lnTo>
                  <a:lnTo>
                    <a:pt x="55209" y="155472"/>
                  </a:lnTo>
                  <a:lnTo>
                    <a:pt x="61433" y="151556"/>
                  </a:lnTo>
                  <a:lnTo>
                    <a:pt x="66863" y="146050"/>
                  </a:lnTo>
                  <a:lnTo>
                    <a:pt x="144086" y="57477"/>
                  </a:lnTo>
                  <a:lnTo>
                    <a:pt x="345950" y="57477"/>
                  </a:lnTo>
                  <a:lnTo>
                    <a:pt x="325569" y="24130"/>
                  </a:lnTo>
                  <a:lnTo>
                    <a:pt x="263304" y="24130"/>
                  </a:lnTo>
                  <a:lnTo>
                    <a:pt x="213775" y="21789"/>
                  </a:lnTo>
                  <a:lnTo>
                    <a:pt x="167070" y="11851"/>
                  </a:lnTo>
                  <a:lnTo>
                    <a:pt x="120542" y="942"/>
                  </a:lnTo>
                  <a:lnTo>
                    <a:pt x="119600" y="942"/>
                  </a:lnTo>
                  <a:lnTo>
                    <a:pt x="115833" y="0"/>
                  </a:lnTo>
                  <a:close/>
                </a:path>
                <a:path w="398779" h="221614">
                  <a:moveTo>
                    <a:pt x="318308" y="12249"/>
                  </a:moveTo>
                  <a:lnTo>
                    <a:pt x="263304" y="24130"/>
                  </a:lnTo>
                  <a:lnTo>
                    <a:pt x="325569" y="24130"/>
                  </a:lnTo>
                  <a:lnTo>
                    <a:pt x="318308" y="12249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9349985" y="3372420"/>
              <a:ext cx="398780" cy="221615"/>
            </a:xfrm>
            <a:custGeom>
              <a:avLst/>
              <a:gdLst/>
              <a:ahLst/>
              <a:cxnLst/>
              <a:rect l="l" t="t" r="r" b="b"/>
              <a:pathLst>
                <a:path w="398779" h="221614">
                  <a:moveTo>
                    <a:pt x="318308" y="12249"/>
                  </a:moveTo>
                  <a:lnTo>
                    <a:pt x="263304" y="24130"/>
                  </a:lnTo>
                  <a:lnTo>
                    <a:pt x="213775" y="21789"/>
                  </a:lnTo>
                  <a:lnTo>
                    <a:pt x="167070" y="11851"/>
                  </a:lnTo>
                  <a:lnTo>
                    <a:pt x="120542" y="942"/>
                  </a:lnTo>
                  <a:lnTo>
                    <a:pt x="119600" y="942"/>
                  </a:lnTo>
                  <a:lnTo>
                    <a:pt x="115833" y="0"/>
                  </a:lnTo>
                  <a:lnTo>
                    <a:pt x="107255" y="191"/>
                  </a:lnTo>
                  <a:lnTo>
                    <a:pt x="98764" y="2237"/>
                  </a:lnTo>
                  <a:lnTo>
                    <a:pt x="9417" y="97052"/>
                  </a:lnTo>
                  <a:lnTo>
                    <a:pt x="0" y="124495"/>
                  </a:lnTo>
                  <a:lnTo>
                    <a:pt x="3855" y="138261"/>
                  </a:lnTo>
                  <a:lnTo>
                    <a:pt x="41436" y="159241"/>
                  </a:lnTo>
                  <a:lnTo>
                    <a:pt x="48455" y="157975"/>
                  </a:lnTo>
                  <a:lnTo>
                    <a:pt x="55209" y="155472"/>
                  </a:lnTo>
                  <a:lnTo>
                    <a:pt x="61433" y="151556"/>
                  </a:lnTo>
                  <a:lnTo>
                    <a:pt x="66863" y="146050"/>
                  </a:lnTo>
                  <a:lnTo>
                    <a:pt x="78929" y="132210"/>
                  </a:lnTo>
                  <a:lnTo>
                    <a:pt x="105474" y="101763"/>
                  </a:lnTo>
                  <a:lnTo>
                    <a:pt x="132020" y="71317"/>
                  </a:lnTo>
                  <a:lnTo>
                    <a:pt x="144086" y="57477"/>
                  </a:lnTo>
                  <a:lnTo>
                    <a:pt x="320191" y="209181"/>
                  </a:lnTo>
                  <a:lnTo>
                    <a:pt x="324900" y="213892"/>
                  </a:lnTo>
                  <a:lnTo>
                    <a:pt x="326784" y="215777"/>
                  </a:lnTo>
                  <a:lnTo>
                    <a:pt x="330551" y="221430"/>
                  </a:lnTo>
                  <a:lnTo>
                    <a:pt x="398356" y="143223"/>
                  </a:lnTo>
                  <a:lnTo>
                    <a:pt x="318308" y="12249"/>
                  </a:lnTo>
                  <a:close/>
                </a:path>
              </a:pathLst>
            </a:custGeom>
            <a:ln w="109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1" name="object 21"/>
          <p:cNvSpPr/>
          <p:nvPr/>
        </p:nvSpPr>
        <p:spPr>
          <a:xfrm>
            <a:off x="7116167" y="2001122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2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7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5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3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3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157451" y="2733653"/>
            <a:ext cx="146685" cy="146685"/>
          </a:xfrm>
          <a:custGeom>
            <a:avLst/>
            <a:gdLst/>
            <a:ahLst/>
            <a:cxnLst/>
            <a:rect l="l" t="t" r="r" b="b"/>
            <a:pathLst>
              <a:path w="146684" h="146685">
                <a:moveTo>
                  <a:pt x="146096" y="0"/>
                </a:moveTo>
                <a:lnTo>
                  <a:pt x="0" y="0"/>
                </a:lnTo>
                <a:lnTo>
                  <a:pt x="0" y="146176"/>
                </a:lnTo>
                <a:lnTo>
                  <a:pt x="146096" y="146176"/>
                </a:lnTo>
                <a:lnTo>
                  <a:pt x="146096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431499" y="3448672"/>
            <a:ext cx="915035" cy="619125"/>
            <a:chOff x="10431499" y="3448672"/>
            <a:chExt cx="915035" cy="619125"/>
          </a:xfrm>
        </p:grpSpPr>
        <p:sp>
          <p:nvSpPr>
            <p:cNvPr id="24" name="object 24"/>
            <p:cNvSpPr/>
            <p:nvPr/>
          </p:nvSpPr>
          <p:spPr>
            <a:xfrm>
              <a:off x="10431499" y="3448672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32912" y="4247"/>
                  </a:lnTo>
                  <a:lnTo>
                    <a:pt x="15804" y="15813"/>
                  </a:lnTo>
                  <a:lnTo>
                    <a:pt x="4245" y="32930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10720635" y="3588352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5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3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8" y="85853"/>
                  </a:lnTo>
                  <a:lnTo>
                    <a:pt x="145961" y="72341"/>
                  </a:lnTo>
                  <a:lnTo>
                    <a:pt x="170476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8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3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6" y="67379"/>
                  </a:lnTo>
                  <a:lnTo>
                    <a:pt x="195020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3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6" name="object 26"/>
          <p:cNvSpPr/>
          <p:nvPr/>
        </p:nvSpPr>
        <p:spPr>
          <a:xfrm>
            <a:off x="10270089" y="4121586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53803" y="80749"/>
                </a:lnTo>
                <a:lnTo>
                  <a:pt x="1183677" y="80749"/>
                </a:lnTo>
                <a:lnTo>
                  <a:pt x="1204568" y="76501"/>
                </a:lnTo>
                <a:lnTo>
                  <a:pt x="1221676" y="64936"/>
                </a:lnTo>
                <a:lnTo>
                  <a:pt x="1233235" y="47818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6.</a:t>
            </a:r>
            <a:r>
              <a:rPr spc="-185" dirty="0"/>
              <a:t> </a:t>
            </a:r>
            <a:r>
              <a:rPr spc="-60" dirty="0"/>
              <a:t>Pairing</a:t>
            </a:r>
            <a:r>
              <a:rPr spc="-175" dirty="0"/>
              <a:t> </a:t>
            </a:r>
            <a:r>
              <a:rPr spc="-45" dirty="0"/>
              <a:t>Devices</a:t>
            </a:r>
            <a:r>
              <a:rPr spc="-200" dirty="0"/>
              <a:t> </a:t>
            </a:r>
            <a:r>
              <a:rPr dirty="0"/>
              <a:t>In</a:t>
            </a:r>
            <a:r>
              <a:rPr spc="-170" dirty="0"/>
              <a:t> </a:t>
            </a:r>
            <a:r>
              <a:rPr spc="-10" dirty="0"/>
              <a:t>Linux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219961"/>
            <a:ext cx="6173470" cy="4340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Once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we’ve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paired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ts val="27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send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5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algn="just" defTabSz="914400" eaLnBrk="1" fontAlgn="auto" latinLnBrk="0" hangingPunct="1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attempt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send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without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pairing,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but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wont’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accepted!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connecting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devices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two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separate</a:t>
            </a:r>
            <a:r>
              <a:rPr kumimoji="0" sz="2400" b="0" i="1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1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concepts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4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993775" lvl="0" indent="0" defTabSz="914400" eaLnBrk="1" fontAlgn="auto" latinLnBrk="0" hangingPunct="1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Follow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Lab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Manual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through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7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complete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process.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03530" marR="405130" lvl="0" indent="-181610" defTabSz="914400" eaLnBrk="1" fontAlgn="auto" latinLnBrk="0" hangingPunct="1">
              <a:lnSpc>
                <a:spcPts val="2160"/>
              </a:lnSpc>
              <a:spcBef>
                <a:spcPts val="425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0480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This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might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need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few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attempts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so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many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people 	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pairing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at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once*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88861" y="2593098"/>
            <a:ext cx="3775710" cy="1743075"/>
            <a:chOff x="6388861" y="2593098"/>
            <a:chExt cx="3775710" cy="1743075"/>
          </a:xfrm>
        </p:grpSpPr>
        <p:sp>
          <p:nvSpPr>
            <p:cNvPr id="5" name="object 5"/>
            <p:cNvSpPr/>
            <p:nvPr/>
          </p:nvSpPr>
          <p:spPr>
            <a:xfrm>
              <a:off x="8055863" y="3026663"/>
              <a:ext cx="360045" cy="680085"/>
            </a:xfrm>
            <a:custGeom>
              <a:avLst/>
              <a:gdLst/>
              <a:ahLst/>
              <a:cxnLst/>
              <a:rect l="l" t="t" r="r" b="b"/>
              <a:pathLst>
                <a:path w="360045" h="680085">
                  <a:moveTo>
                    <a:pt x="179831" y="0"/>
                  </a:moveTo>
                  <a:lnTo>
                    <a:pt x="0" y="179832"/>
                  </a:lnTo>
                  <a:lnTo>
                    <a:pt x="89915" y="179832"/>
                  </a:lnTo>
                  <a:lnTo>
                    <a:pt x="89915" y="679704"/>
                  </a:lnTo>
                  <a:lnTo>
                    <a:pt x="269747" y="679704"/>
                  </a:lnTo>
                  <a:lnTo>
                    <a:pt x="269747" y="179832"/>
                  </a:lnTo>
                  <a:lnTo>
                    <a:pt x="359663" y="179832"/>
                  </a:lnTo>
                  <a:lnTo>
                    <a:pt x="179831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055863" y="3026663"/>
              <a:ext cx="360045" cy="680085"/>
            </a:xfrm>
            <a:custGeom>
              <a:avLst/>
              <a:gdLst/>
              <a:ahLst/>
              <a:cxnLst/>
              <a:rect l="l" t="t" r="r" b="b"/>
              <a:pathLst>
                <a:path w="360045" h="680085">
                  <a:moveTo>
                    <a:pt x="89915" y="679704"/>
                  </a:moveTo>
                  <a:lnTo>
                    <a:pt x="89915" y="179832"/>
                  </a:lnTo>
                  <a:lnTo>
                    <a:pt x="0" y="179832"/>
                  </a:lnTo>
                  <a:lnTo>
                    <a:pt x="179831" y="0"/>
                  </a:lnTo>
                  <a:lnTo>
                    <a:pt x="359663" y="179832"/>
                  </a:lnTo>
                  <a:lnTo>
                    <a:pt x="269747" y="179832"/>
                  </a:lnTo>
                  <a:lnTo>
                    <a:pt x="269747" y="679704"/>
                  </a:lnTo>
                  <a:lnTo>
                    <a:pt x="89915" y="679704"/>
                  </a:lnTo>
                  <a:close/>
                </a:path>
              </a:pathLst>
            </a:custGeom>
            <a:ln w="12700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016964" y="2593111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31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31" y="337324"/>
                  </a:lnTo>
                  <a:lnTo>
                    <a:pt x="39331" y="314833"/>
                  </a:lnTo>
                  <a:close/>
                </a:path>
                <a:path w="427354" h="427355">
                  <a:moveTo>
                    <a:pt x="39331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31" y="292341"/>
                  </a:lnTo>
                  <a:lnTo>
                    <a:pt x="39331" y="269862"/>
                  </a:lnTo>
                  <a:close/>
                </a:path>
                <a:path w="427354" h="427355">
                  <a:moveTo>
                    <a:pt x="39331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31" y="247370"/>
                  </a:lnTo>
                  <a:lnTo>
                    <a:pt x="39331" y="224878"/>
                  </a:lnTo>
                  <a:close/>
                </a:path>
                <a:path w="427354" h="427355">
                  <a:moveTo>
                    <a:pt x="39331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31" y="202387"/>
                  </a:lnTo>
                  <a:lnTo>
                    <a:pt x="39331" y="179908"/>
                  </a:lnTo>
                  <a:close/>
                </a:path>
                <a:path w="427354" h="427355">
                  <a:moveTo>
                    <a:pt x="39331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31" y="157416"/>
                  </a:lnTo>
                  <a:lnTo>
                    <a:pt x="39331" y="134924"/>
                  </a:lnTo>
                  <a:close/>
                </a:path>
                <a:path w="427354" h="427355">
                  <a:moveTo>
                    <a:pt x="39331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31" y="112433"/>
                  </a:lnTo>
                  <a:lnTo>
                    <a:pt x="39331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03" y="0"/>
                  </a:lnTo>
                  <a:lnTo>
                    <a:pt x="89903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64843" y="3665372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812380" y="40640"/>
                  </a:moveTo>
                  <a:lnTo>
                    <a:pt x="809180" y="24853"/>
                  </a:lnTo>
                  <a:lnTo>
                    <a:pt x="800455" y="11938"/>
                  </a:lnTo>
                  <a:lnTo>
                    <a:pt x="787539" y="3200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710" y="3200"/>
                  </a:lnTo>
                  <a:lnTo>
                    <a:pt x="133794" y="11938"/>
                  </a:lnTo>
                  <a:lnTo>
                    <a:pt x="125056" y="24853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053" y="524268"/>
                  </a:lnTo>
                  <a:lnTo>
                    <a:pt x="523989" y="528332"/>
                  </a:lnTo>
                  <a:lnTo>
                    <a:pt x="410248" y="528332"/>
                  </a:lnTo>
                  <a:lnTo>
                    <a:pt x="406196" y="524268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200" y="544118"/>
                  </a:lnTo>
                  <a:lnTo>
                    <a:pt x="11938" y="557034"/>
                  </a:lnTo>
                  <a:lnTo>
                    <a:pt x="24853" y="565772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396" y="565772"/>
                  </a:lnTo>
                  <a:lnTo>
                    <a:pt x="922312" y="557034"/>
                  </a:lnTo>
                  <a:lnTo>
                    <a:pt x="931037" y="544118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6388849" y="3563759"/>
              <a:ext cx="648970" cy="772795"/>
            </a:xfrm>
            <a:custGeom>
              <a:avLst/>
              <a:gdLst/>
              <a:ahLst/>
              <a:cxnLst/>
              <a:rect l="l" t="t" r="r" b="b"/>
              <a:pathLst>
                <a:path w="648970" h="772795">
                  <a:moveTo>
                    <a:pt x="486714" y="243852"/>
                  </a:moveTo>
                  <a:lnTo>
                    <a:pt x="480885" y="200761"/>
                  </a:lnTo>
                  <a:lnTo>
                    <a:pt x="464477" y="161963"/>
                  </a:lnTo>
                  <a:lnTo>
                    <a:pt x="439051" y="129044"/>
                  </a:lnTo>
                  <a:lnTo>
                    <a:pt x="406196" y="103568"/>
                  </a:lnTo>
                  <a:lnTo>
                    <a:pt x="367474" y="87122"/>
                  </a:lnTo>
                  <a:lnTo>
                    <a:pt x="324472" y="81292"/>
                  </a:lnTo>
                  <a:lnTo>
                    <a:pt x="281482" y="87122"/>
                  </a:lnTo>
                  <a:lnTo>
                    <a:pt x="242760" y="103568"/>
                  </a:lnTo>
                  <a:lnTo>
                    <a:pt x="209892" y="129044"/>
                  </a:lnTo>
                  <a:lnTo>
                    <a:pt x="184467" y="161963"/>
                  </a:lnTo>
                  <a:lnTo>
                    <a:pt x="168059" y="200761"/>
                  </a:lnTo>
                  <a:lnTo>
                    <a:pt x="162242" y="243852"/>
                  </a:lnTo>
                  <a:lnTo>
                    <a:pt x="168059" y="286943"/>
                  </a:lnTo>
                  <a:lnTo>
                    <a:pt x="184467" y="325742"/>
                  </a:lnTo>
                  <a:lnTo>
                    <a:pt x="209892" y="358660"/>
                  </a:lnTo>
                  <a:lnTo>
                    <a:pt x="242760" y="384136"/>
                  </a:lnTo>
                  <a:lnTo>
                    <a:pt x="281482" y="400583"/>
                  </a:lnTo>
                  <a:lnTo>
                    <a:pt x="324472" y="406412"/>
                  </a:lnTo>
                  <a:lnTo>
                    <a:pt x="331571" y="406412"/>
                  </a:lnTo>
                  <a:lnTo>
                    <a:pt x="334619" y="405396"/>
                  </a:lnTo>
                  <a:lnTo>
                    <a:pt x="334619" y="355612"/>
                  </a:lnTo>
                  <a:lnTo>
                    <a:pt x="335000" y="348754"/>
                  </a:lnTo>
                  <a:lnTo>
                    <a:pt x="355028" y="309511"/>
                  </a:lnTo>
                  <a:lnTo>
                    <a:pt x="485698" y="261124"/>
                  </a:lnTo>
                  <a:lnTo>
                    <a:pt x="486714" y="255028"/>
                  </a:lnTo>
                  <a:lnTo>
                    <a:pt x="486714" y="243852"/>
                  </a:lnTo>
                  <a:close/>
                </a:path>
                <a:path w="648970" h="772795">
                  <a:moveTo>
                    <a:pt x="599262" y="203212"/>
                  </a:moveTo>
                  <a:lnTo>
                    <a:pt x="597662" y="195326"/>
                  </a:lnTo>
                  <a:lnTo>
                    <a:pt x="593305" y="188861"/>
                  </a:lnTo>
                  <a:lnTo>
                    <a:pt x="586854" y="184492"/>
                  </a:lnTo>
                  <a:lnTo>
                    <a:pt x="578980" y="182892"/>
                  </a:lnTo>
                  <a:lnTo>
                    <a:pt x="560730" y="182892"/>
                  </a:lnTo>
                  <a:lnTo>
                    <a:pt x="544982" y="139801"/>
                  </a:lnTo>
                  <a:lnTo>
                    <a:pt x="521792" y="100863"/>
                  </a:lnTo>
                  <a:lnTo>
                    <a:pt x="492010" y="66967"/>
                  </a:lnTo>
                  <a:lnTo>
                    <a:pt x="458571" y="40640"/>
                  </a:lnTo>
                  <a:lnTo>
                    <a:pt x="416191" y="17957"/>
                  </a:lnTo>
                  <a:lnTo>
                    <a:pt x="371881" y="4648"/>
                  </a:lnTo>
                  <a:lnTo>
                    <a:pt x="324472" y="0"/>
                  </a:lnTo>
                  <a:lnTo>
                    <a:pt x="276326" y="4800"/>
                  </a:lnTo>
                  <a:lnTo>
                    <a:pt x="231317" y="18542"/>
                  </a:lnTo>
                  <a:lnTo>
                    <a:pt x="190296" y="40297"/>
                  </a:lnTo>
                  <a:lnTo>
                    <a:pt x="149059" y="73152"/>
                  </a:lnTo>
                  <a:lnTo>
                    <a:pt x="146011" y="78244"/>
                  </a:lnTo>
                  <a:lnTo>
                    <a:pt x="146037" y="85432"/>
                  </a:lnTo>
                  <a:lnTo>
                    <a:pt x="180492" y="99580"/>
                  </a:lnTo>
                  <a:lnTo>
                    <a:pt x="210972" y="74930"/>
                  </a:lnTo>
                  <a:lnTo>
                    <a:pt x="245643" y="56388"/>
                  </a:lnTo>
                  <a:lnTo>
                    <a:pt x="283730" y="44704"/>
                  </a:lnTo>
                  <a:lnTo>
                    <a:pt x="324472" y="40640"/>
                  </a:lnTo>
                  <a:lnTo>
                    <a:pt x="370827" y="46037"/>
                  </a:lnTo>
                  <a:lnTo>
                    <a:pt x="413461" y="61379"/>
                  </a:lnTo>
                  <a:lnTo>
                    <a:pt x="451116" y="85432"/>
                  </a:lnTo>
                  <a:lnTo>
                    <a:pt x="482574" y="116954"/>
                  </a:lnTo>
                  <a:lnTo>
                    <a:pt x="506577" y="154686"/>
                  </a:lnTo>
                  <a:lnTo>
                    <a:pt x="521893" y="197408"/>
                  </a:lnTo>
                  <a:lnTo>
                    <a:pt x="527265" y="243852"/>
                  </a:lnTo>
                  <a:lnTo>
                    <a:pt x="527265" y="290588"/>
                  </a:lnTo>
                  <a:lnTo>
                    <a:pt x="410667" y="329196"/>
                  </a:lnTo>
                  <a:lnTo>
                    <a:pt x="400519" y="325132"/>
                  </a:lnTo>
                  <a:lnTo>
                    <a:pt x="395452" y="325132"/>
                  </a:lnTo>
                  <a:lnTo>
                    <a:pt x="383425" y="327469"/>
                  </a:lnTo>
                  <a:lnTo>
                    <a:pt x="373786" y="333895"/>
                  </a:lnTo>
                  <a:lnTo>
                    <a:pt x="367360" y="343573"/>
                  </a:lnTo>
                  <a:lnTo>
                    <a:pt x="365036" y="355612"/>
                  </a:lnTo>
                  <a:lnTo>
                    <a:pt x="367360" y="367665"/>
                  </a:lnTo>
                  <a:lnTo>
                    <a:pt x="373786" y="377329"/>
                  </a:lnTo>
                  <a:lnTo>
                    <a:pt x="383425" y="383768"/>
                  </a:lnTo>
                  <a:lnTo>
                    <a:pt x="395452" y="386092"/>
                  </a:lnTo>
                  <a:lnTo>
                    <a:pt x="404317" y="384810"/>
                  </a:lnTo>
                  <a:lnTo>
                    <a:pt x="412318" y="381139"/>
                  </a:lnTo>
                  <a:lnTo>
                    <a:pt x="418985" y="375386"/>
                  </a:lnTo>
                  <a:lnTo>
                    <a:pt x="423849" y="367804"/>
                  </a:lnTo>
                  <a:lnTo>
                    <a:pt x="539445" y="329196"/>
                  </a:lnTo>
                  <a:lnTo>
                    <a:pt x="585063" y="313956"/>
                  </a:lnTo>
                  <a:lnTo>
                    <a:pt x="593178" y="310908"/>
                  </a:lnTo>
                  <a:lnTo>
                    <a:pt x="599262" y="303796"/>
                  </a:lnTo>
                  <a:lnTo>
                    <a:pt x="599262" y="203212"/>
                  </a:lnTo>
                  <a:close/>
                </a:path>
                <a:path w="648970" h="772795">
                  <a:moveTo>
                    <a:pt x="648944" y="609625"/>
                  </a:moveTo>
                  <a:lnTo>
                    <a:pt x="630123" y="558190"/>
                  </a:lnTo>
                  <a:lnTo>
                    <a:pt x="580948" y="519391"/>
                  </a:lnTo>
                  <a:lnTo>
                    <a:pt x="541972" y="498373"/>
                  </a:lnTo>
                  <a:lnTo>
                    <a:pt x="500722" y="481164"/>
                  </a:lnTo>
                  <a:lnTo>
                    <a:pt x="458317" y="467385"/>
                  </a:lnTo>
                  <a:lnTo>
                    <a:pt x="394436" y="452653"/>
                  </a:lnTo>
                  <a:lnTo>
                    <a:pt x="324472" y="447065"/>
                  </a:lnTo>
                  <a:lnTo>
                    <a:pt x="291020" y="448525"/>
                  </a:lnTo>
                  <a:lnTo>
                    <a:pt x="224091" y="459066"/>
                  </a:lnTo>
                  <a:lnTo>
                    <a:pt x="148234" y="481736"/>
                  </a:lnTo>
                  <a:lnTo>
                    <a:pt x="106984" y="499897"/>
                  </a:lnTo>
                  <a:lnTo>
                    <a:pt x="68008" y="521106"/>
                  </a:lnTo>
                  <a:lnTo>
                    <a:pt x="32448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8944" y="772198"/>
                  </a:lnTo>
                  <a:lnTo>
                    <a:pt x="648944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045451" y="3627119"/>
              <a:ext cx="803275" cy="641985"/>
            </a:xfrm>
            <a:custGeom>
              <a:avLst/>
              <a:gdLst/>
              <a:ahLst/>
              <a:cxnLst/>
              <a:rect l="l" t="t" r="r" b="b"/>
              <a:pathLst>
                <a:path w="803275" h="641985">
                  <a:moveTo>
                    <a:pt x="482346" y="0"/>
                  </a:moveTo>
                  <a:lnTo>
                    <a:pt x="482346" y="160400"/>
                  </a:lnTo>
                  <a:lnTo>
                    <a:pt x="0" y="160400"/>
                  </a:lnTo>
                  <a:lnTo>
                    <a:pt x="0" y="481202"/>
                  </a:lnTo>
                  <a:lnTo>
                    <a:pt x="482346" y="481202"/>
                  </a:lnTo>
                  <a:lnTo>
                    <a:pt x="482346" y="641603"/>
                  </a:lnTo>
                  <a:lnTo>
                    <a:pt x="803148" y="320801"/>
                  </a:lnTo>
                  <a:lnTo>
                    <a:pt x="48234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7045451" y="3627119"/>
              <a:ext cx="803275" cy="641985"/>
            </a:xfrm>
            <a:custGeom>
              <a:avLst/>
              <a:gdLst/>
              <a:ahLst/>
              <a:cxnLst/>
              <a:rect l="l" t="t" r="r" b="b"/>
              <a:pathLst>
                <a:path w="803275" h="641985">
                  <a:moveTo>
                    <a:pt x="0" y="160400"/>
                  </a:moveTo>
                  <a:lnTo>
                    <a:pt x="482346" y="160400"/>
                  </a:lnTo>
                  <a:lnTo>
                    <a:pt x="482346" y="0"/>
                  </a:lnTo>
                  <a:lnTo>
                    <a:pt x="803148" y="320801"/>
                  </a:lnTo>
                  <a:lnTo>
                    <a:pt x="482346" y="641603"/>
                  </a:lnTo>
                  <a:lnTo>
                    <a:pt x="482346" y="481202"/>
                  </a:lnTo>
                  <a:lnTo>
                    <a:pt x="0" y="481202"/>
                  </a:lnTo>
                  <a:lnTo>
                    <a:pt x="0" y="16040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8716038" y="3689868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427408"/>
                  </a:moveTo>
                  <a:lnTo>
                    <a:pt x="1441993" y="213704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lnTo>
                    <a:pt x="1048722" y="427408"/>
                  </a:lnTo>
                  <a:close/>
                </a:path>
              </a:pathLst>
            </a:custGeom>
            <a:solidFill>
              <a:srgbClr val="8FAADC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8716038" y="3689868"/>
              <a:ext cx="1442085" cy="427990"/>
            </a:xfrm>
            <a:custGeom>
              <a:avLst/>
              <a:gdLst/>
              <a:ahLst/>
              <a:cxnLst/>
              <a:rect l="l" t="t" r="r" b="b"/>
              <a:pathLst>
                <a:path w="1442084" h="427989">
                  <a:moveTo>
                    <a:pt x="1048722" y="320556"/>
                  </a:moveTo>
                  <a:lnTo>
                    <a:pt x="1048722" y="427408"/>
                  </a:lnTo>
                  <a:lnTo>
                    <a:pt x="1441993" y="213704"/>
                  </a:lnTo>
                  <a:lnTo>
                    <a:pt x="1382618" y="180312"/>
                  </a:lnTo>
                  <a:lnTo>
                    <a:pt x="1247201" y="106852"/>
                  </a:lnTo>
                  <a:lnTo>
                    <a:pt x="1110862" y="33391"/>
                  </a:lnTo>
                  <a:lnTo>
                    <a:pt x="1048722" y="0"/>
                  </a:lnTo>
                  <a:lnTo>
                    <a:pt x="1048722" y="106852"/>
                  </a:lnTo>
                  <a:lnTo>
                    <a:pt x="0" y="213704"/>
                  </a:lnTo>
                  <a:lnTo>
                    <a:pt x="1048722" y="320556"/>
                  </a:lnTo>
                  <a:close/>
                </a:path>
              </a:pathLst>
            </a:custGeom>
            <a:ln w="11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05936" y="3562797"/>
              <a:ext cx="280092" cy="21463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47686" y="3296097"/>
              <a:ext cx="188200" cy="22411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163520" y="3380900"/>
              <a:ext cx="504825" cy="406400"/>
            </a:xfrm>
            <a:custGeom>
              <a:avLst/>
              <a:gdLst/>
              <a:ahLst/>
              <a:cxnLst/>
              <a:rect l="l" t="t" r="r" b="b"/>
              <a:pathLst>
                <a:path w="504825" h="406400">
                  <a:moveTo>
                    <a:pt x="451327" y="290215"/>
                  </a:moveTo>
                  <a:lnTo>
                    <a:pt x="299473" y="290215"/>
                  </a:lnTo>
                  <a:lnTo>
                    <a:pt x="306345" y="290760"/>
                  </a:lnTo>
                  <a:lnTo>
                    <a:pt x="312775" y="292453"/>
                  </a:lnTo>
                  <a:lnTo>
                    <a:pt x="337143" y="325079"/>
                  </a:lnTo>
                  <a:lnTo>
                    <a:pt x="336996" y="332661"/>
                  </a:lnTo>
                  <a:lnTo>
                    <a:pt x="335259" y="339802"/>
                  </a:lnTo>
                  <a:lnTo>
                    <a:pt x="332110" y="346412"/>
                  </a:lnTo>
                  <a:lnTo>
                    <a:pt x="327725" y="352404"/>
                  </a:lnTo>
                  <a:lnTo>
                    <a:pt x="295706" y="389152"/>
                  </a:lnTo>
                  <a:lnTo>
                    <a:pt x="308891" y="399517"/>
                  </a:lnTo>
                  <a:lnTo>
                    <a:pt x="315483" y="403286"/>
                  </a:lnTo>
                  <a:lnTo>
                    <a:pt x="323017" y="406113"/>
                  </a:lnTo>
                  <a:lnTo>
                    <a:pt x="331492" y="405171"/>
                  </a:lnTo>
                  <a:lnTo>
                    <a:pt x="345795" y="400960"/>
                  </a:lnTo>
                  <a:lnTo>
                    <a:pt x="356919" y="391979"/>
                  </a:lnTo>
                  <a:lnTo>
                    <a:pt x="363806" y="379465"/>
                  </a:lnTo>
                  <a:lnTo>
                    <a:pt x="365395" y="364654"/>
                  </a:lnTo>
                  <a:lnTo>
                    <a:pt x="365395" y="363711"/>
                  </a:lnTo>
                  <a:lnTo>
                    <a:pt x="378013" y="363711"/>
                  </a:lnTo>
                  <a:lnTo>
                    <a:pt x="407126" y="338948"/>
                  </a:lnTo>
                  <a:lnTo>
                    <a:pt x="408715" y="323194"/>
                  </a:lnTo>
                  <a:lnTo>
                    <a:pt x="421333" y="323194"/>
                  </a:lnTo>
                  <a:lnTo>
                    <a:pt x="450446" y="298431"/>
                  </a:lnTo>
                  <a:lnTo>
                    <a:pt x="451125" y="292100"/>
                  </a:lnTo>
                  <a:lnTo>
                    <a:pt x="451226" y="291158"/>
                  </a:lnTo>
                  <a:lnTo>
                    <a:pt x="451327" y="290215"/>
                  </a:lnTo>
                  <a:close/>
                </a:path>
                <a:path w="504825" h="406400">
                  <a:moveTo>
                    <a:pt x="378013" y="363711"/>
                  </a:moveTo>
                  <a:lnTo>
                    <a:pt x="365395" y="363711"/>
                  </a:lnTo>
                  <a:lnTo>
                    <a:pt x="368220" y="364654"/>
                  </a:lnTo>
                  <a:lnTo>
                    <a:pt x="374812" y="364654"/>
                  </a:lnTo>
                  <a:lnTo>
                    <a:pt x="378013" y="363711"/>
                  </a:lnTo>
                  <a:close/>
                </a:path>
                <a:path w="504825" h="406400">
                  <a:moveTo>
                    <a:pt x="421333" y="323194"/>
                  </a:moveTo>
                  <a:lnTo>
                    <a:pt x="408715" y="323194"/>
                  </a:lnTo>
                  <a:lnTo>
                    <a:pt x="411540" y="324137"/>
                  </a:lnTo>
                  <a:lnTo>
                    <a:pt x="418132" y="324137"/>
                  </a:lnTo>
                  <a:lnTo>
                    <a:pt x="421333" y="323194"/>
                  </a:lnTo>
                  <a:close/>
                </a:path>
                <a:path w="504825" h="406400">
                  <a:moveTo>
                    <a:pt x="503559" y="252525"/>
                  </a:moveTo>
                  <a:lnTo>
                    <a:pt x="246736" y="252525"/>
                  </a:lnTo>
                  <a:lnTo>
                    <a:pt x="254328" y="253217"/>
                  </a:lnTo>
                  <a:lnTo>
                    <a:pt x="261568" y="255234"/>
                  </a:lnTo>
                  <a:lnTo>
                    <a:pt x="287626" y="283619"/>
                  </a:lnTo>
                  <a:lnTo>
                    <a:pt x="289114" y="292100"/>
                  </a:lnTo>
                  <a:lnTo>
                    <a:pt x="291939" y="291157"/>
                  </a:lnTo>
                  <a:lnTo>
                    <a:pt x="295706" y="290215"/>
                  </a:lnTo>
                  <a:lnTo>
                    <a:pt x="451327" y="290215"/>
                  </a:lnTo>
                  <a:lnTo>
                    <a:pt x="452013" y="283826"/>
                  </a:lnTo>
                  <a:lnTo>
                    <a:pt x="452035" y="281735"/>
                  </a:lnTo>
                  <a:lnTo>
                    <a:pt x="451093" y="279850"/>
                  </a:lnTo>
                  <a:lnTo>
                    <a:pt x="451093" y="277966"/>
                  </a:lnTo>
                  <a:lnTo>
                    <a:pt x="496297" y="268543"/>
                  </a:lnTo>
                  <a:lnTo>
                    <a:pt x="503357" y="254409"/>
                  </a:lnTo>
                  <a:lnTo>
                    <a:pt x="503458" y="253467"/>
                  </a:lnTo>
                  <a:lnTo>
                    <a:pt x="503559" y="252525"/>
                  </a:lnTo>
                  <a:close/>
                </a:path>
                <a:path w="504825" h="406400">
                  <a:moveTo>
                    <a:pt x="483672" y="277966"/>
                  </a:moveTo>
                  <a:lnTo>
                    <a:pt x="451093" y="277966"/>
                  </a:lnTo>
                  <a:lnTo>
                    <a:pt x="456744" y="280793"/>
                  </a:lnTo>
                  <a:lnTo>
                    <a:pt x="463336" y="282677"/>
                  </a:lnTo>
                  <a:lnTo>
                    <a:pt x="470870" y="281735"/>
                  </a:lnTo>
                  <a:lnTo>
                    <a:pt x="483672" y="277966"/>
                  </a:lnTo>
                  <a:close/>
                </a:path>
                <a:path w="504825" h="406400">
                  <a:moveTo>
                    <a:pt x="485624" y="208239"/>
                  </a:moveTo>
                  <a:lnTo>
                    <a:pt x="187406" y="208239"/>
                  </a:lnTo>
                  <a:lnTo>
                    <a:pt x="195837" y="208945"/>
                  </a:lnTo>
                  <a:lnTo>
                    <a:pt x="204004" y="211065"/>
                  </a:lnTo>
                  <a:lnTo>
                    <a:pt x="233448" y="244722"/>
                  </a:lnTo>
                  <a:lnTo>
                    <a:pt x="234290" y="252525"/>
                  </a:lnTo>
                  <a:lnTo>
                    <a:pt x="234391" y="253467"/>
                  </a:lnTo>
                  <a:lnTo>
                    <a:pt x="234493" y="254409"/>
                  </a:lnTo>
                  <a:lnTo>
                    <a:pt x="238260" y="253467"/>
                  </a:lnTo>
                  <a:lnTo>
                    <a:pt x="242969" y="252525"/>
                  </a:lnTo>
                  <a:lnTo>
                    <a:pt x="503559" y="252525"/>
                  </a:lnTo>
                  <a:lnTo>
                    <a:pt x="504773" y="241218"/>
                  </a:lnTo>
                  <a:lnTo>
                    <a:pt x="504548" y="235564"/>
                  </a:lnTo>
                  <a:lnTo>
                    <a:pt x="504478" y="233798"/>
                  </a:lnTo>
                  <a:lnTo>
                    <a:pt x="502427" y="227113"/>
                  </a:lnTo>
                  <a:lnTo>
                    <a:pt x="498945" y="221077"/>
                  </a:lnTo>
                  <a:lnTo>
                    <a:pt x="494413" y="215777"/>
                  </a:lnTo>
                  <a:lnTo>
                    <a:pt x="485624" y="208239"/>
                  </a:lnTo>
                  <a:close/>
                </a:path>
                <a:path w="504825" h="406400">
                  <a:moveTo>
                    <a:pt x="204473" y="165837"/>
                  </a:moveTo>
                  <a:lnTo>
                    <a:pt x="124309" y="165837"/>
                  </a:lnTo>
                  <a:lnTo>
                    <a:pt x="132741" y="166544"/>
                  </a:lnTo>
                  <a:lnTo>
                    <a:pt x="141035" y="168723"/>
                  </a:lnTo>
                  <a:lnTo>
                    <a:pt x="169954" y="201393"/>
                  </a:lnTo>
                  <a:lnTo>
                    <a:pt x="171396" y="211065"/>
                  </a:lnTo>
                  <a:lnTo>
                    <a:pt x="176105" y="209181"/>
                  </a:lnTo>
                  <a:lnTo>
                    <a:pt x="181755" y="208239"/>
                  </a:lnTo>
                  <a:lnTo>
                    <a:pt x="485624" y="208239"/>
                  </a:lnTo>
                  <a:lnTo>
                    <a:pt x="440577" y="169606"/>
                  </a:lnTo>
                  <a:lnTo>
                    <a:pt x="225076" y="169606"/>
                  </a:lnTo>
                  <a:lnTo>
                    <a:pt x="214702" y="168723"/>
                  </a:lnTo>
                  <a:lnTo>
                    <a:pt x="204946" y="166073"/>
                  </a:lnTo>
                  <a:lnTo>
                    <a:pt x="204473" y="165837"/>
                  </a:lnTo>
                  <a:close/>
                </a:path>
                <a:path w="504825" h="406400">
                  <a:moveTo>
                    <a:pt x="81931" y="0"/>
                  </a:moveTo>
                  <a:lnTo>
                    <a:pt x="0" y="135685"/>
                  </a:lnTo>
                  <a:lnTo>
                    <a:pt x="64038" y="210123"/>
                  </a:lnTo>
                  <a:lnTo>
                    <a:pt x="88523" y="181855"/>
                  </a:lnTo>
                  <a:lnTo>
                    <a:pt x="95704" y="174980"/>
                  </a:lnTo>
                  <a:lnTo>
                    <a:pt x="104297" y="169959"/>
                  </a:lnTo>
                  <a:lnTo>
                    <a:pt x="113950" y="166882"/>
                  </a:lnTo>
                  <a:lnTo>
                    <a:pt x="124309" y="165837"/>
                  </a:lnTo>
                  <a:lnTo>
                    <a:pt x="204473" y="165837"/>
                  </a:lnTo>
                  <a:lnTo>
                    <a:pt x="196073" y="161656"/>
                  </a:lnTo>
                  <a:lnTo>
                    <a:pt x="188348" y="155472"/>
                  </a:lnTo>
                  <a:lnTo>
                    <a:pt x="174751" y="137525"/>
                  </a:lnTo>
                  <a:lnTo>
                    <a:pt x="169277" y="116486"/>
                  </a:lnTo>
                  <a:lnTo>
                    <a:pt x="171926" y="94917"/>
                  </a:lnTo>
                  <a:lnTo>
                    <a:pt x="182697" y="75380"/>
                  </a:lnTo>
                  <a:lnTo>
                    <a:pt x="235808" y="14133"/>
                  </a:lnTo>
                  <a:lnTo>
                    <a:pt x="165393" y="14133"/>
                  </a:lnTo>
                  <a:lnTo>
                    <a:pt x="124500" y="12897"/>
                  </a:lnTo>
                  <a:lnTo>
                    <a:pt x="81931" y="0"/>
                  </a:lnTo>
                  <a:close/>
                </a:path>
                <a:path w="504825" h="406400">
                  <a:moveTo>
                    <a:pt x="332434" y="76323"/>
                  </a:moveTo>
                  <a:lnTo>
                    <a:pt x="267454" y="150761"/>
                  </a:lnTo>
                  <a:lnTo>
                    <a:pt x="229784" y="169606"/>
                  </a:lnTo>
                  <a:lnTo>
                    <a:pt x="440577" y="169606"/>
                  </a:lnTo>
                  <a:lnTo>
                    <a:pt x="342793" y="85745"/>
                  </a:lnTo>
                  <a:lnTo>
                    <a:pt x="332434" y="76323"/>
                  </a:lnTo>
                  <a:close/>
                </a:path>
                <a:path w="504825" h="406400">
                  <a:moveTo>
                    <a:pt x="203636" y="11130"/>
                  </a:moveTo>
                  <a:lnTo>
                    <a:pt x="165393" y="14133"/>
                  </a:lnTo>
                  <a:lnTo>
                    <a:pt x="235808" y="14133"/>
                  </a:lnTo>
                  <a:lnTo>
                    <a:pt x="238260" y="11307"/>
                  </a:lnTo>
                  <a:lnTo>
                    <a:pt x="203636" y="1113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9163520" y="3380900"/>
              <a:ext cx="504825" cy="406400"/>
            </a:xfrm>
            <a:custGeom>
              <a:avLst/>
              <a:gdLst/>
              <a:ahLst/>
              <a:cxnLst/>
              <a:rect l="l" t="t" r="r" b="b"/>
              <a:pathLst>
                <a:path w="504825" h="406400">
                  <a:moveTo>
                    <a:pt x="494413" y="215777"/>
                  </a:moveTo>
                  <a:lnTo>
                    <a:pt x="342793" y="85745"/>
                  </a:lnTo>
                  <a:lnTo>
                    <a:pt x="332434" y="76323"/>
                  </a:lnTo>
                  <a:lnTo>
                    <a:pt x="267454" y="150761"/>
                  </a:lnTo>
                  <a:lnTo>
                    <a:pt x="259714" y="158343"/>
                  </a:lnTo>
                  <a:lnTo>
                    <a:pt x="250738" y="164070"/>
                  </a:lnTo>
                  <a:lnTo>
                    <a:pt x="240703" y="167854"/>
                  </a:lnTo>
                  <a:lnTo>
                    <a:pt x="229784" y="169606"/>
                  </a:lnTo>
                  <a:lnTo>
                    <a:pt x="227901" y="169606"/>
                  </a:lnTo>
                  <a:lnTo>
                    <a:pt x="226017" y="169606"/>
                  </a:lnTo>
                  <a:lnTo>
                    <a:pt x="225076" y="169606"/>
                  </a:lnTo>
                  <a:lnTo>
                    <a:pt x="188348" y="155472"/>
                  </a:lnTo>
                  <a:lnTo>
                    <a:pt x="169277" y="116486"/>
                  </a:lnTo>
                  <a:lnTo>
                    <a:pt x="171926" y="94917"/>
                  </a:lnTo>
                  <a:lnTo>
                    <a:pt x="182697" y="75380"/>
                  </a:lnTo>
                  <a:lnTo>
                    <a:pt x="238260" y="11307"/>
                  </a:lnTo>
                  <a:lnTo>
                    <a:pt x="203636" y="11130"/>
                  </a:lnTo>
                  <a:lnTo>
                    <a:pt x="165393" y="14133"/>
                  </a:lnTo>
                  <a:lnTo>
                    <a:pt x="124500" y="12897"/>
                  </a:lnTo>
                  <a:lnTo>
                    <a:pt x="81931" y="0"/>
                  </a:lnTo>
                  <a:lnTo>
                    <a:pt x="0" y="135685"/>
                  </a:lnTo>
                  <a:lnTo>
                    <a:pt x="64038" y="210123"/>
                  </a:lnTo>
                  <a:lnTo>
                    <a:pt x="88523" y="181855"/>
                  </a:lnTo>
                  <a:lnTo>
                    <a:pt x="95704" y="174980"/>
                  </a:lnTo>
                  <a:lnTo>
                    <a:pt x="104297" y="169959"/>
                  </a:lnTo>
                  <a:lnTo>
                    <a:pt x="113950" y="166882"/>
                  </a:lnTo>
                  <a:lnTo>
                    <a:pt x="124309" y="165837"/>
                  </a:lnTo>
                  <a:lnTo>
                    <a:pt x="162126" y="184167"/>
                  </a:lnTo>
                  <a:lnTo>
                    <a:pt x="171396" y="211065"/>
                  </a:lnTo>
                  <a:lnTo>
                    <a:pt x="176105" y="209181"/>
                  </a:lnTo>
                  <a:lnTo>
                    <a:pt x="181755" y="208239"/>
                  </a:lnTo>
                  <a:lnTo>
                    <a:pt x="187406" y="208239"/>
                  </a:lnTo>
                  <a:lnTo>
                    <a:pt x="195837" y="208945"/>
                  </a:lnTo>
                  <a:lnTo>
                    <a:pt x="230373" y="235564"/>
                  </a:lnTo>
                  <a:lnTo>
                    <a:pt x="234493" y="254409"/>
                  </a:lnTo>
                  <a:lnTo>
                    <a:pt x="238260" y="253467"/>
                  </a:lnTo>
                  <a:lnTo>
                    <a:pt x="242969" y="252525"/>
                  </a:lnTo>
                  <a:lnTo>
                    <a:pt x="246736" y="252525"/>
                  </a:lnTo>
                  <a:lnTo>
                    <a:pt x="284876" y="276081"/>
                  </a:lnTo>
                  <a:lnTo>
                    <a:pt x="289114" y="292100"/>
                  </a:lnTo>
                  <a:lnTo>
                    <a:pt x="291939" y="291157"/>
                  </a:lnTo>
                  <a:lnTo>
                    <a:pt x="295706" y="290215"/>
                  </a:lnTo>
                  <a:lnTo>
                    <a:pt x="299473" y="290215"/>
                  </a:lnTo>
                  <a:lnTo>
                    <a:pt x="333023" y="311298"/>
                  </a:lnTo>
                  <a:lnTo>
                    <a:pt x="337143" y="325079"/>
                  </a:lnTo>
                  <a:lnTo>
                    <a:pt x="336996" y="332661"/>
                  </a:lnTo>
                  <a:lnTo>
                    <a:pt x="335259" y="339802"/>
                  </a:lnTo>
                  <a:lnTo>
                    <a:pt x="332110" y="346412"/>
                  </a:lnTo>
                  <a:lnTo>
                    <a:pt x="327725" y="352404"/>
                  </a:lnTo>
                  <a:lnTo>
                    <a:pt x="295706" y="389152"/>
                  </a:lnTo>
                  <a:lnTo>
                    <a:pt x="308891" y="399517"/>
                  </a:lnTo>
                  <a:lnTo>
                    <a:pt x="315483" y="403286"/>
                  </a:lnTo>
                  <a:lnTo>
                    <a:pt x="323017" y="406113"/>
                  </a:lnTo>
                  <a:lnTo>
                    <a:pt x="331492" y="405171"/>
                  </a:lnTo>
                  <a:lnTo>
                    <a:pt x="345795" y="400960"/>
                  </a:lnTo>
                  <a:lnTo>
                    <a:pt x="356919" y="391979"/>
                  </a:lnTo>
                  <a:lnTo>
                    <a:pt x="363806" y="379465"/>
                  </a:lnTo>
                  <a:lnTo>
                    <a:pt x="365395" y="364654"/>
                  </a:lnTo>
                  <a:lnTo>
                    <a:pt x="365395" y="363711"/>
                  </a:lnTo>
                  <a:lnTo>
                    <a:pt x="368220" y="364654"/>
                  </a:lnTo>
                  <a:lnTo>
                    <a:pt x="371987" y="364654"/>
                  </a:lnTo>
                  <a:lnTo>
                    <a:pt x="407126" y="338948"/>
                  </a:lnTo>
                  <a:lnTo>
                    <a:pt x="408715" y="324137"/>
                  </a:lnTo>
                  <a:lnTo>
                    <a:pt x="408715" y="323194"/>
                  </a:lnTo>
                  <a:lnTo>
                    <a:pt x="411540" y="324137"/>
                  </a:lnTo>
                  <a:lnTo>
                    <a:pt x="415307" y="324137"/>
                  </a:lnTo>
                  <a:lnTo>
                    <a:pt x="450446" y="298431"/>
                  </a:lnTo>
                  <a:lnTo>
                    <a:pt x="452035" y="283619"/>
                  </a:lnTo>
                  <a:lnTo>
                    <a:pt x="452035" y="281735"/>
                  </a:lnTo>
                  <a:lnTo>
                    <a:pt x="451093" y="279850"/>
                  </a:lnTo>
                  <a:lnTo>
                    <a:pt x="451093" y="277966"/>
                  </a:lnTo>
                  <a:lnTo>
                    <a:pt x="456744" y="280793"/>
                  </a:lnTo>
                  <a:lnTo>
                    <a:pt x="463336" y="282677"/>
                  </a:lnTo>
                  <a:lnTo>
                    <a:pt x="470870" y="281735"/>
                  </a:lnTo>
                  <a:lnTo>
                    <a:pt x="485173" y="277524"/>
                  </a:lnTo>
                  <a:lnTo>
                    <a:pt x="496297" y="268543"/>
                  </a:lnTo>
                  <a:lnTo>
                    <a:pt x="503183" y="256029"/>
                  </a:lnTo>
                  <a:lnTo>
                    <a:pt x="504773" y="241218"/>
                  </a:lnTo>
                  <a:lnTo>
                    <a:pt x="504478" y="233798"/>
                  </a:lnTo>
                  <a:lnTo>
                    <a:pt x="502418" y="227084"/>
                  </a:lnTo>
                  <a:lnTo>
                    <a:pt x="498945" y="221077"/>
                  </a:lnTo>
                  <a:lnTo>
                    <a:pt x="494413" y="215777"/>
                  </a:lnTo>
                  <a:close/>
                </a:path>
              </a:pathLst>
            </a:custGeom>
            <a:ln w="109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76915" y="3296097"/>
              <a:ext cx="188201" cy="22411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349985" y="3372420"/>
              <a:ext cx="398780" cy="221615"/>
            </a:xfrm>
            <a:custGeom>
              <a:avLst/>
              <a:gdLst/>
              <a:ahLst/>
              <a:cxnLst/>
              <a:rect l="l" t="t" r="r" b="b"/>
              <a:pathLst>
                <a:path w="398779" h="221614">
                  <a:moveTo>
                    <a:pt x="345950" y="57477"/>
                  </a:moveTo>
                  <a:lnTo>
                    <a:pt x="144086" y="57477"/>
                  </a:lnTo>
                  <a:lnTo>
                    <a:pt x="320191" y="209181"/>
                  </a:lnTo>
                  <a:lnTo>
                    <a:pt x="326784" y="215777"/>
                  </a:lnTo>
                  <a:lnTo>
                    <a:pt x="330551" y="221430"/>
                  </a:lnTo>
                  <a:lnTo>
                    <a:pt x="398356" y="143223"/>
                  </a:lnTo>
                  <a:lnTo>
                    <a:pt x="345950" y="57477"/>
                  </a:lnTo>
                  <a:close/>
                </a:path>
                <a:path w="398779" h="221614">
                  <a:moveTo>
                    <a:pt x="115833" y="0"/>
                  </a:moveTo>
                  <a:lnTo>
                    <a:pt x="9417" y="97052"/>
                  </a:lnTo>
                  <a:lnTo>
                    <a:pt x="0" y="124495"/>
                  </a:lnTo>
                  <a:lnTo>
                    <a:pt x="3855" y="138261"/>
                  </a:lnTo>
                  <a:lnTo>
                    <a:pt x="41436" y="159241"/>
                  </a:lnTo>
                  <a:lnTo>
                    <a:pt x="48455" y="157975"/>
                  </a:lnTo>
                  <a:lnTo>
                    <a:pt x="55209" y="155472"/>
                  </a:lnTo>
                  <a:lnTo>
                    <a:pt x="61433" y="151556"/>
                  </a:lnTo>
                  <a:lnTo>
                    <a:pt x="66863" y="146050"/>
                  </a:lnTo>
                  <a:lnTo>
                    <a:pt x="144086" y="57477"/>
                  </a:lnTo>
                  <a:lnTo>
                    <a:pt x="345950" y="57477"/>
                  </a:lnTo>
                  <a:lnTo>
                    <a:pt x="325569" y="24130"/>
                  </a:lnTo>
                  <a:lnTo>
                    <a:pt x="263304" y="24130"/>
                  </a:lnTo>
                  <a:lnTo>
                    <a:pt x="213775" y="21789"/>
                  </a:lnTo>
                  <a:lnTo>
                    <a:pt x="167070" y="11851"/>
                  </a:lnTo>
                  <a:lnTo>
                    <a:pt x="120542" y="942"/>
                  </a:lnTo>
                  <a:lnTo>
                    <a:pt x="119600" y="942"/>
                  </a:lnTo>
                  <a:lnTo>
                    <a:pt x="115833" y="0"/>
                  </a:lnTo>
                  <a:close/>
                </a:path>
                <a:path w="398779" h="221614">
                  <a:moveTo>
                    <a:pt x="318308" y="12249"/>
                  </a:moveTo>
                  <a:lnTo>
                    <a:pt x="263304" y="24130"/>
                  </a:lnTo>
                  <a:lnTo>
                    <a:pt x="325569" y="24130"/>
                  </a:lnTo>
                  <a:lnTo>
                    <a:pt x="318308" y="12249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9349985" y="3372420"/>
              <a:ext cx="398780" cy="221615"/>
            </a:xfrm>
            <a:custGeom>
              <a:avLst/>
              <a:gdLst/>
              <a:ahLst/>
              <a:cxnLst/>
              <a:rect l="l" t="t" r="r" b="b"/>
              <a:pathLst>
                <a:path w="398779" h="221614">
                  <a:moveTo>
                    <a:pt x="318308" y="12249"/>
                  </a:moveTo>
                  <a:lnTo>
                    <a:pt x="263304" y="24130"/>
                  </a:lnTo>
                  <a:lnTo>
                    <a:pt x="213775" y="21789"/>
                  </a:lnTo>
                  <a:lnTo>
                    <a:pt x="167070" y="11851"/>
                  </a:lnTo>
                  <a:lnTo>
                    <a:pt x="120542" y="942"/>
                  </a:lnTo>
                  <a:lnTo>
                    <a:pt x="119600" y="942"/>
                  </a:lnTo>
                  <a:lnTo>
                    <a:pt x="115833" y="0"/>
                  </a:lnTo>
                  <a:lnTo>
                    <a:pt x="107255" y="191"/>
                  </a:lnTo>
                  <a:lnTo>
                    <a:pt x="98764" y="2237"/>
                  </a:lnTo>
                  <a:lnTo>
                    <a:pt x="9417" y="97052"/>
                  </a:lnTo>
                  <a:lnTo>
                    <a:pt x="0" y="124495"/>
                  </a:lnTo>
                  <a:lnTo>
                    <a:pt x="3855" y="138261"/>
                  </a:lnTo>
                  <a:lnTo>
                    <a:pt x="41436" y="159241"/>
                  </a:lnTo>
                  <a:lnTo>
                    <a:pt x="48455" y="157975"/>
                  </a:lnTo>
                  <a:lnTo>
                    <a:pt x="55209" y="155472"/>
                  </a:lnTo>
                  <a:lnTo>
                    <a:pt x="61433" y="151556"/>
                  </a:lnTo>
                  <a:lnTo>
                    <a:pt x="66863" y="146050"/>
                  </a:lnTo>
                  <a:lnTo>
                    <a:pt x="78929" y="132210"/>
                  </a:lnTo>
                  <a:lnTo>
                    <a:pt x="105474" y="101763"/>
                  </a:lnTo>
                  <a:lnTo>
                    <a:pt x="132020" y="71317"/>
                  </a:lnTo>
                  <a:lnTo>
                    <a:pt x="144086" y="57477"/>
                  </a:lnTo>
                  <a:lnTo>
                    <a:pt x="320191" y="209181"/>
                  </a:lnTo>
                  <a:lnTo>
                    <a:pt x="324900" y="213892"/>
                  </a:lnTo>
                  <a:lnTo>
                    <a:pt x="326784" y="215777"/>
                  </a:lnTo>
                  <a:lnTo>
                    <a:pt x="330551" y="221430"/>
                  </a:lnTo>
                  <a:lnTo>
                    <a:pt x="398356" y="143223"/>
                  </a:lnTo>
                  <a:lnTo>
                    <a:pt x="318308" y="12249"/>
                  </a:lnTo>
                  <a:close/>
                </a:path>
              </a:pathLst>
            </a:custGeom>
            <a:ln w="109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1" name="object 21"/>
          <p:cNvSpPr/>
          <p:nvPr/>
        </p:nvSpPr>
        <p:spPr>
          <a:xfrm>
            <a:off x="7116167" y="2001122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2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7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5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3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3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157451" y="2733653"/>
            <a:ext cx="146685" cy="146685"/>
          </a:xfrm>
          <a:custGeom>
            <a:avLst/>
            <a:gdLst/>
            <a:ahLst/>
            <a:cxnLst/>
            <a:rect l="l" t="t" r="r" b="b"/>
            <a:pathLst>
              <a:path w="146684" h="146685">
                <a:moveTo>
                  <a:pt x="146096" y="0"/>
                </a:moveTo>
                <a:lnTo>
                  <a:pt x="0" y="0"/>
                </a:lnTo>
                <a:lnTo>
                  <a:pt x="0" y="146176"/>
                </a:lnTo>
                <a:lnTo>
                  <a:pt x="146096" y="146176"/>
                </a:lnTo>
                <a:lnTo>
                  <a:pt x="146096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431499" y="3448672"/>
            <a:ext cx="915035" cy="619125"/>
            <a:chOff x="10431499" y="3448672"/>
            <a:chExt cx="915035" cy="619125"/>
          </a:xfrm>
        </p:grpSpPr>
        <p:sp>
          <p:nvSpPr>
            <p:cNvPr id="24" name="object 24"/>
            <p:cNvSpPr/>
            <p:nvPr/>
          </p:nvSpPr>
          <p:spPr>
            <a:xfrm>
              <a:off x="10431499" y="3448672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32912" y="4247"/>
                  </a:lnTo>
                  <a:lnTo>
                    <a:pt x="15804" y="15813"/>
                  </a:lnTo>
                  <a:lnTo>
                    <a:pt x="4245" y="32930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10720635" y="3588352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8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5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3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8" y="85853"/>
                  </a:lnTo>
                  <a:lnTo>
                    <a:pt x="145961" y="72341"/>
                  </a:lnTo>
                  <a:lnTo>
                    <a:pt x="170476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8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3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6" y="67379"/>
                  </a:lnTo>
                  <a:lnTo>
                    <a:pt x="195020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3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6" name="object 26"/>
          <p:cNvSpPr/>
          <p:nvPr/>
        </p:nvSpPr>
        <p:spPr>
          <a:xfrm>
            <a:off x="10270089" y="4121586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53803" y="80749"/>
                </a:lnTo>
                <a:lnTo>
                  <a:pt x="1183677" y="80749"/>
                </a:lnTo>
                <a:lnTo>
                  <a:pt x="1204568" y="76501"/>
                </a:lnTo>
                <a:lnTo>
                  <a:pt x="1221676" y="64936"/>
                </a:lnTo>
                <a:lnTo>
                  <a:pt x="1233235" y="47818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7.</a:t>
            </a:r>
            <a:r>
              <a:rPr spc="-204" dirty="0"/>
              <a:t> </a:t>
            </a:r>
            <a:r>
              <a:rPr spc="-45" dirty="0"/>
              <a:t>Sending</a:t>
            </a:r>
            <a:r>
              <a:rPr spc="-195" dirty="0"/>
              <a:t> </a:t>
            </a:r>
            <a:r>
              <a:rPr spc="-50" dirty="0"/>
              <a:t>Data</a:t>
            </a:r>
            <a:r>
              <a:rPr spc="-200" dirty="0"/>
              <a:t> </a:t>
            </a:r>
            <a:r>
              <a:rPr spc="-35" dirty="0"/>
              <a:t>Over</a:t>
            </a:r>
            <a:r>
              <a:rPr spc="-215" dirty="0"/>
              <a:t> </a:t>
            </a:r>
            <a:r>
              <a:rPr spc="-25" dirty="0"/>
              <a:t>Bluetooth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219961"/>
            <a:ext cx="568071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Now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we’ve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paired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device,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it’s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time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finish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up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CTF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2509520"/>
            <a:ext cx="5616575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2590"/>
              </a:lnSpc>
              <a:spcBef>
                <a:spcPts val="4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We’ve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up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accept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text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sent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over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400" b="0" i="0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service’s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RFCOMM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channel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39" y="4154224"/>
            <a:ext cx="5797550" cy="164655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There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are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two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flags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find: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03530" marR="0" lvl="0" indent="-181610" defTabSz="914400" eaLnBrk="1" fontAlgn="auto" latinLnBrk="0" hangingPunct="1">
              <a:lnSpc>
                <a:spcPts val="2280"/>
              </a:lnSpc>
              <a:spcBef>
                <a:spcPts val="185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0353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one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hidden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see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04800" marR="0" lvl="0" indent="0" defTabSz="914400" eaLnBrk="1" fontAlgn="auto" latinLnBrk="0" hangingPunct="1"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with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tools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you’ve</a:t>
            </a:r>
            <a:r>
              <a:rPr kumimoji="0" sz="20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learned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03530" marR="290830" lvl="0" indent="-181610" defTabSz="914400" eaLnBrk="1" fontAlgn="auto" latinLnBrk="0" hangingPunct="1">
              <a:lnSpc>
                <a:spcPts val="2160"/>
              </a:lnSpc>
              <a:spcBef>
                <a:spcPts val="635"/>
              </a:spcBef>
              <a:spcAft>
                <a:spcPts val="0"/>
              </a:spcAft>
              <a:buClr>
                <a:srgbClr val="FFCCFF"/>
              </a:buClr>
              <a:buSzTx/>
              <a:buFontTx/>
              <a:buChar char="◦"/>
              <a:tabLst>
                <a:tab pos="30480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second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will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be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revealed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when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successfully 	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send</a:t>
            </a:r>
            <a:r>
              <a:rPr kumimoji="0" sz="20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key</a:t>
            </a:r>
            <a:r>
              <a:rPr kumimoji="0" sz="20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0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target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service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227569" y="2364498"/>
            <a:ext cx="2310130" cy="1743075"/>
            <a:chOff x="6227569" y="2364498"/>
            <a:chExt cx="2310130" cy="1743075"/>
          </a:xfrm>
        </p:grpSpPr>
        <p:sp>
          <p:nvSpPr>
            <p:cNvPr id="7" name="object 7"/>
            <p:cNvSpPr/>
            <p:nvPr/>
          </p:nvSpPr>
          <p:spPr>
            <a:xfrm>
              <a:off x="7894320" y="2798063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4"/>
                  </a:lnTo>
                  <a:lnTo>
                    <a:pt x="90297" y="180594"/>
                  </a:lnTo>
                  <a:lnTo>
                    <a:pt x="90297" y="679703"/>
                  </a:lnTo>
                  <a:lnTo>
                    <a:pt x="270890" y="679703"/>
                  </a:lnTo>
                  <a:lnTo>
                    <a:pt x="270890" y="180594"/>
                  </a:lnTo>
                  <a:lnTo>
                    <a:pt x="361187" y="180594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894320" y="2798063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3"/>
                  </a:moveTo>
                  <a:lnTo>
                    <a:pt x="90297" y="180594"/>
                  </a:lnTo>
                  <a:lnTo>
                    <a:pt x="0" y="180594"/>
                  </a:lnTo>
                  <a:lnTo>
                    <a:pt x="180594" y="0"/>
                  </a:lnTo>
                  <a:lnTo>
                    <a:pt x="361187" y="180594"/>
                  </a:lnTo>
                  <a:lnTo>
                    <a:pt x="270890" y="180594"/>
                  </a:lnTo>
                  <a:lnTo>
                    <a:pt x="270890" y="679703"/>
                  </a:lnTo>
                  <a:lnTo>
                    <a:pt x="90297" y="679703"/>
                  </a:lnTo>
                  <a:close/>
                </a:path>
              </a:pathLst>
            </a:custGeom>
            <a:ln w="12699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856944" y="2364511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44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44" y="337324"/>
                  </a:lnTo>
                  <a:lnTo>
                    <a:pt x="39344" y="314833"/>
                  </a:lnTo>
                  <a:close/>
                </a:path>
                <a:path w="427354" h="427355">
                  <a:moveTo>
                    <a:pt x="39344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44" y="292341"/>
                  </a:lnTo>
                  <a:lnTo>
                    <a:pt x="39344" y="269862"/>
                  </a:lnTo>
                  <a:close/>
                </a:path>
                <a:path w="427354" h="427355">
                  <a:moveTo>
                    <a:pt x="39344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44" y="247370"/>
                  </a:lnTo>
                  <a:lnTo>
                    <a:pt x="39344" y="224878"/>
                  </a:lnTo>
                  <a:close/>
                </a:path>
                <a:path w="427354" h="427355">
                  <a:moveTo>
                    <a:pt x="39344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44" y="202387"/>
                  </a:lnTo>
                  <a:lnTo>
                    <a:pt x="39344" y="179908"/>
                  </a:lnTo>
                  <a:close/>
                </a:path>
                <a:path w="427354" h="427355">
                  <a:moveTo>
                    <a:pt x="39344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44" y="157416"/>
                  </a:lnTo>
                  <a:lnTo>
                    <a:pt x="39344" y="134924"/>
                  </a:lnTo>
                  <a:close/>
                </a:path>
                <a:path w="427354" h="427355">
                  <a:moveTo>
                    <a:pt x="39344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44" y="112433"/>
                  </a:lnTo>
                  <a:lnTo>
                    <a:pt x="39344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16" y="0"/>
                  </a:lnTo>
                  <a:lnTo>
                    <a:pt x="89916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86575" y="140550"/>
                  </a:moveTo>
                  <a:lnTo>
                    <a:pt x="140487" y="140550"/>
                  </a:lnTo>
                  <a:lnTo>
                    <a:pt x="140487" y="286727"/>
                  </a:lnTo>
                  <a:lnTo>
                    <a:pt x="286575" y="286727"/>
                  </a:lnTo>
                  <a:lnTo>
                    <a:pt x="286575" y="14055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603299" y="3436772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609282" y="233680"/>
                  </a:moveTo>
                  <a:lnTo>
                    <a:pt x="607644" y="223520"/>
                  </a:lnTo>
                  <a:lnTo>
                    <a:pt x="602043" y="188722"/>
                  </a:lnTo>
                  <a:lnTo>
                    <a:pt x="586232" y="158153"/>
                  </a:lnTo>
                  <a:lnTo>
                    <a:pt x="586232" y="223520"/>
                  </a:lnTo>
                  <a:lnTo>
                    <a:pt x="586232" y="243840"/>
                  </a:lnTo>
                  <a:lnTo>
                    <a:pt x="576859" y="281216"/>
                  </a:lnTo>
                  <a:lnTo>
                    <a:pt x="556666" y="312966"/>
                  </a:lnTo>
                  <a:lnTo>
                    <a:pt x="527634" y="336867"/>
                  </a:lnTo>
                  <a:lnTo>
                    <a:pt x="491693" y="350735"/>
                  </a:lnTo>
                  <a:lnTo>
                    <a:pt x="503885" y="336410"/>
                  </a:lnTo>
                  <a:lnTo>
                    <a:pt x="511390" y="327583"/>
                  </a:lnTo>
                  <a:lnTo>
                    <a:pt x="526910" y="301675"/>
                  </a:lnTo>
                  <a:lnTo>
                    <a:pt x="537921" y="273697"/>
                  </a:lnTo>
                  <a:lnTo>
                    <a:pt x="538835" y="269557"/>
                  </a:lnTo>
                  <a:lnTo>
                    <a:pt x="544296" y="243840"/>
                  </a:lnTo>
                  <a:lnTo>
                    <a:pt x="586232" y="243840"/>
                  </a:lnTo>
                  <a:lnTo>
                    <a:pt x="586232" y="223520"/>
                  </a:lnTo>
                  <a:lnTo>
                    <a:pt x="544296" y="223520"/>
                  </a:lnTo>
                  <a:lnTo>
                    <a:pt x="537972" y="193852"/>
                  </a:lnTo>
                  <a:lnTo>
                    <a:pt x="526961" y="165811"/>
                  </a:lnTo>
                  <a:lnTo>
                    <a:pt x="523887" y="160655"/>
                  </a:lnTo>
                  <a:lnTo>
                    <a:pt x="523887" y="223520"/>
                  </a:lnTo>
                  <a:lnTo>
                    <a:pt x="523887" y="243840"/>
                  </a:lnTo>
                  <a:lnTo>
                    <a:pt x="517969" y="269151"/>
                  </a:lnTo>
                  <a:lnTo>
                    <a:pt x="517880" y="269557"/>
                  </a:lnTo>
                  <a:lnTo>
                    <a:pt x="507961" y="293839"/>
                  </a:lnTo>
                  <a:lnTo>
                    <a:pt x="494347" y="316268"/>
                  </a:lnTo>
                  <a:lnTo>
                    <a:pt x="477278" y="336410"/>
                  </a:lnTo>
                  <a:lnTo>
                    <a:pt x="477278" y="335292"/>
                  </a:lnTo>
                  <a:lnTo>
                    <a:pt x="477278" y="243840"/>
                  </a:lnTo>
                  <a:lnTo>
                    <a:pt x="523887" y="243840"/>
                  </a:lnTo>
                  <a:lnTo>
                    <a:pt x="523887" y="223520"/>
                  </a:lnTo>
                  <a:lnTo>
                    <a:pt x="477278" y="223520"/>
                  </a:lnTo>
                  <a:lnTo>
                    <a:pt x="477278" y="132080"/>
                  </a:lnTo>
                  <a:lnTo>
                    <a:pt x="477278" y="130860"/>
                  </a:lnTo>
                  <a:lnTo>
                    <a:pt x="494360" y="151015"/>
                  </a:lnTo>
                  <a:lnTo>
                    <a:pt x="507974" y="173469"/>
                  </a:lnTo>
                  <a:lnTo>
                    <a:pt x="517893" y="197789"/>
                  </a:lnTo>
                  <a:lnTo>
                    <a:pt x="523887" y="223520"/>
                  </a:lnTo>
                  <a:lnTo>
                    <a:pt x="523887" y="160655"/>
                  </a:lnTo>
                  <a:lnTo>
                    <a:pt x="511556" y="139915"/>
                  </a:lnTo>
                  <a:lnTo>
                    <a:pt x="503910" y="130860"/>
                  </a:lnTo>
                  <a:lnTo>
                    <a:pt x="491998" y="116738"/>
                  </a:lnTo>
                  <a:lnTo>
                    <a:pt x="527824" y="130644"/>
                  </a:lnTo>
                  <a:lnTo>
                    <a:pt x="556768" y="154546"/>
                  </a:lnTo>
                  <a:lnTo>
                    <a:pt x="576872" y="186232"/>
                  </a:lnTo>
                  <a:lnTo>
                    <a:pt x="586232" y="223520"/>
                  </a:lnTo>
                  <a:lnTo>
                    <a:pt x="586232" y="158153"/>
                  </a:lnTo>
                  <a:lnTo>
                    <a:pt x="581850" y="149682"/>
                  </a:lnTo>
                  <a:lnTo>
                    <a:pt x="551078" y="118884"/>
                  </a:lnTo>
                  <a:lnTo>
                    <a:pt x="546938" y="116738"/>
                  </a:lnTo>
                  <a:lnTo>
                    <a:pt x="546150" y="116332"/>
                  </a:lnTo>
                  <a:lnTo>
                    <a:pt x="512051" y="98691"/>
                  </a:lnTo>
                  <a:lnTo>
                    <a:pt x="467118" y="91440"/>
                  </a:lnTo>
                  <a:lnTo>
                    <a:pt x="456971" y="93078"/>
                  </a:lnTo>
                  <a:lnTo>
                    <a:pt x="456971" y="132080"/>
                  </a:lnTo>
                  <a:lnTo>
                    <a:pt x="456971" y="223520"/>
                  </a:lnTo>
                  <a:lnTo>
                    <a:pt x="456971" y="243840"/>
                  </a:lnTo>
                  <a:lnTo>
                    <a:pt x="456971" y="335292"/>
                  </a:lnTo>
                  <a:lnTo>
                    <a:pt x="444373" y="320065"/>
                  </a:lnTo>
                  <a:lnTo>
                    <a:pt x="444373" y="351142"/>
                  </a:lnTo>
                  <a:lnTo>
                    <a:pt x="407822" y="337566"/>
                  </a:lnTo>
                  <a:lnTo>
                    <a:pt x="378218" y="313651"/>
                  </a:lnTo>
                  <a:lnTo>
                    <a:pt x="357606" y="281660"/>
                  </a:lnTo>
                  <a:lnTo>
                    <a:pt x="348005" y="243840"/>
                  </a:lnTo>
                  <a:lnTo>
                    <a:pt x="391464" y="243840"/>
                  </a:lnTo>
                  <a:lnTo>
                    <a:pt x="397852" y="273697"/>
                  </a:lnTo>
                  <a:lnTo>
                    <a:pt x="408889" y="301675"/>
                  </a:lnTo>
                  <a:lnTo>
                    <a:pt x="408978" y="301904"/>
                  </a:lnTo>
                  <a:lnTo>
                    <a:pt x="424573" y="327901"/>
                  </a:lnTo>
                  <a:lnTo>
                    <a:pt x="444373" y="351142"/>
                  </a:lnTo>
                  <a:lnTo>
                    <a:pt x="444373" y="320065"/>
                  </a:lnTo>
                  <a:lnTo>
                    <a:pt x="440423" y="315290"/>
                  </a:lnTo>
                  <a:lnTo>
                    <a:pt x="427253" y="293103"/>
                  </a:lnTo>
                  <a:lnTo>
                    <a:pt x="417664" y="269151"/>
                  </a:lnTo>
                  <a:lnTo>
                    <a:pt x="411873" y="243840"/>
                  </a:lnTo>
                  <a:lnTo>
                    <a:pt x="456971" y="243840"/>
                  </a:lnTo>
                  <a:lnTo>
                    <a:pt x="456971" y="223520"/>
                  </a:lnTo>
                  <a:lnTo>
                    <a:pt x="411873" y="223520"/>
                  </a:lnTo>
                  <a:lnTo>
                    <a:pt x="417639" y="198208"/>
                  </a:lnTo>
                  <a:lnTo>
                    <a:pt x="427215" y="174244"/>
                  </a:lnTo>
                  <a:lnTo>
                    <a:pt x="440397" y="152057"/>
                  </a:lnTo>
                  <a:lnTo>
                    <a:pt x="456971" y="132080"/>
                  </a:lnTo>
                  <a:lnTo>
                    <a:pt x="456971" y="93078"/>
                  </a:lnTo>
                  <a:lnTo>
                    <a:pt x="444169" y="95148"/>
                  </a:lnTo>
                  <a:lnTo>
                    <a:pt x="444169" y="116332"/>
                  </a:lnTo>
                  <a:lnTo>
                    <a:pt x="424459" y="139573"/>
                  </a:lnTo>
                  <a:lnTo>
                    <a:pt x="408914" y="165544"/>
                  </a:lnTo>
                  <a:lnTo>
                    <a:pt x="397827" y="193713"/>
                  </a:lnTo>
                  <a:lnTo>
                    <a:pt x="391464" y="223520"/>
                  </a:lnTo>
                  <a:lnTo>
                    <a:pt x="348005" y="223520"/>
                  </a:lnTo>
                  <a:lnTo>
                    <a:pt x="357441" y="186232"/>
                  </a:lnTo>
                  <a:lnTo>
                    <a:pt x="378129" y="153797"/>
                  </a:lnTo>
                  <a:lnTo>
                    <a:pt x="444169" y="116332"/>
                  </a:lnTo>
                  <a:lnTo>
                    <a:pt x="444169" y="95148"/>
                  </a:lnTo>
                  <a:lnTo>
                    <a:pt x="383159" y="118884"/>
                  </a:lnTo>
                  <a:lnTo>
                    <a:pt x="352386" y="149682"/>
                  </a:lnTo>
                  <a:lnTo>
                    <a:pt x="332206" y="188722"/>
                  </a:lnTo>
                  <a:lnTo>
                    <a:pt x="324954" y="233680"/>
                  </a:lnTo>
                  <a:lnTo>
                    <a:pt x="332206" y="278638"/>
                  </a:lnTo>
                  <a:lnTo>
                    <a:pt x="352386" y="317690"/>
                  </a:lnTo>
                  <a:lnTo>
                    <a:pt x="383159" y="348488"/>
                  </a:lnTo>
                  <a:lnTo>
                    <a:pt x="422186" y="368681"/>
                  </a:lnTo>
                  <a:lnTo>
                    <a:pt x="467118" y="375932"/>
                  </a:lnTo>
                  <a:lnTo>
                    <a:pt x="512051" y="368681"/>
                  </a:lnTo>
                  <a:lnTo>
                    <a:pt x="545947" y="351142"/>
                  </a:lnTo>
                  <a:lnTo>
                    <a:pt x="546735" y="350735"/>
                  </a:lnTo>
                  <a:lnTo>
                    <a:pt x="551078" y="348488"/>
                  </a:lnTo>
                  <a:lnTo>
                    <a:pt x="581850" y="317690"/>
                  </a:lnTo>
                  <a:lnTo>
                    <a:pt x="602043" y="278638"/>
                  </a:lnTo>
                  <a:lnTo>
                    <a:pt x="607644" y="243840"/>
                  </a:lnTo>
                  <a:lnTo>
                    <a:pt x="609282" y="233680"/>
                  </a:lnTo>
                  <a:close/>
                </a:path>
                <a:path w="934720" h="569595">
                  <a:moveTo>
                    <a:pt x="812380" y="40640"/>
                  </a:moveTo>
                  <a:lnTo>
                    <a:pt x="809193" y="24815"/>
                  </a:lnTo>
                  <a:lnTo>
                    <a:pt x="800481" y="11899"/>
                  </a:lnTo>
                  <a:lnTo>
                    <a:pt x="787577" y="3187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659" y="3187"/>
                  </a:lnTo>
                  <a:lnTo>
                    <a:pt x="133756" y="11899"/>
                  </a:lnTo>
                  <a:lnTo>
                    <a:pt x="125044" y="24815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396" y="523443"/>
                  </a:lnTo>
                  <a:lnTo>
                    <a:pt x="524421" y="527989"/>
                  </a:lnTo>
                  <a:lnTo>
                    <a:pt x="411086" y="528675"/>
                  </a:lnTo>
                  <a:lnTo>
                    <a:pt x="406539" y="524700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187" y="544156"/>
                  </a:lnTo>
                  <a:lnTo>
                    <a:pt x="11899" y="557072"/>
                  </a:lnTo>
                  <a:lnTo>
                    <a:pt x="24803" y="565785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434" y="565785"/>
                  </a:lnTo>
                  <a:lnTo>
                    <a:pt x="922337" y="557072"/>
                  </a:lnTo>
                  <a:lnTo>
                    <a:pt x="931049" y="544156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227559" y="3335159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01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657" y="99707"/>
                  </a:lnTo>
                  <a:lnTo>
                    <a:pt x="180759" y="99580"/>
                  </a:lnTo>
                  <a:lnTo>
                    <a:pt x="211289" y="74930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885432" y="3398519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480822" y="0"/>
                  </a:moveTo>
                  <a:lnTo>
                    <a:pt x="480822" y="160400"/>
                  </a:lnTo>
                  <a:lnTo>
                    <a:pt x="0" y="160400"/>
                  </a:lnTo>
                  <a:lnTo>
                    <a:pt x="0" y="481202"/>
                  </a:lnTo>
                  <a:lnTo>
                    <a:pt x="480822" y="481202"/>
                  </a:lnTo>
                  <a:lnTo>
                    <a:pt x="480822" y="641603"/>
                  </a:lnTo>
                  <a:lnTo>
                    <a:pt x="801624" y="320801"/>
                  </a:lnTo>
                  <a:lnTo>
                    <a:pt x="48082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885432" y="3398519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0" y="160400"/>
                  </a:moveTo>
                  <a:lnTo>
                    <a:pt x="480822" y="160400"/>
                  </a:lnTo>
                  <a:lnTo>
                    <a:pt x="480822" y="0"/>
                  </a:lnTo>
                  <a:lnTo>
                    <a:pt x="801624" y="320801"/>
                  </a:lnTo>
                  <a:lnTo>
                    <a:pt x="480822" y="641603"/>
                  </a:lnTo>
                  <a:lnTo>
                    <a:pt x="480822" y="481202"/>
                  </a:lnTo>
                  <a:lnTo>
                    <a:pt x="0" y="481202"/>
                  </a:lnTo>
                  <a:lnTo>
                    <a:pt x="0" y="16040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4" name="object 14"/>
          <p:cNvSpPr/>
          <p:nvPr/>
        </p:nvSpPr>
        <p:spPr>
          <a:xfrm>
            <a:off x="6956147" y="1772522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269955" y="3220072"/>
            <a:ext cx="915035" cy="619125"/>
            <a:chOff x="10269955" y="3220072"/>
            <a:chExt cx="915035" cy="619125"/>
          </a:xfrm>
        </p:grpSpPr>
        <p:sp>
          <p:nvSpPr>
            <p:cNvPr id="16" name="object 16"/>
            <p:cNvSpPr/>
            <p:nvPr/>
          </p:nvSpPr>
          <p:spPr>
            <a:xfrm>
              <a:off x="10269955" y="3220072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32912" y="4247"/>
                  </a:lnTo>
                  <a:lnTo>
                    <a:pt x="15804" y="15813"/>
                  </a:lnTo>
                  <a:lnTo>
                    <a:pt x="4245" y="32930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10560614" y="3359753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7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8" name="object 18"/>
          <p:cNvSpPr/>
          <p:nvPr/>
        </p:nvSpPr>
        <p:spPr>
          <a:xfrm>
            <a:off x="10108545" y="3892986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53803" y="80749"/>
                </a:lnTo>
                <a:lnTo>
                  <a:pt x="1183677" y="80749"/>
                </a:lnTo>
                <a:lnTo>
                  <a:pt x="1204568" y="76501"/>
                </a:lnTo>
                <a:lnTo>
                  <a:pt x="1221676" y="64936"/>
                </a:lnTo>
                <a:lnTo>
                  <a:pt x="1233235" y="47818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009943" y="3102447"/>
            <a:ext cx="616585" cy="455295"/>
          </a:xfrm>
          <a:custGeom>
            <a:avLst/>
            <a:gdLst/>
            <a:ahLst/>
            <a:cxnLst/>
            <a:rect l="l" t="t" r="r" b="b"/>
            <a:pathLst>
              <a:path w="616584" h="455295">
                <a:moveTo>
                  <a:pt x="396116" y="0"/>
                </a:moveTo>
                <a:lnTo>
                  <a:pt x="396116" y="107951"/>
                </a:lnTo>
                <a:lnTo>
                  <a:pt x="191495" y="163468"/>
                </a:lnTo>
                <a:lnTo>
                  <a:pt x="71189" y="282600"/>
                </a:lnTo>
                <a:lnTo>
                  <a:pt x="14317" y="401153"/>
                </a:lnTo>
                <a:lnTo>
                  <a:pt x="0" y="454936"/>
                </a:lnTo>
                <a:lnTo>
                  <a:pt x="23854" y="426346"/>
                </a:lnTo>
                <a:lnTo>
                  <a:pt x="96620" y="363274"/>
                </a:lnTo>
                <a:lnTo>
                  <a:pt x="220106" y="299768"/>
                </a:lnTo>
                <a:lnTo>
                  <a:pt x="396116" y="269877"/>
                </a:lnTo>
                <a:lnTo>
                  <a:pt x="396116" y="370117"/>
                </a:lnTo>
                <a:lnTo>
                  <a:pt x="616523" y="185058"/>
                </a:lnTo>
                <a:lnTo>
                  <a:pt x="3961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007480" y="3736768"/>
            <a:ext cx="616585" cy="455930"/>
          </a:xfrm>
          <a:custGeom>
            <a:avLst/>
            <a:gdLst/>
            <a:ahLst/>
            <a:cxnLst/>
            <a:rect l="l" t="t" r="r" b="b"/>
            <a:pathLst>
              <a:path w="616584" h="455929">
                <a:moveTo>
                  <a:pt x="220407" y="455864"/>
                </a:moveTo>
                <a:lnTo>
                  <a:pt x="220407" y="347693"/>
                </a:lnTo>
                <a:lnTo>
                  <a:pt x="425028" y="292062"/>
                </a:lnTo>
                <a:lnTo>
                  <a:pt x="545334" y="172687"/>
                </a:lnTo>
                <a:lnTo>
                  <a:pt x="602206" y="53892"/>
                </a:lnTo>
                <a:lnTo>
                  <a:pt x="616523" y="0"/>
                </a:lnTo>
                <a:lnTo>
                  <a:pt x="592669" y="28648"/>
                </a:lnTo>
                <a:lnTo>
                  <a:pt x="519902" y="91849"/>
                </a:lnTo>
                <a:lnTo>
                  <a:pt x="396417" y="155484"/>
                </a:lnTo>
                <a:lnTo>
                  <a:pt x="220407" y="185436"/>
                </a:lnTo>
                <a:lnTo>
                  <a:pt x="220407" y="84991"/>
                </a:lnTo>
                <a:lnTo>
                  <a:pt x="0" y="270428"/>
                </a:lnTo>
                <a:lnTo>
                  <a:pt x="220407" y="4558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54795" y="2686811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44170" marR="0" lvl="0" indent="0" defTabSz="91440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Key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54795" y="4280915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344170" marR="0" lvl="0" indent="0" defTabSz="914400" eaLnBrk="1" fontAlgn="auto" latinLnBrk="0" hangingPunct="1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Key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39713"/>
            <a:ext cx="983932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7.</a:t>
            </a:r>
            <a:r>
              <a:rPr spc="-204" dirty="0"/>
              <a:t> </a:t>
            </a:r>
            <a:r>
              <a:rPr spc="-45" dirty="0"/>
              <a:t>Sending</a:t>
            </a:r>
            <a:r>
              <a:rPr spc="-195" dirty="0"/>
              <a:t> </a:t>
            </a:r>
            <a:r>
              <a:rPr spc="-50" dirty="0"/>
              <a:t>Data</a:t>
            </a:r>
            <a:r>
              <a:rPr spc="-200" dirty="0"/>
              <a:t> </a:t>
            </a:r>
            <a:r>
              <a:rPr spc="-35" dirty="0"/>
              <a:t>Over</a:t>
            </a:r>
            <a:r>
              <a:rPr spc="-215" dirty="0"/>
              <a:t> </a:t>
            </a:r>
            <a:r>
              <a:rPr spc="-25" dirty="0"/>
              <a:t>Bluetooth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12700" y="1661616"/>
            <a:ext cx="6062345" cy="25031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04139" marR="5080" lvl="0" indent="0" defTabSz="914400" eaLnBrk="1" fontAlgn="auto" latinLnBrk="0" hangingPunct="1">
              <a:lnSpc>
                <a:spcPct val="8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Sending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over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not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very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hard,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but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we’ve developed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custom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helper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script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make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easier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956944" lvl="0" indent="0" defTabSz="914400" eaLnBrk="1" fontAlgn="auto" latinLnBrk="0" hangingPunct="1">
              <a:lnSpc>
                <a:spcPct val="80000"/>
              </a:lnSpc>
              <a:spcBef>
                <a:spcPts val="13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~/Training_Scripts/2CHVBT_Helper.py</a:t>
            </a:r>
            <a:r>
              <a:rPr kumimoji="0" sz="2400" b="0" i="0" u="none" strike="noStrike" kern="0" cap="none" spc="114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(or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something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like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that)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04139" marR="549910" lvl="0" indent="0" defTabSz="914400" eaLnBrk="1" fontAlgn="auto" latinLnBrk="0" hangingPunct="1">
              <a:lnSpc>
                <a:spcPts val="2300"/>
              </a:lnSpc>
              <a:spcBef>
                <a:spcPts val="13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Find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first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key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hidden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data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can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read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–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following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clues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we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left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4713173"/>
            <a:ext cx="5975350" cy="9772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Bef>
                <a:spcPts val="6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Once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you’ve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found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it,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follow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steps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in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your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Lab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Manual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use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helper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script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find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the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second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cs typeface="Calibri"/>
              </a:rPr>
              <a:t>key!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227569" y="2364498"/>
            <a:ext cx="2310130" cy="1743075"/>
            <a:chOff x="6227569" y="2364498"/>
            <a:chExt cx="2310130" cy="1743075"/>
          </a:xfrm>
        </p:grpSpPr>
        <p:sp>
          <p:nvSpPr>
            <p:cNvPr id="6" name="object 6"/>
            <p:cNvSpPr/>
            <p:nvPr/>
          </p:nvSpPr>
          <p:spPr>
            <a:xfrm>
              <a:off x="7894320" y="2798063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180594" y="0"/>
                  </a:moveTo>
                  <a:lnTo>
                    <a:pt x="0" y="180594"/>
                  </a:lnTo>
                  <a:lnTo>
                    <a:pt x="90297" y="180594"/>
                  </a:lnTo>
                  <a:lnTo>
                    <a:pt x="90297" y="679703"/>
                  </a:lnTo>
                  <a:lnTo>
                    <a:pt x="270890" y="679703"/>
                  </a:lnTo>
                  <a:lnTo>
                    <a:pt x="270890" y="180594"/>
                  </a:lnTo>
                  <a:lnTo>
                    <a:pt x="361187" y="180594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7894320" y="2798063"/>
              <a:ext cx="361315" cy="680085"/>
            </a:xfrm>
            <a:custGeom>
              <a:avLst/>
              <a:gdLst/>
              <a:ahLst/>
              <a:cxnLst/>
              <a:rect l="l" t="t" r="r" b="b"/>
              <a:pathLst>
                <a:path w="361315" h="680085">
                  <a:moveTo>
                    <a:pt x="90297" y="679703"/>
                  </a:moveTo>
                  <a:lnTo>
                    <a:pt x="90297" y="180594"/>
                  </a:lnTo>
                  <a:lnTo>
                    <a:pt x="0" y="180594"/>
                  </a:lnTo>
                  <a:lnTo>
                    <a:pt x="180594" y="0"/>
                  </a:lnTo>
                  <a:lnTo>
                    <a:pt x="361187" y="180594"/>
                  </a:lnTo>
                  <a:lnTo>
                    <a:pt x="270890" y="180594"/>
                  </a:lnTo>
                  <a:lnTo>
                    <a:pt x="270890" y="679703"/>
                  </a:lnTo>
                  <a:lnTo>
                    <a:pt x="90297" y="679703"/>
                  </a:lnTo>
                  <a:close/>
                </a:path>
              </a:pathLst>
            </a:custGeom>
            <a:ln w="12699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856944" y="2364511"/>
              <a:ext cx="427355" cy="427355"/>
            </a:xfrm>
            <a:custGeom>
              <a:avLst/>
              <a:gdLst/>
              <a:ahLst/>
              <a:cxnLst/>
              <a:rect l="l" t="t" r="r" b="b"/>
              <a:pathLst>
                <a:path w="427354" h="427355">
                  <a:moveTo>
                    <a:pt x="39344" y="314833"/>
                  </a:moveTo>
                  <a:lnTo>
                    <a:pt x="0" y="314833"/>
                  </a:lnTo>
                  <a:lnTo>
                    <a:pt x="0" y="337324"/>
                  </a:lnTo>
                  <a:lnTo>
                    <a:pt x="39344" y="337324"/>
                  </a:lnTo>
                  <a:lnTo>
                    <a:pt x="39344" y="314833"/>
                  </a:lnTo>
                  <a:close/>
                </a:path>
                <a:path w="427354" h="427355">
                  <a:moveTo>
                    <a:pt x="39344" y="269862"/>
                  </a:moveTo>
                  <a:lnTo>
                    <a:pt x="0" y="269862"/>
                  </a:lnTo>
                  <a:lnTo>
                    <a:pt x="0" y="292341"/>
                  </a:lnTo>
                  <a:lnTo>
                    <a:pt x="39344" y="292341"/>
                  </a:lnTo>
                  <a:lnTo>
                    <a:pt x="39344" y="269862"/>
                  </a:lnTo>
                  <a:close/>
                </a:path>
                <a:path w="427354" h="427355">
                  <a:moveTo>
                    <a:pt x="39344" y="224878"/>
                  </a:moveTo>
                  <a:lnTo>
                    <a:pt x="0" y="224878"/>
                  </a:lnTo>
                  <a:lnTo>
                    <a:pt x="0" y="247370"/>
                  </a:lnTo>
                  <a:lnTo>
                    <a:pt x="39344" y="247370"/>
                  </a:lnTo>
                  <a:lnTo>
                    <a:pt x="39344" y="224878"/>
                  </a:lnTo>
                  <a:close/>
                </a:path>
                <a:path w="427354" h="427355">
                  <a:moveTo>
                    <a:pt x="39344" y="179908"/>
                  </a:moveTo>
                  <a:lnTo>
                    <a:pt x="0" y="179908"/>
                  </a:lnTo>
                  <a:lnTo>
                    <a:pt x="0" y="202387"/>
                  </a:lnTo>
                  <a:lnTo>
                    <a:pt x="39344" y="202387"/>
                  </a:lnTo>
                  <a:lnTo>
                    <a:pt x="39344" y="179908"/>
                  </a:lnTo>
                  <a:close/>
                </a:path>
                <a:path w="427354" h="427355">
                  <a:moveTo>
                    <a:pt x="39344" y="134924"/>
                  </a:moveTo>
                  <a:lnTo>
                    <a:pt x="0" y="134924"/>
                  </a:lnTo>
                  <a:lnTo>
                    <a:pt x="0" y="157416"/>
                  </a:lnTo>
                  <a:lnTo>
                    <a:pt x="39344" y="157416"/>
                  </a:lnTo>
                  <a:lnTo>
                    <a:pt x="39344" y="134924"/>
                  </a:lnTo>
                  <a:close/>
                </a:path>
                <a:path w="427354" h="427355">
                  <a:moveTo>
                    <a:pt x="39344" y="89954"/>
                  </a:moveTo>
                  <a:lnTo>
                    <a:pt x="0" y="89954"/>
                  </a:lnTo>
                  <a:lnTo>
                    <a:pt x="0" y="112433"/>
                  </a:lnTo>
                  <a:lnTo>
                    <a:pt x="39344" y="112433"/>
                  </a:lnTo>
                  <a:lnTo>
                    <a:pt x="39344" y="89954"/>
                  </a:lnTo>
                  <a:close/>
                </a:path>
                <a:path w="427354" h="427355">
                  <a:moveTo>
                    <a:pt x="112382" y="387921"/>
                  </a:moveTo>
                  <a:lnTo>
                    <a:pt x="89916" y="387921"/>
                  </a:lnTo>
                  <a:lnTo>
                    <a:pt x="89916" y="427278"/>
                  </a:lnTo>
                  <a:lnTo>
                    <a:pt x="112382" y="427278"/>
                  </a:lnTo>
                  <a:lnTo>
                    <a:pt x="112382" y="387921"/>
                  </a:lnTo>
                  <a:close/>
                </a:path>
                <a:path w="427354" h="427355">
                  <a:moveTo>
                    <a:pt x="112382" y="0"/>
                  </a:moveTo>
                  <a:lnTo>
                    <a:pt x="89916" y="0"/>
                  </a:lnTo>
                  <a:lnTo>
                    <a:pt x="89916" y="39344"/>
                  </a:lnTo>
                  <a:lnTo>
                    <a:pt x="112382" y="39344"/>
                  </a:lnTo>
                  <a:lnTo>
                    <a:pt x="112382" y="0"/>
                  </a:lnTo>
                  <a:close/>
                </a:path>
                <a:path w="427354" h="427355">
                  <a:moveTo>
                    <a:pt x="157340" y="387921"/>
                  </a:moveTo>
                  <a:lnTo>
                    <a:pt x="134861" y="387921"/>
                  </a:lnTo>
                  <a:lnTo>
                    <a:pt x="134861" y="427278"/>
                  </a:lnTo>
                  <a:lnTo>
                    <a:pt x="157340" y="427278"/>
                  </a:lnTo>
                  <a:lnTo>
                    <a:pt x="157340" y="387921"/>
                  </a:lnTo>
                  <a:close/>
                </a:path>
                <a:path w="427354" h="427355">
                  <a:moveTo>
                    <a:pt x="157340" y="0"/>
                  </a:moveTo>
                  <a:lnTo>
                    <a:pt x="134861" y="0"/>
                  </a:lnTo>
                  <a:lnTo>
                    <a:pt x="134861" y="39344"/>
                  </a:lnTo>
                  <a:lnTo>
                    <a:pt x="157340" y="39344"/>
                  </a:lnTo>
                  <a:lnTo>
                    <a:pt x="157340" y="0"/>
                  </a:lnTo>
                  <a:close/>
                </a:path>
                <a:path w="427354" h="427355">
                  <a:moveTo>
                    <a:pt x="202285" y="387921"/>
                  </a:moveTo>
                  <a:lnTo>
                    <a:pt x="179819" y="387921"/>
                  </a:lnTo>
                  <a:lnTo>
                    <a:pt x="179819" y="427278"/>
                  </a:lnTo>
                  <a:lnTo>
                    <a:pt x="202285" y="427278"/>
                  </a:lnTo>
                  <a:lnTo>
                    <a:pt x="202285" y="387921"/>
                  </a:lnTo>
                  <a:close/>
                </a:path>
                <a:path w="427354" h="427355">
                  <a:moveTo>
                    <a:pt x="202285" y="0"/>
                  </a:moveTo>
                  <a:lnTo>
                    <a:pt x="179819" y="0"/>
                  </a:lnTo>
                  <a:lnTo>
                    <a:pt x="179819" y="39344"/>
                  </a:lnTo>
                  <a:lnTo>
                    <a:pt x="202285" y="39344"/>
                  </a:lnTo>
                  <a:lnTo>
                    <a:pt x="202285" y="0"/>
                  </a:lnTo>
                  <a:close/>
                </a:path>
                <a:path w="427354" h="427355">
                  <a:moveTo>
                    <a:pt x="247243" y="387921"/>
                  </a:moveTo>
                  <a:lnTo>
                    <a:pt x="224764" y="387921"/>
                  </a:lnTo>
                  <a:lnTo>
                    <a:pt x="224764" y="427278"/>
                  </a:lnTo>
                  <a:lnTo>
                    <a:pt x="247243" y="427278"/>
                  </a:lnTo>
                  <a:lnTo>
                    <a:pt x="247243" y="387921"/>
                  </a:lnTo>
                  <a:close/>
                </a:path>
                <a:path w="427354" h="427355">
                  <a:moveTo>
                    <a:pt x="247243" y="0"/>
                  </a:moveTo>
                  <a:lnTo>
                    <a:pt x="224764" y="0"/>
                  </a:lnTo>
                  <a:lnTo>
                    <a:pt x="224764" y="39344"/>
                  </a:lnTo>
                  <a:lnTo>
                    <a:pt x="247243" y="39344"/>
                  </a:lnTo>
                  <a:lnTo>
                    <a:pt x="247243" y="0"/>
                  </a:lnTo>
                  <a:close/>
                </a:path>
                <a:path w="427354" h="427355">
                  <a:moveTo>
                    <a:pt x="292201" y="387921"/>
                  </a:moveTo>
                  <a:lnTo>
                    <a:pt x="269722" y="387921"/>
                  </a:lnTo>
                  <a:lnTo>
                    <a:pt x="269722" y="427278"/>
                  </a:lnTo>
                  <a:lnTo>
                    <a:pt x="292201" y="427278"/>
                  </a:lnTo>
                  <a:lnTo>
                    <a:pt x="292201" y="387921"/>
                  </a:lnTo>
                  <a:close/>
                </a:path>
                <a:path w="427354" h="427355">
                  <a:moveTo>
                    <a:pt x="292201" y="0"/>
                  </a:moveTo>
                  <a:lnTo>
                    <a:pt x="269722" y="0"/>
                  </a:lnTo>
                  <a:lnTo>
                    <a:pt x="269722" y="39344"/>
                  </a:lnTo>
                  <a:lnTo>
                    <a:pt x="292201" y="39344"/>
                  </a:lnTo>
                  <a:lnTo>
                    <a:pt x="292201" y="0"/>
                  </a:lnTo>
                  <a:close/>
                </a:path>
                <a:path w="427354" h="427355">
                  <a:moveTo>
                    <a:pt x="337146" y="387921"/>
                  </a:moveTo>
                  <a:lnTo>
                    <a:pt x="314667" y="387921"/>
                  </a:lnTo>
                  <a:lnTo>
                    <a:pt x="314667" y="427278"/>
                  </a:lnTo>
                  <a:lnTo>
                    <a:pt x="337146" y="427278"/>
                  </a:lnTo>
                  <a:lnTo>
                    <a:pt x="337146" y="387921"/>
                  </a:lnTo>
                  <a:close/>
                </a:path>
                <a:path w="427354" h="427355">
                  <a:moveTo>
                    <a:pt x="337146" y="0"/>
                  </a:moveTo>
                  <a:lnTo>
                    <a:pt x="314667" y="0"/>
                  </a:lnTo>
                  <a:lnTo>
                    <a:pt x="314667" y="39344"/>
                  </a:lnTo>
                  <a:lnTo>
                    <a:pt x="337146" y="39344"/>
                  </a:lnTo>
                  <a:lnTo>
                    <a:pt x="337146" y="0"/>
                  </a:lnTo>
                  <a:close/>
                </a:path>
                <a:path w="427354" h="427355">
                  <a:moveTo>
                    <a:pt x="365239" y="84328"/>
                  </a:moveTo>
                  <a:lnTo>
                    <a:pt x="363474" y="75577"/>
                  </a:lnTo>
                  <a:lnTo>
                    <a:pt x="358660" y="68427"/>
                  </a:lnTo>
                  <a:lnTo>
                    <a:pt x="351523" y="63601"/>
                  </a:lnTo>
                  <a:lnTo>
                    <a:pt x="342773" y="61836"/>
                  </a:lnTo>
                  <a:lnTo>
                    <a:pt x="309054" y="61836"/>
                  </a:lnTo>
                  <a:lnTo>
                    <a:pt x="309054" y="118059"/>
                  </a:lnTo>
                  <a:lnTo>
                    <a:pt x="309054" y="309219"/>
                  </a:lnTo>
                  <a:lnTo>
                    <a:pt x="118008" y="309219"/>
                  </a:lnTo>
                  <a:lnTo>
                    <a:pt x="118008" y="118059"/>
                  </a:lnTo>
                  <a:lnTo>
                    <a:pt x="309054" y="118059"/>
                  </a:lnTo>
                  <a:lnTo>
                    <a:pt x="309054" y="61836"/>
                  </a:lnTo>
                  <a:lnTo>
                    <a:pt x="84289" y="61836"/>
                  </a:lnTo>
                  <a:lnTo>
                    <a:pt x="75539" y="63601"/>
                  </a:lnTo>
                  <a:lnTo>
                    <a:pt x="68402" y="68427"/>
                  </a:lnTo>
                  <a:lnTo>
                    <a:pt x="63576" y="75577"/>
                  </a:lnTo>
                  <a:lnTo>
                    <a:pt x="61810" y="84328"/>
                  </a:lnTo>
                  <a:lnTo>
                    <a:pt x="61810" y="342950"/>
                  </a:lnTo>
                  <a:lnTo>
                    <a:pt x="63576" y="351701"/>
                  </a:lnTo>
                  <a:lnTo>
                    <a:pt x="68402" y="358851"/>
                  </a:lnTo>
                  <a:lnTo>
                    <a:pt x="75539" y="363664"/>
                  </a:lnTo>
                  <a:lnTo>
                    <a:pt x="84289" y="365429"/>
                  </a:lnTo>
                  <a:lnTo>
                    <a:pt x="342773" y="365429"/>
                  </a:lnTo>
                  <a:lnTo>
                    <a:pt x="351523" y="363664"/>
                  </a:lnTo>
                  <a:lnTo>
                    <a:pt x="358660" y="358851"/>
                  </a:lnTo>
                  <a:lnTo>
                    <a:pt x="363474" y="351701"/>
                  </a:lnTo>
                  <a:lnTo>
                    <a:pt x="365239" y="342950"/>
                  </a:lnTo>
                  <a:lnTo>
                    <a:pt x="365239" y="309219"/>
                  </a:lnTo>
                  <a:lnTo>
                    <a:pt x="365239" y="118059"/>
                  </a:lnTo>
                  <a:lnTo>
                    <a:pt x="365239" y="84328"/>
                  </a:lnTo>
                  <a:close/>
                </a:path>
                <a:path w="427354" h="427355">
                  <a:moveTo>
                    <a:pt x="427050" y="314833"/>
                  </a:moveTo>
                  <a:lnTo>
                    <a:pt x="387718" y="314833"/>
                  </a:lnTo>
                  <a:lnTo>
                    <a:pt x="387718" y="337324"/>
                  </a:lnTo>
                  <a:lnTo>
                    <a:pt x="427050" y="337324"/>
                  </a:lnTo>
                  <a:lnTo>
                    <a:pt x="427050" y="314833"/>
                  </a:lnTo>
                  <a:close/>
                </a:path>
                <a:path w="427354" h="427355">
                  <a:moveTo>
                    <a:pt x="427050" y="269862"/>
                  </a:moveTo>
                  <a:lnTo>
                    <a:pt x="387718" y="269862"/>
                  </a:lnTo>
                  <a:lnTo>
                    <a:pt x="387718" y="292341"/>
                  </a:lnTo>
                  <a:lnTo>
                    <a:pt x="427050" y="292341"/>
                  </a:lnTo>
                  <a:lnTo>
                    <a:pt x="427050" y="269862"/>
                  </a:lnTo>
                  <a:close/>
                </a:path>
                <a:path w="427354" h="427355">
                  <a:moveTo>
                    <a:pt x="427050" y="224878"/>
                  </a:moveTo>
                  <a:lnTo>
                    <a:pt x="387718" y="224878"/>
                  </a:lnTo>
                  <a:lnTo>
                    <a:pt x="387718" y="247370"/>
                  </a:lnTo>
                  <a:lnTo>
                    <a:pt x="427050" y="247370"/>
                  </a:lnTo>
                  <a:lnTo>
                    <a:pt x="427050" y="224878"/>
                  </a:lnTo>
                  <a:close/>
                </a:path>
                <a:path w="427354" h="427355">
                  <a:moveTo>
                    <a:pt x="427050" y="179908"/>
                  </a:moveTo>
                  <a:lnTo>
                    <a:pt x="387718" y="179908"/>
                  </a:lnTo>
                  <a:lnTo>
                    <a:pt x="387718" y="202387"/>
                  </a:lnTo>
                  <a:lnTo>
                    <a:pt x="427050" y="202387"/>
                  </a:lnTo>
                  <a:lnTo>
                    <a:pt x="427050" y="179908"/>
                  </a:lnTo>
                  <a:close/>
                </a:path>
                <a:path w="427354" h="427355">
                  <a:moveTo>
                    <a:pt x="427050" y="134924"/>
                  </a:moveTo>
                  <a:lnTo>
                    <a:pt x="387718" y="134924"/>
                  </a:lnTo>
                  <a:lnTo>
                    <a:pt x="387718" y="157416"/>
                  </a:lnTo>
                  <a:lnTo>
                    <a:pt x="427050" y="157416"/>
                  </a:lnTo>
                  <a:lnTo>
                    <a:pt x="427050" y="134924"/>
                  </a:lnTo>
                  <a:close/>
                </a:path>
                <a:path w="427354" h="427355">
                  <a:moveTo>
                    <a:pt x="427050" y="89954"/>
                  </a:moveTo>
                  <a:lnTo>
                    <a:pt x="387718" y="89954"/>
                  </a:lnTo>
                  <a:lnTo>
                    <a:pt x="387718" y="112433"/>
                  </a:lnTo>
                  <a:lnTo>
                    <a:pt x="427050" y="112433"/>
                  </a:lnTo>
                  <a:lnTo>
                    <a:pt x="427050" y="8995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603299" y="3436772"/>
              <a:ext cx="934719" cy="569595"/>
            </a:xfrm>
            <a:custGeom>
              <a:avLst/>
              <a:gdLst/>
              <a:ahLst/>
              <a:cxnLst/>
              <a:rect l="l" t="t" r="r" b="b"/>
              <a:pathLst>
                <a:path w="934720" h="569595">
                  <a:moveTo>
                    <a:pt x="609282" y="233680"/>
                  </a:moveTo>
                  <a:lnTo>
                    <a:pt x="607644" y="223520"/>
                  </a:lnTo>
                  <a:lnTo>
                    <a:pt x="602043" y="188722"/>
                  </a:lnTo>
                  <a:lnTo>
                    <a:pt x="586232" y="158153"/>
                  </a:lnTo>
                  <a:lnTo>
                    <a:pt x="586232" y="223520"/>
                  </a:lnTo>
                  <a:lnTo>
                    <a:pt x="586232" y="243840"/>
                  </a:lnTo>
                  <a:lnTo>
                    <a:pt x="576859" y="281216"/>
                  </a:lnTo>
                  <a:lnTo>
                    <a:pt x="556666" y="312966"/>
                  </a:lnTo>
                  <a:lnTo>
                    <a:pt x="527634" y="336867"/>
                  </a:lnTo>
                  <a:lnTo>
                    <a:pt x="491693" y="350735"/>
                  </a:lnTo>
                  <a:lnTo>
                    <a:pt x="503885" y="336410"/>
                  </a:lnTo>
                  <a:lnTo>
                    <a:pt x="511390" y="327583"/>
                  </a:lnTo>
                  <a:lnTo>
                    <a:pt x="526910" y="301675"/>
                  </a:lnTo>
                  <a:lnTo>
                    <a:pt x="537921" y="273697"/>
                  </a:lnTo>
                  <a:lnTo>
                    <a:pt x="538835" y="269557"/>
                  </a:lnTo>
                  <a:lnTo>
                    <a:pt x="544296" y="243840"/>
                  </a:lnTo>
                  <a:lnTo>
                    <a:pt x="586232" y="243840"/>
                  </a:lnTo>
                  <a:lnTo>
                    <a:pt x="586232" y="223520"/>
                  </a:lnTo>
                  <a:lnTo>
                    <a:pt x="544296" y="223520"/>
                  </a:lnTo>
                  <a:lnTo>
                    <a:pt x="537972" y="193852"/>
                  </a:lnTo>
                  <a:lnTo>
                    <a:pt x="526961" y="165811"/>
                  </a:lnTo>
                  <a:lnTo>
                    <a:pt x="523887" y="160655"/>
                  </a:lnTo>
                  <a:lnTo>
                    <a:pt x="523887" y="223520"/>
                  </a:lnTo>
                  <a:lnTo>
                    <a:pt x="523887" y="243840"/>
                  </a:lnTo>
                  <a:lnTo>
                    <a:pt x="517969" y="269151"/>
                  </a:lnTo>
                  <a:lnTo>
                    <a:pt x="517880" y="269557"/>
                  </a:lnTo>
                  <a:lnTo>
                    <a:pt x="507961" y="293839"/>
                  </a:lnTo>
                  <a:lnTo>
                    <a:pt x="494347" y="316268"/>
                  </a:lnTo>
                  <a:lnTo>
                    <a:pt x="477278" y="336410"/>
                  </a:lnTo>
                  <a:lnTo>
                    <a:pt x="477278" y="335292"/>
                  </a:lnTo>
                  <a:lnTo>
                    <a:pt x="477278" y="243840"/>
                  </a:lnTo>
                  <a:lnTo>
                    <a:pt x="523887" y="243840"/>
                  </a:lnTo>
                  <a:lnTo>
                    <a:pt x="523887" y="223520"/>
                  </a:lnTo>
                  <a:lnTo>
                    <a:pt x="477278" y="223520"/>
                  </a:lnTo>
                  <a:lnTo>
                    <a:pt x="477278" y="132080"/>
                  </a:lnTo>
                  <a:lnTo>
                    <a:pt x="477278" y="130860"/>
                  </a:lnTo>
                  <a:lnTo>
                    <a:pt x="494360" y="151015"/>
                  </a:lnTo>
                  <a:lnTo>
                    <a:pt x="507974" y="173469"/>
                  </a:lnTo>
                  <a:lnTo>
                    <a:pt x="517893" y="197789"/>
                  </a:lnTo>
                  <a:lnTo>
                    <a:pt x="523887" y="223520"/>
                  </a:lnTo>
                  <a:lnTo>
                    <a:pt x="523887" y="160655"/>
                  </a:lnTo>
                  <a:lnTo>
                    <a:pt x="511556" y="139915"/>
                  </a:lnTo>
                  <a:lnTo>
                    <a:pt x="503910" y="130860"/>
                  </a:lnTo>
                  <a:lnTo>
                    <a:pt x="491998" y="116738"/>
                  </a:lnTo>
                  <a:lnTo>
                    <a:pt x="527824" y="130644"/>
                  </a:lnTo>
                  <a:lnTo>
                    <a:pt x="556768" y="154546"/>
                  </a:lnTo>
                  <a:lnTo>
                    <a:pt x="576872" y="186232"/>
                  </a:lnTo>
                  <a:lnTo>
                    <a:pt x="586232" y="223520"/>
                  </a:lnTo>
                  <a:lnTo>
                    <a:pt x="586232" y="158153"/>
                  </a:lnTo>
                  <a:lnTo>
                    <a:pt x="581850" y="149682"/>
                  </a:lnTo>
                  <a:lnTo>
                    <a:pt x="551078" y="118884"/>
                  </a:lnTo>
                  <a:lnTo>
                    <a:pt x="546938" y="116738"/>
                  </a:lnTo>
                  <a:lnTo>
                    <a:pt x="546150" y="116332"/>
                  </a:lnTo>
                  <a:lnTo>
                    <a:pt x="512051" y="98691"/>
                  </a:lnTo>
                  <a:lnTo>
                    <a:pt x="467118" y="91440"/>
                  </a:lnTo>
                  <a:lnTo>
                    <a:pt x="456971" y="93078"/>
                  </a:lnTo>
                  <a:lnTo>
                    <a:pt x="456971" y="132080"/>
                  </a:lnTo>
                  <a:lnTo>
                    <a:pt x="456971" y="223520"/>
                  </a:lnTo>
                  <a:lnTo>
                    <a:pt x="456971" y="243840"/>
                  </a:lnTo>
                  <a:lnTo>
                    <a:pt x="456971" y="335292"/>
                  </a:lnTo>
                  <a:lnTo>
                    <a:pt x="444373" y="320065"/>
                  </a:lnTo>
                  <a:lnTo>
                    <a:pt x="444373" y="351142"/>
                  </a:lnTo>
                  <a:lnTo>
                    <a:pt x="407822" y="337566"/>
                  </a:lnTo>
                  <a:lnTo>
                    <a:pt x="378218" y="313651"/>
                  </a:lnTo>
                  <a:lnTo>
                    <a:pt x="357606" y="281660"/>
                  </a:lnTo>
                  <a:lnTo>
                    <a:pt x="348005" y="243840"/>
                  </a:lnTo>
                  <a:lnTo>
                    <a:pt x="391464" y="243840"/>
                  </a:lnTo>
                  <a:lnTo>
                    <a:pt x="397852" y="273697"/>
                  </a:lnTo>
                  <a:lnTo>
                    <a:pt x="408889" y="301675"/>
                  </a:lnTo>
                  <a:lnTo>
                    <a:pt x="408978" y="301904"/>
                  </a:lnTo>
                  <a:lnTo>
                    <a:pt x="424573" y="327901"/>
                  </a:lnTo>
                  <a:lnTo>
                    <a:pt x="444373" y="351142"/>
                  </a:lnTo>
                  <a:lnTo>
                    <a:pt x="444373" y="320065"/>
                  </a:lnTo>
                  <a:lnTo>
                    <a:pt x="440423" y="315290"/>
                  </a:lnTo>
                  <a:lnTo>
                    <a:pt x="427253" y="293103"/>
                  </a:lnTo>
                  <a:lnTo>
                    <a:pt x="417664" y="269151"/>
                  </a:lnTo>
                  <a:lnTo>
                    <a:pt x="411873" y="243840"/>
                  </a:lnTo>
                  <a:lnTo>
                    <a:pt x="456971" y="243840"/>
                  </a:lnTo>
                  <a:lnTo>
                    <a:pt x="456971" y="223520"/>
                  </a:lnTo>
                  <a:lnTo>
                    <a:pt x="411873" y="223520"/>
                  </a:lnTo>
                  <a:lnTo>
                    <a:pt x="417639" y="198208"/>
                  </a:lnTo>
                  <a:lnTo>
                    <a:pt x="427215" y="174244"/>
                  </a:lnTo>
                  <a:lnTo>
                    <a:pt x="440397" y="152057"/>
                  </a:lnTo>
                  <a:lnTo>
                    <a:pt x="456971" y="132080"/>
                  </a:lnTo>
                  <a:lnTo>
                    <a:pt x="456971" y="93078"/>
                  </a:lnTo>
                  <a:lnTo>
                    <a:pt x="444169" y="95148"/>
                  </a:lnTo>
                  <a:lnTo>
                    <a:pt x="444169" y="116332"/>
                  </a:lnTo>
                  <a:lnTo>
                    <a:pt x="424459" y="139573"/>
                  </a:lnTo>
                  <a:lnTo>
                    <a:pt x="408914" y="165544"/>
                  </a:lnTo>
                  <a:lnTo>
                    <a:pt x="397827" y="193713"/>
                  </a:lnTo>
                  <a:lnTo>
                    <a:pt x="391464" y="223520"/>
                  </a:lnTo>
                  <a:lnTo>
                    <a:pt x="348005" y="223520"/>
                  </a:lnTo>
                  <a:lnTo>
                    <a:pt x="357441" y="186232"/>
                  </a:lnTo>
                  <a:lnTo>
                    <a:pt x="378129" y="153797"/>
                  </a:lnTo>
                  <a:lnTo>
                    <a:pt x="444169" y="116332"/>
                  </a:lnTo>
                  <a:lnTo>
                    <a:pt x="444169" y="95148"/>
                  </a:lnTo>
                  <a:lnTo>
                    <a:pt x="383159" y="118884"/>
                  </a:lnTo>
                  <a:lnTo>
                    <a:pt x="352386" y="149682"/>
                  </a:lnTo>
                  <a:lnTo>
                    <a:pt x="332206" y="188722"/>
                  </a:lnTo>
                  <a:lnTo>
                    <a:pt x="324954" y="233680"/>
                  </a:lnTo>
                  <a:lnTo>
                    <a:pt x="332206" y="278638"/>
                  </a:lnTo>
                  <a:lnTo>
                    <a:pt x="352386" y="317690"/>
                  </a:lnTo>
                  <a:lnTo>
                    <a:pt x="383159" y="348488"/>
                  </a:lnTo>
                  <a:lnTo>
                    <a:pt x="422186" y="368681"/>
                  </a:lnTo>
                  <a:lnTo>
                    <a:pt x="467118" y="375932"/>
                  </a:lnTo>
                  <a:lnTo>
                    <a:pt x="512051" y="368681"/>
                  </a:lnTo>
                  <a:lnTo>
                    <a:pt x="545947" y="351142"/>
                  </a:lnTo>
                  <a:lnTo>
                    <a:pt x="546735" y="350735"/>
                  </a:lnTo>
                  <a:lnTo>
                    <a:pt x="551078" y="348488"/>
                  </a:lnTo>
                  <a:lnTo>
                    <a:pt x="581850" y="317690"/>
                  </a:lnTo>
                  <a:lnTo>
                    <a:pt x="602043" y="278638"/>
                  </a:lnTo>
                  <a:lnTo>
                    <a:pt x="607644" y="243840"/>
                  </a:lnTo>
                  <a:lnTo>
                    <a:pt x="609282" y="233680"/>
                  </a:lnTo>
                  <a:close/>
                </a:path>
                <a:path w="934720" h="569595">
                  <a:moveTo>
                    <a:pt x="812380" y="40640"/>
                  </a:moveTo>
                  <a:lnTo>
                    <a:pt x="809193" y="24815"/>
                  </a:lnTo>
                  <a:lnTo>
                    <a:pt x="800481" y="11899"/>
                  </a:lnTo>
                  <a:lnTo>
                    <a:pt x="787577" y="3187"/>
                  </a:lnTo>
                  <a:lnTo>
                    <a:pt x="771766" y="0"/>
                  </a:lnTo>
                  <a:lnTo>
                    <a:pt x="751459" y="0"/>
                  </a:lnTo>
                  <a:lnTo>
                    <a:pt x="751459" y="60960"/>
                  </a:lnTo>
                  <a:lnTo>
                    <a:pt x="751459" y="406412"/>
                  </a:lnTo>
                  <a:lnTo>
                    <a:pt x="182791" y="406412"/>
                  </a:lnTo>
                  <a:lnTo>
                    <a:pt x="182791" y="60960"/>
                  </a:lnTo>
                  <a:lnTo>
                    <a:pt x="751459" y="60960"/>
                  </a:lnTo>
                  <a:lnTo>
                    <a:pt x="751459" y="0"/>
                  </a:lnTo>
                  <a:lnTo>
                    <a:pt x="162471" y="0"/>
                  </a:lnTo>
                  <a:lnTo>
                    <a:pt x="146659" y="3187"/>
                  </a:lnTo>
                  <a:lnTo>
                    <a:pt x="133756" y="11899"/>
                  </a:lnTo>
                  <a:lnTo>
                    <a:pt x="125044" y="24815"/>
                  </a:lnTo>
                  <a:lnTo>
                    <a:pt x="121856" y="40640"/>
                  </a:lnTo>
                  <a:lnTo>
                    <a:pt x="121856" y="467372"/>
                  </a:lnTo>
                  <a:lnTo>
                    <a:pt x="812380" y="467372"/>
                  </a:lnTo>
                  <a:lnTo>
                    <a:pt x="812380" y="406412"/>
                  </a:lnTo>
                  <a:lnTo>
                    <a:pt x="812380" y="60960"/>
                  </a:lnTo>
                  <a:lnTo>
                    <a:pt x="812380" y="40640"/>
                  </a:lnTo>
                  <a:close/>
                </a:path>
                <a:path w="934720" h="569595">
                  <a:moveTo>
                    <a:pt x="934237" y="508012"/>
                  </a:moveTo>
                  <a:lnTo>
                    <a:pt x="528053" y="508012"/>
                  </a:lnTo>
                  <a:lnTo>
                    <a:pt x="528396" y="523443"/>
                  </a:lnTo>
                  <a:lnTo>
                    <a:pt x="524421" y="527989"/>
                  </a:lnTo>
                  <a:lnTo>
                    <a:pt x="411086" y="528675"/>
                  </a:lnTo>
                  <a:lnTo>
                    <a:pt x="406539" y="524700"/>
                  </a:lnTo>
                  <a:lnTo>
                    <a:pt x="406196" y="508012"/>
                  </a:lnTo>
                  <a:lnTo>
                    <a:pt x="0" y="508012"/>
                  </a:lnTo>
                  <a:lnTo>
                    <a:pt x="0" y="528332"/>
                  </a:lnTo>
                  <a:lnTo>
                    <a:pt x="3187" y="544156"/>
                  </a:lnTo>
                  <a:lnTo>
                    <a:pt x="11899" y="557072"/>
                  </a:lnTo>
                  <a:lnTo>
                    <a:pt x="24803" y="565785"/>
                  </a:lnTo>
                  <a:lnTo>
                    <a:pt x="40614" y="568972"/>
                  </a:lnTo>
                  <a:lnTo>
                    <a:pt x="893622" y="568972"/>
                  </a:lnTo>
                  <a:lnTo>
                    <a:pt x="909434" y="565785"/>
                  </a:lnTo>
                  <a:lnTo>
                    <a:pt x="922337" y="557072"/>
                  </a:lnTo>
                  <a:lnTo>
                    <a:pt x="931049" y="544156"/>
                  </a:lnTo>
                  <a:lnTo>
                    <a:pt x="934237" y="528332"/>
                  </a:lnTo>
                  <a:lnTo>
                    <a:pt x="934237" y="5080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6227559" y="3335159"/>
              <a:ext cx="650240" cy="772795"/>
            </a:xfrm>
            <a:custGeom>
              <a:avLst/>
              <a:gdLst/>
              <a:ahLst/>
              <a:cxnLst/>
              <a:rect l="l" t="t" r="r" b="b"/>
              <a:pathLst>
                <a:path w="650240" h="772795">
                  <a:moveTo>
                    <a:pt x="487438" y="243852"/>
                  </a:moveTo>
                  <a:lnTo>
                    <a:pt x="481609" y="200761"/>
                  </a:lnTo>
                  <a:lnTo>
                    <a:pt x="465162" y="161963"/>
                  </a:lnTo>
                  <a:lnTo>
                    <a:pt x="439712" y="129044"/>
                  </a:lnTo>
                  <a:lnTo>
                    <a:pt x="406793" y="103568"/>
                  </a:lnTo>
                  <a:lnTo>
                    <a:pt x="368020" y="87122"/>
                  </a:lnTo>
                  <a:lnTo>
                    <a:pt x="324954" y="81292"/>
                  </a:lnTo>
                  <a:lnTo>
                    <a:pt x="281889" y="87122"/>
                  </a:lnTo>
                  <a:lnTo>
                    <a:pt x="243116" y="103568"/>
                  </a:lnTo>
                  <a:lnTo>
                    <a:pt x="210210" y="129044"/>
                  </a:lnTo>
                  <a:lnTo>
                    <a:pt x="184746" y="161963"/>
                  </a:lnTo>
                  <a:lnTo>
                    <a:pt x="168313" y="200761"/>
                  </a:lnTo>
                  <a:lnTo>
                    <a:pt x="162483" y="243852"/>
                  </a:lnTo>
                  <a:lnTo>
                    <a:pt x="168313" y="286943"/>
                  </a:lnTo>
                  <a:lnTo>
                    <a:pt x="184746" y="325742"/>
                  </a:lnTo>
                  <a:lnTo>
                    <a:pt x="210210" y="358660"/>
                  </a:lnTo>
                  <a:lnTo>
                    <a:pt x="243116" y="384136"/>
                  </a:lnTo>
                  <a:lnTo>
                    <a:pt x="281889" y="400583"/>
                  </a:lnTo>
                  <a:lnTo>
                    <a:pt x="324954" y="406412"/>
                  </a:lnTo>
                  <a:lnTo>
                    <a:pt x="332066" y="406412"/>
                  </a:lnTo>
                  <a:lnTo>
                    <a:pt x="335114" y="405396"/>
                  </a:lnTo>
                  <a:lnTo>
                    <a:pt x="335114" y="355612"/>
                  </a:lnTo>
                  <a:lnTo>
                    <a:pt x="335495" y="348754"/>
                  </a:lnTo>
                  <a:lnTo>
                    <a:pt x="355549" y="309511"/>
                  </a:lnTo>
                  <a:lnTo>
                    <a:pt x="486422" y="261124"/>
                  </a:lnTo>
                  <a:lnTo>
                    <a:pt x="487438" y="255028"/>
                  </a:lnTo>
                  <a:lnTo>
                    <a:pt x="487438" y="243852"/>
                  </a:lnTo>
                  <a:close/>
                </a:path>
                <a:path w="650240" h="772795">
                  <a:moveTo>
                    <a:pt x="600151" y="203212"/>
                  </a:moveTo>
                  <a:lnTo>
                    <a:pt x="598551" y="195326"/>
                  </a:lnTo>
                  <a:lnTo>
                    <a:pt x="594182" y="188861"/>
                  </a:lnTo>
                  <a:lnTo>
                    <a:pt x="587730" y="184492"/>
                  </a:lnTo>
                  <a:lnTo>
                    <a:pt x="579843" y="182892"/>
                  </a:lnTo>
                  <a:lnTo>
                    <a:pt x="561568" y="182892"/>
                  </a:lnTo>
                  <a:lnTo>
                    <a:pt x="545795" y="139801"/>
                  </a:lnTo>
                  <a:lnTo>
                    <a:pt x="522566" y="100863"/>
                  </a:lnTo>
                  <a:lnTo>
                    <a:pt x="492734" y="66967"/>
                  </a:lnTo>
                  <a:lnTo>
                    <a:pt x="459244" y="40640"/>
                  </a:lnTo>
                  <a:lnTo>
                    <a:pt x="416801" y="17957"/>
                  </a:lnTo>
                  <a:lnTo>
                    <a:pt x="372440" y="4648"/>
                  </a:lnTo>
                  <a:lnTo>
                    <a:pt x="324954" y="0"/>
                  </a:lnTo>
                  <a:lnTo>
                    <a:pt x="276733" y="4800"/>
                  </a:lnTo>
                  <a:lnTo>
                    <a:pt x="231660" y="18542"/>
                  </a:lnTo>
                  <a:lnTo>
                    <a:pt x="190576" y="40297"/>
                  </a:lnTo>
                  <a:lnTo>
                    <a:pt x="149275" y="73152"/>
                  </a:lnTo>
                  <a:lnTo>
                    <a:pt x="146227" y="78244"/>
                  </a:lnTo>
                  <a:lnTo>
                    <a:pt x="146253" y="85432"/>
                  </a:lnTo>
                  <a:lnTo>
                    <a:pt x="180657" y="99707"/>
                  </a:lnTo>
                  <a:lnTo>
                    <a:pt x="180759" y="99580"/>
                  </a:lnTo>
                  <a:lnTo>
                    <a:pt x="211289" y="74930"/>
                  </a:lnTo>
                  <a:lnTo>
                    <a:pt x="245999" y="56388"/>
                  </a:lnTo>
                  <a:lnTo>
                    <a:pt x="284149" y="44704"/>
                  </a:lnTo>
                  <a:lnTo>
                    <a:pt x="324954" y="40640"/>
                  </a:lnTo>
                  <a:lnTo>
                    <a:pt x="371373" y="46037"/>
                  </a:lnTo>
                  <a:lnTo>
                    <a:pt x="414070" y="61379"/>
                  </a:lnTo>
                  <a:lnTo>
                    <a:pt x="451789" y="85432"/>
                  </a:lnTo>
                  <a:lnTo>
                    <a:pt x="483285" y="116954"/>
                  </a:lnTo>
                  <a:lnTo>
                    <a:pt x="507326" y="154686"/>
                  </a:lnTo>
                  <a:lnTo>
                    <a:pt x="522668" y="197408"/>
                  </a:lnTo>
                  <a:lnTo>
                    <a:pt x="528053" y="243852"/>
                  </a:lnTo>
                  <a:lnTo>
                    <a:pt x="528053" y="290588"/>
                  </a:lnTo>
                  <a:lnTo>
                    <a:pt x="411276" y="329196"/>
                  </a:lnTo>
                  <a:lnTo>
                    <a:pt x="401116" y="325132"/>
                  </a:lnTo>
                  <a:lnTo>
                    <a:pt x="396036" y="325132"/>
                  </a:lnTo>
                  <a:lnTo>
                    <a:pt x="383997" y="327469"/>
                  </a:lnTo>
                  <a:lnTo>
                    <a:pt x="374332" y="333895"/>
                  </a:lnTo>
                  <a:lnTo>
                    <a:pt x="367906" y="343573"/>
                  </a:lnTo>
                  <a:lnTo>
                    <a:pt x="365582" y="355612"/>
                  </a:lnTo>
                  <a:lnTo>
                    <a:pt x="367906" y="367665"/>
                  </a:lnTo>
                  <a:lnTo>
                    <a:pt x="374332" y="377329"/>
                  </a:lnTo>
                  <a:lnTo>
                    <a:pt x="383997" y="383768"/>
                  </a:lnTo>
                  <a:lnTo>
                    <a:pt x="396036" y="386092"/>
                  </a:lnTo>
                  <a:lnTo>
                    <a:pt x="404914" y="384810"/>
                  </a:lnTo>
                  <a:lnTo>
                    <a:pt x="412927" y="381139"/>
                  </a:lnTo>
                  <a:lnTo>
                    <a:pt x="419608" y="375386"/>
                  </a:lnTo>
                  <a:lnTo>
                    <a:pt x="424472" y="367804"/>
                  </a:lnTo>
                  <a:lnTo>
                    <a:pt x="540232" y="329196"/>
                  </a:lnTo>
                  <a:lnTo>
                    <a:pt x="585939" y="313956"/>
                  </a:lnTo>
                  <a:lnTo>
                    <a:pt x="594055" y="310908"/>
                  </a:lnTo>
                  <a:lnTo>
                    <a:pt x="600151" y="303796"/>
                  </a:lnTo>
                  <a:lnTo>
                    <a:pt x="600151" y="203212"/>
                  </a:lnTo>
                  <a:close/>
                </a:path>
                <a:path w="650240" h="772795">
                  <a:moveTo>
                    <a:pt x="649909" y="609625"/>
                  </a:moveTo>
                  <a:lnTo>
                    <a:pt x="631063" y="558190"/>
                  </a:lnTo>
                  <a:lnTo>
                    <a:pt x="581812" y="519391"/>
                  </a:lnTo>
                  <a:lnTo>
                    <a:pt x="542772" y="498373"/>
                  </a:lnTo>
                  <a:lnTo>
                    <a:pt x="501459" y="481164"/>
                  </a:lnTo>
                  <a:lnTo>
                    <a:pt x="459003" y="467385"/>
                  </a:lnTo>
                  <a:lnTo>
                    <a:pt x="395020" y="452653"/>
                  </a:lnTo>
                  <a:lnTo>
                    <a:pt x="324954" y="447065"/>
                  </a:lnTo>
                  <a:lnTo>
                    <a:pt x="291452" y="448525"/>
                  </a:lnTo>
                  <a:lnTo>
                    <a:pt x="224421" y="459066"/>
                  </a:lnTo>
                  <a:lnTo>
                    <a:pt x="148450" y="481736"/>
                  </a:lnTo>
                  <a:lnTo>
                    <a:pt x="107137" y="499897"/>
                  </a:lnTo>
                  <a:lnTo>
                    <a:pt x="68110" y="521106"/>
                  </a:lnTo>
                  <a:lnTo>
                    <a:pt x="32499" y="544601"/>
                  </a:lnTo>
                  <a:lnTo>
                    <a:pt x="2222" y="591464"/>
                  </a:lnTo>
                  <a:lnTo>
                    <a:pt x="0" y="609625"/>
                  </a:lnTo>
                  <a:lnTo>
                    <a:pt x="0" y="772198"/>
                  </a:lnTo>
                  <a:lnTo>
                    <a:pt x="649909" y="772198"/>
                  </a:lnTo>
                  <a:lnTo>
                    <a:pt x="649909" y="609625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885432" y="3398519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480822" y="0"/>
                  </a:moveTo>
                  <a:lnTo>
                    <a:pt x="480822" y="160400"/>
                  </a:lnTo>
                  <a:lnTo>
                    <a:pt x="0" y="160400"/>
                  </a:lnTo>
                  <a:lnTo>
                    <a:pt x="0" y="481202"/>
                  </a:lnTo>
                  <a:lnTo>
                    <a:pt x="480822" y="481202"/>
                  </a:lnTo>
                  <a:lnTo>
                    <a:pt x="480822" y="641603"/>
                  </a:lnTo>
                  <a:lnTo>
                    <a:pt x="801624" y="320801"/>
                  </a:lnTo>
                  <a:lnTo>
                    <a:pt x="48082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885432" y="3398519"/>
              <a:ext cx="802005" cy="641985"/>
            </a:xfrm>
            <a:custGeom>
              <a:avLst/>
              <a:gdLst/>
              <a:ahLst/>
              <a:cxnLst/>
              <a:rect l="l" t="t" r="r" b="b"/>
              <a:pathLst>
                <a:path w="802004" h="641985">
                  <a:moveTo>
                    <a:pt x="0" y="160400"/>
                  </a:moveTo>
                  <a:lnTo>
                    <a:pt x="480822" y="160400"/>
                  </a:lnTo>
                  <a:lnTo>
                    <a:pt x="480822" y="0"/>
                  </a:lnTo>
                  <a:lnTo>
                    <a:pt x="801624" y="320801"/>
                  </a:lnTo>
                  <a:lnTo>
                    <a:pt x="480822" y="641603"/>
                  </a:lnTo>
                  <a:lnTo>
                    <a:pt x="480822" y="481202"/>
                  </a:lnTo>
                  <a:lnTo>
                    <a:pt x="0" y="481202"/>
                  </a:lnTo>
                  <a:lnTo>
                    <a:pt x="0" y="16040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3" name="object 13"/>
          <p:cNvSpPr/>
          <p:nvPr/>
        </p:nvSpPr>
        <p:spPr>
          <a:xfrm>
            <a:off x="6956147" y="1772522"/>
            <a:ext cx="651510" cy="1293495"/>
          </a:xfrm>
          <a:custGeom>
            <a:avLst/>
            <a:gdLst/>
            <a:ahLst/>
            <a:cxnLst/>
            <a:rect l="l" t="t" r="r" b="b"/>
            <a:pathLst>
              <a:path w="651509" h="1293495">
                <a:moveTo>
                  <a:pt x="363912" y="758133"/>
                </a:moveTo>
                <a:lnTo>
                  <a:pt x="272092" y="758133"/>
                </a:lnTo>
                <a:lnTo>
                  <a:pt x="272092" y="1293277"/>
                </a:lnTo>
                <a:lnTo>
                  <a:pt x="493825" y="1071870"/>
                </a:lnTo>
                <a:lnTo>
                  <a:pt x="363912" y="1071870"/>
                </a:lnTo>
                <a:lnTo>
                  <a:pt x="363912" y="758133"/>
                </a:lnTo>
                <a:close/>
              </a:path>
              <a:path w="651509" h="1293495">
                <a:moveTo>
                  <a:pt x="494143" y="757367"/>
                </a:moveTo>
                <a:lnTo>
                  <a:pt x="363912" y="757367"/>
                </a:lnTo>
                <a:lnTo>
                  <a:pt x="521383" y="914619"/>
                </a:lnTo>
                <a:lnTo>
                  <a:pt x="363912" y="1071870"/>
                </a:lnTo>
                <a:lnTo>
                  <a:pt x="493825" y="1071870"/>
                </a:lnTo>
                <a:lnTo>
                  <a:pt x="651308" y="914619"/>
                </a:lnTo>
                <a:lnTo>
                  <a:pt x="494143" y="757367"/>
                </a:lnTo>
                <a:close/>
              </a:path>
              <a:path w="651509" h="1293495">
                <a:moveTo>
                  <a:pt x="64885" y="327874"/>
                </a:moveTo>
                <a:lnTo>
                  <a:pt x="0" y="392796"/>
                </a:lnTo>
                <a:lnTo>
                  <a:pt x="253728" y="646664"/>
                </a:lnTo>
                <a:lnTo>
                  <a:pt x="0" y="900532"/>
                </a:lnTo>
                <a:lnTo>
                  <a:pt x="64886" y="965453"/>
                </a:lnTo>
                <a:lnTo>
                  <a:pt x="272092" y="758133"/>
                </a:lnTo>
                <a:lnTo>
                  <a:pt x="363912" y="758133"/>
                </a:lnTo>
                <a:lnTo>
                  <a:pt x="363912" y="757367"/>
                </a:lnTo>
                <a:lnTo>
                  <a:pt x="494143" y="757367"/>
                </a:lnTo>
                <a:lnTo>
                  <a:pt x="383500" y="646664"/>
                </a:lnTo>
                <a:lnTo>
                  <a:pt x="493684" y="536420"/>
                </a:lnTo>
                <a:lnTo>
                  <a:pt x="363912" y="536420"/>
                </a:lnTo>
                <a:lnTo>
                  <a:pt x="363912" y="535195"/>
                </a:lnTo>
                <a:lnTo>
                  <a:pt x="272092" y="535195"/>
                </a:lnTo>
                <a:lnTo>
                  <a:pt x="64885" y="327874"/>
                </a:lnTo>
                <a:close/>
              </a:path>
              <a:path w="651509" h="1293495">
                <a:moveTo>
                  <a:pt x="493846" y="221458"/>
                </a:moveTo>
                <a:lnTo>
                  <a:pt x="363912" y="221458"/>
                </a:lnTo>
                <a:lnTo>
                  <a:pt x="521382" y="378709"/>
                </a:lnTo>
                <a:lnTo>
                  <a:pt x="363912" y="536420"/>
                </a:lnTo>
                <a:lnTo>
                  <a:pt x="493684" y="536420"/>
                </a:lnTo>
                <a:lnTo>
                  <a:pt x="651307" y="378709"/>
                </a:lnTo>
                <a:lnTo>
                  <a:pt x="493846" y="221458"/>
                </a:lnTo>
                <a:close/>
              </a:path>
              <a:path w="651509" h="1293495">
                <a:moveTo>
                  <a:pt x="272092" y="0"/>
                </a:moveTo>
                <a:lnTo>
                  <a:pt x="272092" y="535195"/>
                </a:lnTo>
                <a:lnTo>
                  <a:pt x="363912" y="535195"/>
                </a:lnTo>
                <a:lnTo>
                  <a:pt x="363912" y="221458"/>
                </a:lnTo>
                <a:lnTo>
                  <a:pt x="493846" y="221458"/>
                </a:lnTo>
                <a:lnTo>
                  <a:pt x="272092" y="0"/>
                </a:lnTo>
                <a:close/>
              </a:path>
            </a:pathLst>
          </a:custGeom>
          <a:solidFill>
            <a:srgbClr val="455FD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997432" y="2505053"/>
            <a:ext cx="146685" cy="146685"/>
          </a:xfrm>
          <a:custGeom>
            <a:avLst/>
            <a:gdLst/>
            <a:ahLst/>
            <a:cxnLst/>
            <a:rect l="l" t="t" r="r" b="b"/>
            <a:pathLst>
              <a:path w="146684" h="146685">
                <a:moveTo>
                  <a:pt x="146096" y="0"/>
                </a:moveTo>
                <a:lnTo>
                  <a:pt x="0" y="0"/>
                </a:lnTo>
                <a:lnTo>
                  <a:pt x="0" y="146176"/>
                </a:lnTo>
                <a:lnTo>
                  <a:pt x="146096" y="146176"/>
                </a:lnTo>
                <a:lnTo>
                  <a:pt x="146096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269955" y="3220072"/>
            <a:ext cx="915035" cy="619125"/>
            <a:chOff x="10269955" y="3220072"/>
            <a:chExt cx="915035" cy="619125"/>
          </a:xfrm>
        </p:grpSpPr>
        <p:sp>
          <p:nvSpPr>
            <p:cNvPr id="16" name="object 16"/>
            <p:cNvSpPr/>
            <p:nvPr/>
          </p:nvSpPr>
          <p:spPr>
            <a:xfrm>
              <a:off x="10269955" y="3220072"/>
              <a:ext cx="915035" cy="619125"/>
            </a:xfrm>
            <a:custGeom>
              <a:avLst/>
              <a:gdLst/>
              <a:ahLst/>
              <a:cxnLst/>
              <a:rect l="l" t="t" r="r" b="b"/>
              <a:pathLst>
                <a:path w="915034" h="619125">
                  <a:moveTo>
                    <a:pt x="860856" y="0"/>
                  </a:moveTo>
                  <a:lnTo>
                    <a:pt x="53803" y="0"/>
                  </a:lnTo>
                  <a:lnTo>
                    <a:pt x="32912" y="4247"/>
                  </a:lnTo>
                  <a:lnTo>
                    <a:pt x="15804" y="15813"/>
                  </a:lnTo>
                  <a:lnTo>
                    <a:pt x="4245" y="32930"/>
                  </a:lnTo>
                  <a:lnTo>
                    <a:pt x="0" y="53833"/>
                  </a:lnTo>
                  <a:lnTo>
                    <a:pt x="0" y="619080"/>
                  </a:lnTo>
                  <a:lnTo>
                    <a:pt x="914660" y="619080"/>
                  </a:lnTo>
                  <a:lnTo>
                    <a:pt x="914660" y="538331"/>
                  </a:lnTo>
                  <a:lnTo>
                    <a:pt x="80705" y="538331"/>
                  </a:lnTo>
                  <a:lnTo>
                    <a:pt x="80705" y="80749"/>
                  </a:lnTo>
                  <a:lnTo>
                    <a:pt x="914659" y="80749"/>
                  </a:lnTo>
                  <a:lnTo>
                    <a:pt x="914659" y="53833"/>
                  </a:lnTo>
                  <a:lnTo>
                    <a:pt x="910414" y="32930"/>
                  </a:lnTo>
                  <a:lnTo>
                    <a:pt x="898855" y="15813"/>
                  </a:lnTo>
                  <a:lnTo>
                    <a:pt x="881747" y="4247"/>
                  </a:lnTo>
                  <a:lnTo>
                    <a:pt x="860856" y="0"/>
                  </a:lnTo>
                  <a:close/>
                </a:path>
                <a:path w="915034" h="619125">
                  <a:moveTo>
                    <a:pt x="914659" y="80749"/>
                  </a:moveTo>
                  <a:lnTo>
                    <a:pt x="833954" y="80749"/>
                  </a:lnTo>
                  <a:lnTo>
                    <a:pt x="833954" y="538331"/>
                  </a:lnTo>
                  <a:lnTo>
                    <a:pt x="914660" y="538331"/>
                  </a:lnTo>
                  <a:lnTo>
                    <a:pt x="914659" y="80749"/>
                  </a:lnTo>
                  <a:close/>
                </a:path>
              </a:pathLst>
            </a:custGeom>
            <a:solidFill>
              <a:srgbClr val="6996AE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10560614" y="3359753"/>
              <a:ext cx="340995" cy="341630"/>
            </a:xfrm>
            <a:custGeom>
              <a:avLst/>
              <a:gdLst/>
              <a:ahLst/>
              <a:cxnLst/>
              <a:rect l="l" t="t" r="r" b="b"/>
              <a:pathLst>
                <a:path w="340995" h="341629">
                  <a:moveTo>
                    <a:pt x="170636" y="0"/>
                  </a:moveTo>
                  <a:lnTo>
                    <a:pt x="125134" y="6108"/>
                  </a:lnTo>
                  <a:lnTo>
                    <a:pt x="84412" y="23312"/>
                  </a:lnTo>
                  <a:lnTo>
                    <a:pt x="49917" y="49986"/>
                  </a:lnTo>
                  <a:lnTo>
                    <a:pt x="23268" y="84504"/>
                  </a:lnTo>
                  <a:lnTo>
                    <a:pt x="6088" y="125241"/>
                  </a:lnTo>
                  <a:lnTo>
                    <a:pt x="0" y="170589"/>
                  </a:lnTo>
                  <a:lnTo>
                    <a:pt x="6090" y="215937"/>
                  </a:lnTo>
                  <a:lnTo>
                    <a:pt x="23278" y="256687"/>
                  </a:lnTo>
                  <a:lnTo>
                    <a:pt x="49938" y="291211"/>
                  </a:lnTo>
                  <a:lnTo>
                    <a:pt x="84446" y="317884"/>
                  </a:lnTo>
                  <a:lnTo>
                    <a:pt x="125183" y="335079"/>
                  </a:lnTo>
                  <a:lnTo>
                    <a:pt x="170483" y="341171"/>
                  </a:lnTo>
                  <a:lnTo>
                    <a:pt x="215807" y="335079"/>
                  </a:lnTo>
                  <a:lnTo>
                    <a:pt x="256536" y="317884"/>
                  </a:lnTo>
                  <a:lnTo>
                    <a:pt x="291043" y="291211"/>
                  </a:lnTo>
                  <a:lnTo>
                    <a:pt x="304342" y="273990"/>
                  </a:lnTo>
                  <a:lnTo>
                    <a:pt x="166084" y="273990"/>
                  </a:lnTo>
                  <a:lnTo>
                    <a:pt x="161326" y="272029"/>
                  </a:lnTo>
                  <a:lnTo>
                    <a:pt x="156122" y="266834"/>
                  </a:lnTo>
                  <a:lnTo>
                    <a:pt x="154768" y="264831"/>
                  </a:lnTo>
                  <a:lnTo>
                    <a:pt x="152852" y="260347"/>
                  </a:lnTo>
                  <a:lnTo>
                    <a:pt x="152352" y="257881"/>
                  </a:lnTo>
                  <a:lnTo>
                    <a:pt x="152355" y="250429"/>
                  </a:lnTo>
                  <a:lnTo>
                    <a:pt x="170970" y="236686"/>
                  </a:lnTo>
                  <a:lnTo>
                    <a:pt x="326140" y="236686"/>
                  </a:lnTo>
                  <a:lnTo>
                    <a:pt x="333724" y="218708"/>
                  </a:lnTo>
                  <a:lnTo>
                    <a:pt x="157027" y="218708"/>
                  </a:lnTo>
                  <a:lnTo>
                    <a:pt x="159362" y="201460"/>
                  </a:lnTo>
                  <a:lnTo>
                    <a:pt x="165850" y="185600"/>
                  </a:lnTo>
                  <a:lnTo>
                    <a:pt x="176081" y="171857"/>
                  </a:lnTo>
                  <a:lnTo>
                    <a:pt x="189644" y="160959"/>
                  </a:lnTo>
                  <a:lnTo>
                    <a:pt x="200027" y="151102"/>
                  </a:lnTo>
                  <a:lnTo>
                    <a:pt x="205632" y="138464"/>
                  </a:lnTo>
                  <a:lnTo>
                    <a:pt x="205899" y="130417"/>
                  </a:lnTo>
                  <a:lnTo>
                    <a:pt x="107517" y="130417"/>
                  </a:lnTo>
                  <a:lnTo>
                    <a:pt x="112458" y="105887"/>
                  </a:lnTo>
                  <a:lnTo>
                    <a:pt x="125947" y="85853"/>
                  </a:lnTo>
                  <a:lnTo>
                    <a:pt x="145961" y="72341"/>
                  </a:lnTo>
                  <a:lnTo>
                    <a:pt x="170475" y="67379"/>
                  </a:lnTo>
                  <a:lnTo>
                    <a:pt x="304536" y="67379"/>
                  </a:lnTo>
                  <a:lnTo>
                    <a:pt x="291117" y="49986"/>
                  </a:lnTo>
                  <a:lnTo>
                    <a:pt x="256637" y="23312"/>
                  </a:lnTo>
                  <a:lnTo>
                    <a:pt x="215936" y="6108"/>
                  </a:lnTo>
                  <a:lnTo>
                    <a:pt x="170636" y="0"/>
                  </a:lnTo>
                  <a:close/>
                </a:path>
                <a:path w="340995" h="341629">
                  <a:moveTo>
                    <a:pt x="326140" y="236686"/>
                  </a:moveTo>
                  <a:lnTo>
                    <a:pt x="170970" y="236686"/>
                  </a:lnTo>
                  <a:lnTo>
                    <a:pt x="178004" y="238059"/>
                  </a:lnTo>
                  <a:lnTo>
                    <a:pt x="184171" y="242157"/>
                  </a:lnTo>
                  <a:lnTo>
                    <a:pt x="185873" y="243867"/>
                  </a:lnTo>
                  <a:lnTo>
                    <a:pt x="187231" y="245892"/>
                  </a:lnTo>
                  <a:lnTo>
                    <a:pt x="189137" y="250429"/>
                  </a:lnTo>
                  <a:lnTo>
                    <a:pt x="189632" y="252891"/>
                  </a:lnTo>
                  <a:lnTo>
                    <a:pt x="189629" y="257881"/>
                  </a:lnTo>
                  <a:lnTo>
                    <a:pt x="189120" y="260347"/>
                  </a:lnTo>
                  <a:lnTo>
                    <a:pt x="186343" y="266834"/>
                  </a:lnTo>
                  <a:lnTo>
                    <a:pt x="186236" y="267084"/>
                  </a:lnTo>
                  <a:lnTo>
                    <a:pt x="182701" y="270625"/>
                  </a:lnTo>
                  <a:lnTo>
                    <a:pt x="175975" y="273496"/>
                  </a:lnTo>
                  <a:lnTo>
                    <a:pt x="173517" y="273990"/>
                  </a:lnTo>
                  <a:lnTo>
                    <a:pt x="304342" y="273990"/>
                  </a:lnTo>
                  <a:lnTo>
                    <a:pt x="317704" y="256687"/>
                  </a:lnTo>
                  <a:lnTo>
                    <a:pt x="326140" y="236686"/>
                  </a:lnTo>
                  <a:close/>
                </a:path>
                <a:path w="340995" h="341629">
                  <a:moveTo>
                    <a:pt x="304536" y="67379"/>
                  </a:moveTo>
                  <a:lnTo>
                    <a:pt x="170475" y="67379"/>
                  </a:lnTo>
                  <a:lnTo>
                    <a:pt x="195019" y="72341"/>
                  </a:lnTo>
                  <a:lnTo>
                    <a:pt x="215039" y="85853"/>
                  </a:lnTo>
                  <a:lnTo>
                    <a:pt x="228396" y="105659"/>
                  </a:lnTo>
                  <a:lnTo>
                    <a:pt x="228530" y="105887"/>
                  </a:lnTo>
                  <a:lnTo>
                    <a:pt x="233473" y="130417"/>
                  </a:lnTo>
                  <a:lnTo>
                    <a:pt x="231455" y="146243"/>
                  </a:lnTo>
                  <a:lnTo>
                    <a:pt x="225560" y="160959"/>
                  </a:lnTo>
                  <a:lnTo>
                    <a:pt x="216341" y="173605"/>
                  </a:lnTo>
                  <a:lnTo>
                    <a:pt x="203990" y="183769"/>
                  </a:lnTo>
                  <a:lnTo>
                    <a:pt x="195711" y="190337"/>
                  </a:lnTo>
                  <a:lnTo>
                    <a:pt x="189447" y="198642"/>
                  </a:lnTo>
                  <a:lnTo>
                    <a:pt x="185446" y="208245"/>
                  </a:lnTo>
                  <a:lnTo>
                    <a:pt x="183961" y="218708"/>
                  </a:lnTo>
                  <a:lnTo>
                    <a:pt x="333724" y="218708"/>
                  </a:lnTo>
                  <a:lnTo>
                    <a:pt x="334892" y="215938"/>
                  </a:lnTo>
                  <a:lnTo>
                    <a:pt x="340983" y="170589"/>
                  </a:lnTo>
                  <a:lnTo>
                    <a:pt x="334913" y="125241"/>
                  </a:lnTo>
                  <a:lnTo>
                    <a:pt x="317750" y="84505"/>
                  </a:lnTo>
                  <a:lnTo>
                    <a:pt x="304536" y="67379"/>
                  </a:lnTo>
                  <a:close/>
                </a:path>
                <a:path w="340995" h="341629">
                  <a:moveTo>
                    <a:pt x="164745" y="94789"/>
                  </a:moveTo>
                  <a:lnTo>
                    <a:pt x="135610" y="121327"/>
                  </a:lnTo>
                  <a:lnTo>
                    <a:pt x="134451" y="130417"/>
                  </a:lnTo>
                  <a:lnTo>
                    <a:pt x="205899" y="130417"/>
                  </a:lnTo>
                  <a:lnTo>
                    <a:pt x="206071" y="125241"/>
                  </a:lnTo>
                  <a:lnTo>
                    <a:pt x="206091" y="124646"/>
                  </a:lnTo>
                  <a:lnTo>
                    <a:pt x="201038" y="111246"/>
                  </a:lnTo>
                  <a:lnTo>
                    <a:pt x="191187" y="100856"/>
                  </a:lnTo>
                  <a:lnTo>
                    <a:pt x="178556" y="95248"/>
                  </a:lnTo>
                  <a:lnTo>
                    <a:pt x="164745" y="94789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8" name="object 18"/>
          <p:cNvSpPr/>
          <p:nvPr/>
        </p:nvSpPr>
        <p:spPr>
          <a:xfrm>
            <a:off x="10108545" y="3892986"/>
            <a:ext cx="1237615" cy="81280"/>
          </a:xfrm>
          <a:custGeom>
            <a:avLst/>
            <a:gdLst/>
            <a:ahLst/>
            <a:cxnLst/>
            <a:rect l="l" t="t" r="r" b="b"/>
            <a:pathLst>
              <a:path w="1237615" h="81279">
                <a:moveTo>
                  <a:pt x="1237481" y="0"/>
                </a:moveTo>
                <a:lnTo>
                  <a:pt x="699445" y="0"/>
                </a:lnTo>
                <a:lnTo>
                  <a:pt x="699445" y="21533"/>
                </a:lnTo>
                <a:lnTo>
                  <a:pt x="694065" y="26916"/>
                </a:lnTo>
                <a:lnTo>
                  <a:pt x="543415" y="26916"/>
                </a:lnTo>
                <a:lnTo>
                  <a:pt x="538035" y="21533"/>
                </a:lnTo>
                <a:lnTo>
                  <a:pt x="538035" y="0"/>
                </a:lnTo>
                <a:lnTo>
                  <a:pt x="0" y="0"/>
                </a:lnTo>
                <a:lnTo>
                  <a:pt x="4245" y="47818"/>
                </a:lnTo>
                <a:lnTo>
                  <a:pt x="32912" y="76501"/>
                </a:lnTo>
                <a:lnTo>
                  <a:pt x="53803" y="80749"/>
                </a:lnTo>
                <a:lnTo>
                  <a:pt x="1183677" y="80749"/>
                </a:lnTo>
                <a:lnTo>
                  <a:pt x="1204568" y="76501"/>
                </a:lnTo>
                <a:lnTo>
                  <a:pt x="1221676" y="64936"/>
                </a:lnTo>
                <a:lnTo>
                  <a:pt x="1233235" y="47818"/>
                </a:lnTo>
                <a:lnTo>
                  <a:pt x="1237481" y="26916"/>
                </a:lnTo>
                <a:lnTo>
                  <a:pt x="1237481" y="0"/>
                </a:lnTo>
                <a:close/>
              </a:path>
            </a:pathLst>
          </a:custGeom>
          <a:solidFill>
            <a:srgbClr val="6996A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009943" y="3102447"/>
            <a:ext cx="616585" cy="455295"/>
          </a:xfrm>
          <a:custGeom>
            <a:avLst/>
            <a:gdLst/>
            <a:ahLst/>
            <a:cxnLst/>
            <a:rect l="l" t="t" r="r" b="b"/>
            <a:pathLst>
              <a:path w="616584" h="455295">
                <a:moveTo>
                  <a:pt x="396116" y="0"/>
                </a:moveTo>
                <a:lnTo>
                  <a:pt x="396116" y="107951"/>
                </a:lnTo>
                <a:lnTo>
                  <a:pt x="191495" y="163468"/>
                </a:lnTo>
                <a:lnTo>
                  <a:pt x="71189" y="282600"/>
                </a:lnTo>
                <a:lnTo>
                  <a:pt x="14317" y="401153"/>
                </a:lnTo>
                <a:lnTo>
                  <a:pt x="0" y="454936"/>
                </a:lnTo>
                <a:lnTo>
                  <a:pt x="23854" y="426346"/>
                </a:lnTo>
                <a:lnTo>
                  <a:pt x="96620" y="363274"/>
                </a:lnTo>
                <a:lnTo>
                  <a:pt x="220106" y="299768"/>
                </a:lnTo>
                <a:lnTo>
                  <a:pt x="396116" y="269877"/>
                </a:lnTo>
                <a:lnTo>
                  <a:pt x="396116" y="370117"/>
                </a:lnTo>
                <a:lnTo>
                  <a:pt x="616523" y="185058"/>
                </a:lnTo>
                <a:lnTo>
                  <a:pt x="3961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007480" y="3736768"/>
            <a:ext cx="616585" cy="455930"/>
          </a:xfrm>
          <a:custGeom>
            <a:avLst/>
            <a:gdLst/>
            <a:ahLst/>
            <a:cxnLst/>
            <a:rect l="l" t="t" r="r" b="b"/>
            <a:pathLst>
              <a:path w="616584" h="455929">
                <a:moveTo>
                  <a:pt x="220407" y="455864"/>
                </a:moveTo>
                <a:lnTo>
                  <a:pt x="220407" y="347693"/>
                </a:lnTo>
                <a:lnTo>
                  <a:pt x="425028" y="292062"/>
                </a:lnTo>
                <a:lnTo>
                  <a:pt x="545334" y="172687"/>
                </a:lnTo>
                <a:lnTo>
                  <a:pt x="602206" y="53892"/>
                </a:lnTo>
                <a:lnTo>
                  <a:pt x="616523" y="0"/>
                </a:lnTo>
                <a:lnTo>
                  <a:pt x="592669" y="28648"/>
                </a:lnTo>
                <a:lnTo>
                  <a:pt x="519902" y="91849"/>
                </a:lnTo>
                <a:lnTo>
                  <a:pt x="396417" y="155484"/>
                </a:lnTo>
                <a:lnTo>
                  <a:pt x="220407" y="185436"/>
                </a:lnTo>
                <a:lnTo>
                  <a:pt x="220407" y="84991"/>
                </a:lnTo>
                <a:lnTo>
                  <a:pt x="0" y="270428"/>
                </a:lnTo>
                <a:lnTo>
                  <a:pt x="220407" y="4558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54795" y="2686811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344170" marR="0" lvl="0" indent="0" defTabSz="91440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Key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54795" y="4280915"/>
            <a:ext cx="1191895" cy="36893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344170" marR="0" lvl="0" indent="0" defTabSz="914400" eaLnBrk="1" fontAlgn="auto" latinLnBrk="0" hangingPunct="1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Key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676f7274c6_0_6"/>
          <p:cNvSpPr txBox="1">
            <a:spLocks noGrp="1"/>
          </p:cNvSpPr>
          <p:nvPr>
            <p:ph type="title" idx="4294967295"/>
          </p:nvPr>
        </p:nvSpPr>
        <p:spPr>
          <a:xfrm>
            <a:off x="831850" y="695325"/>
            <a:ext cx="11360150" cy="76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>
              <a:buSzPct val="111111"/>
            </a:pPr>
            <a:r>
              <a:rPr lang="en" dirty="0">
                <a:solidFill>
                  <a:schemeClr val="accent1"/>
                </a:solidFill>
              </a:rPr>
              <a:t>Frequencies</a:t>
            </a:r>
            <a:endParaRPr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2676f7274c6_0_6"/>
          <p:cNvSpPr txBox="1">
            <a:spLocks noGrp="1"/>
          </p:cNvSpPr>
          <p:nvPr>
            <p:ph type="body" idx="4294967295"/>
          </p:nvPr>
        </p:nvSpPr>
        <p:spPr>
          <a:xfrm>
            <a:off x="1193800" y="1435100"/>
            <a:ext cx="10998200" cy="455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b="1" dirty="0"/>
              <a:t>Frequencies </a:t>
            </a:r>
            <a:r>
              <a:rPr lang="en" dirty="0"/>
              <a:t>are an integral part of radio transmission</a:t>
            </a:r>
            <a:endParaRPr b="1" dirty="0">
              <a:solidFill>
                <a:srgbClr val="FF0000"/>
              </a:solidFill>
            </a:endParaRPr>
          </a:p>
          <a:p>
            <a:pPr indent="0">
              <a:buNone/>
            </a:pPr>
            <a:r>
              <a:rPr lang="en" b="1" u="sng" dirty="0">
                <a:solidFill>
                  <a:srgbClr val="FF0000"/>
                </a:solidFill>
              </a:rPr>
              <a:t>#1 Demo + Break Exercise</a:t>
            </a:r>
            <a:r>
              <a:rPr lang="en" b="1" dirty="0">
                <a:solidFill>
                  <a:srgbClr val="FF0000"/>
                </a:solidFill>
              </a:rPr>
              <a:t>: Wireless DoorBell signal transmitting</a:t>
            </a:r>
            <a:endParaRPr b="1" dirty="0">
              <a:solidFill>
                <a:srgbClr val="FF0000"/>
              </a:solidFill>
            </a:endParaRPr>
          </a:p>
          <a:p>
            <a:pPr indent="0">
              <a:buNone/>
            </a:pPr>
            <a:r>
              <a:rPr lang="en" sz="3333" dirty="0">
                <a:solidFill>
                  <a:schemeClr val="dk1"/>
                </a:solidFill>
              </a:rPr>
              <a:t>Prep: Giving out the instructions, a DoorBell and</a:t>
            </a:r>
            <a:endParaRPr sz="3333" dirty="0">
              <a:solidFill>
                <a:schemeClr val="dk1"/>
              </a:solidFill>
            </a:endParaRPr>
          </a:p>
          <a:p>
            <a:pPr indent="0">
              <a:buNone/>
            </a:pPr>
            <a:r>
              <a:rPr lang="en" sz="3333" dirty="0">
                <a:solidFill>
                  <a:schemeClr val="dk1"/>
                </a:solidFill>
              </a:rPr>
              <a:t>a Flipper Zero to 2-3 groups.</a:t>
            </a:r>
            <a:endParaRPr dirty="0"/>
          </a:p>
          <a:p>
            <a:pPr lvl="1"/>
            <a:r>
              <a:rPr lang="en" dirty="0"/>
              <a:t>Instructions</a:t>
            </a:r>
            <a:endParaRPr dirty="0"/>
          </a:p>
          <a:p>
            <a:pPr lvl="1"/>
            <a:r>
              <a:rPr lang="en" dirty="0"/>
              <a:t>DoorBell (transmitter + receiver)</a:t>
            </a:r>
            <a:endParaRPr dirty="0"/>
          </a:p>
          <a:p>
            <a:pPr lvl="1"/>
            <a:r>
              <a:rPr lang="en" dirty="0"/>
              <a:t>Flipper Zero</a:t>
            </a:r>
            <a:endParaRPr dirty="0"/>
          </a:p>
          <a:p>
            <a:pPr marL="1219170" indent="0">
              <a:buNone/>
            </a:pPr>
            <a:endParaRPr dirty="0"/>
          </a:p>
          <a:p>
            <a:pPr indent="-304792">
              <a:lnSpc>
                <a:spcPct val="100000"/>
              </a:lnSpc>
              <a:buClr>
                <a:schemeClr val="dk1"/>
              </a:buClr>
              <a:buSzPts val="1100"/>
              <a:buNone/>
            </a:pPr>
            <a:endParaRPr dirty="0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676f7274c6_0_40"/>
          <p:cNvSpPr txBox="1">
            <a:spLocks noGrp="1"/>
          </p:cNvSpPr>
          <p:nvPr>
            <p:ph type="title" idx="4294967295"/>
          </p:nvPr>
        </p:nvSpPr>
        <p:spPr>
          <a:xfrm>
            <a:off x="1485900" y="1419225"/>
            <a:ext cx="8875713" cy="76358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ct val="72727"/>
            </a:pPr>
            <a:r>
              <a:rPr lang="en" sz="4400" dirty="0">
                <a:highlight>
                  <a:srgbClr val="B6D7A8"/>
                </a:highlight>
              </a:rPr>
              <a:t>Exercise - NFC Cabinet Lock </a:t>
            </a:r>
            <a:r>
              <a:rPr lang="en" sz="4400" u="sng" dirty="0">
                <a:highlight>
                  <a:srgbClr val="B6D7A8"/>
                </a:highlight>
              </a:rPr>
              <a:t>UID Cloning</a:t>
            </a:r>
            <a:r>
              <a:rPr lang="en" sz="4400" dirty="0">
                <a:highlight>
                  <a:srgbClr val="B6D7A8"/>
                </a:highlight>
              </a:rPr>
              <a:t> </a:t>
            </a:r>
            <a:endParaRPr sz="4400" dirty="0">
              <a:highlight>
                <a:srgbClr val="B6D7A8"/>
              </a:highlight>
            </a:endParaRPr>
          </a:p>
          <a:p>
            <a:pPr algn="ctr">
              <a:lnSpc>
                <a:spcPct val="115000"/>
              </a:lnSpc>
              <a:buClr>
                <a:schemeClr val="dk1"/>
              </a:buClr>
              <a:buSzPct val="45833"/>
            </a:pPr>
            <a:endParaRPr sz="3200" dirty="0">
              <a:solidFill>
                <a:schemeClr val="accent1"/>
              </a:solidFill>
              <a:highlight>
                <a:srgbClr val="93C47D"/>
              </a:highlight>
            </a:endParaRPr>
          </a:p>
          <a:p>
            <a:pPr algn="ctr"/>
            <a:endParaRPr dirty="0"/>
          </a:p>
        </p:txBody>
      </p:sp>
      <p:sp>
        <p:nvSpPr>
          <p:cNvPr id="303" name="Google Shape;303;g2676f7274c6_0_40"/>
          <p:cNvSpPr txBox="1">
            <a:spLocks noGrp="1"/>
          </p:cNvSpPr>
          <p:nvPr>
            <p:ph type="body" idx="4294967295"/>
          </p:nvPr>
        </p:nvSpPr>
        <p:spPr>
          <a:xfrm>
            <a:off x="1485900" y="2332038"/>
            <a:ext cx="9191625" cy="328453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/>
          </a:bodyPr>
          <a:lstStyle/>
          <a:p>
            <a:pPr marL="0" indent="0">
              <a:buNone/>
            </a:pPr>
            <a:r>
              <a:rPr lang="en" sz="3333" dirty="0">
                <a:solidFill>
                  <a:schemeClr val="dk1"/>
                </a:solidFill>
              </a:rPr>
              <a:t>Prep: Giving out the instructions, NFC Lock+Key and</a:t>
            </a:r>
            <a:endParaRPr sz="3333" dirty="0">
              <a:solidFill>
                <a:schemeClr val="dk1"/>
              </a:solidFill>
            </a:endParaRPr>
          </a:p>
          <a:p>
            <a:pPr marL="0" indent="0">
              <a:buNone/>
            </a:pPr>
            <a:r>
              <a:rPr lang="en" sz="3333" dirty="0">
                <a:solidFill>
                  <a:schemeClr val="dk1"/>
                </a:solidFill>
              </a:rPr>
              <a:t>a Flipper Zero to each group.</a:t>
            </a:r>
            <a:endParaRPr sz="3333" dirty="0">
              <a:solidFill>
                <a:schemeClr val="dk1"/>
              </a:solidFill>
            </a:endParaRPr>
          </a:p>
          <a:p>
            <a:pPr indent="-516454">
              <a:buClr>
                <a:schemeClr val="dk1"/>
              </a:buClr>
              <a:buSzPts val="2500"/>
            </a:pPr>
            <a:r>
              <a:rPr lang="en" sz="3333" dirty="0">
                <a:solidFill>
                  <a:schemeClr val="dk1"/>
                </a:solidFill>
              </a:rPr>
              <a:t>Instructions    </a:t>
            </a:r>
            <a:endParaRPr sz="3333" dirty="0">
              <a:solidFill>
                <a:schemeClr val="dk1"/>
              </a:solidFill>
            </a:endParaRPr>
          </a:p>
          <a:p>
            <a:pPr indent="-516454">
              <a:buClr>
                <a:schemeClr val="dk1"/>
              </a:buClr>
              <a:buSzPts val="2500"/>
            </a:pPr>
            <a:r>
              <a:rPr lang="en" sz="3333" dirty="0">
                <a:solidFill>
                  <a:schemeClr val="dk1"/>
                </a:solidFill>
              </a:rPr>
              <a:t>NFC Cabinet Lock + Master Key</a:t>
            </a:r>
            <a:endParaRPr sz="3333" dirty="0">
              <a:solidFill>
                <a:schemeClr val="dk1"/>
              </a:solidFill>
            </a:endParaRPr>
          </a:p>
          <a:p>
            <a:pPr indent="-516454">
              <a:buClr>
                <a:schemeClr val="dk1"/>
              </a:buClr>
              <a:buSzPts val="2500"/>
            </a:pPr>
            <a:r>
              <a:rPr lang="en" sz="3333" dirty="0">
                <a:solidFill>
                  <a:schemeClr val="dk1"/>
                </a:solidFill>
              </a:rPr>
              <a:t>Flipper Zero</a:t>
            </a:r>
            <a:endParaRPr sz="3333" dirty="0">
              <a:solidFill>
                <a:schemeClr val="dk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56a0fba46b_0_0"/>
          <p:cNvSpPr txBox="1">
            <a:spLocks noGrp="1"/>
          </p:cNvSpPr>
          <p:nvPr>
            <p:ph type="title" idx="4294967295"/>
          </p:nvPr>
        </p:nvSpPr>
        <p:spPr>
          <a:xfrm>
            <a:off x="2266950" y="917575"/>
            <a:ext cx="6467475" cy="76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>
              <a:buSzPct val="111111"/>
            </a:pPr>
            <a:r>
              <a:rPr lang="en" dirty="0"/>
              <a:t>NFC Authentication Types</a:t>
            </a:r>
            <a:endParaRPr dirty="0"/>
          </a:p>
        </p:txBody>
      </p:sp>
      <p:sp>
        <p:nvSpPr>
          <p:cNvPr id="310" name="Google Shape;310;g156a0fba46b_0_0"/>
          <p:cNvSpPr txBox="1">
            <a:spLocks noGrp="1"/>
          </p:cNvSpPr>
          <p:nvPr>
            <p:ph type="body" idx="4294967295"/>
          </p:nvPr>
        </p:nvSpPr>
        <p:spPr>
          <a:xfrm>
            <a:off x="2724150" y="1577975"/>
            <a:ext cx="9467850" cy="455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r>
              <a:rPr lang="en" dirty="0"/>
              <a:t>UID Authentication</a:t>
            </a:r>
            <a:endParaRPr dirty="0"/>
          </a:p>
          <a:p>
            <a:pPr lvl="1"/>
            <a:r>
              <a:rPr lang="en" dirty="0"/>
              <a:t>Insecure - relies on uniqueness of a NFC tag UID</a:t>
            </a:r>
            <a:endParaRPr dirty="0"/>
          </a:p>
          <a:p>
            <a:r>
              <a:rPr lang="en" dirty="0"/>
              <a:t>Data based authentication</a:t>
            </a:r>
            <a:endParaRPr dirty="0"/>
          </a:p>
          <a:p>
            <a:pPr lvl="1"/>
            <a:r>
              <a:rPr lang="en" dirty="0"/>
              <a:t>Key is stored in the sector or page data of the NFC tag</a:t>
            </a:r>
            <a:endParaRPr dirty="0"/>
          </a:p>
          <a:p>
            <a:r>
              <a:rPr lang="en" dirty="0"/>
              <a:t>Challenge–response authentication</a:t>
            </a:r>
            <a:endParaRPr dirty="0"/>
          </a:p>
          <a:p>
            <a:pPr lvl="1"/>
            <a:r>
              <a:rPr lang="en" dirty="0"/>
              <a:t>HMAC-SHA1 algorithm</a:t>
            </a:r>
            <a:endParaRPr dirty="0"/>
          </a:p>
          <a:p>
            <a:pPr lvl="1"/>
            <a:r>
              <a:rPr lang="en" dirty="0"/>
              <a:t>PAM Module - Pluggable Authentication Module</a:t>
            </a:r>
            <a:endParaRPr dirty="0"/>
          </a:p>
          <a:p>
            <a:pPr lvl="1"/>
            <a:r>
              <a:rPr lang="en" dirty="0"/>
              <a:t>Can be extremely difficult to clone/emulate</a:t>
            </a:r>
            <a:endParaRPr dirty="0"/>
          </a:p>
        </p:txBody>
      </p:sp>
      <p:pic>
        <p:nvPicPr>
          <p:cNvPr id="309" name="Google Shape;309;g156a0fba46b_0_0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44633" y="3855600"/>
            <a:ext cx="2699667" cy="2699667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156a0fba46b_0_8"/>
          <p:cNvSpPr txBox="1">
            <a:spLocks noGrp="1"/>
          </p:cNvSpPr>
          <p:nvPr>
            <p:ph type="title" idx="4294967295"/>
          </p:nvPr>
        </p:nvSpPr>
        <p:spPr>
          <a:xfrm>
            <a:off x="792162" y="1344613"/>
            <a:ext cx="10607675" cy="763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4027" dirty="0">
                <a:highlight>
                  <a:srgbClr val="B6D7A8"/>
                </a:highlight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Exercise</a:t>
            </a:r>
            <a:r>
              <a:rPr lang="en" sz="4027" dirty="0">
                <a:highlight>
                  <a:srgbClr val="B6D7A8"/>
                </a:highlight>
              </a:rPr>
              <a:t> - NFC Password Protection &amp; Brute Force</a:t>
            </a:r>
            <a:endParaRPr sz="4027" dirty="0">
              <a:highlight>
                <a:srgbClr val="B6D7A8"/>
              </a:highlight>
            </a:endParaRPr>
          </a:p>
        </p:txBody>
      </p:sp>
      <p:sp>
        <p:nvSpPr>
          <p:cNvPr id="480" name="Google Shape;480;g156a0fba46b_0_8"/>
          <p:cNvSpPr txBox="1">
            <a:spLocks noGrp="1"/>
          </p:cNvSpPr>
          <p:nvPr>
            <p:ph type="body" idx="4294967295"/>
          </p:nvPr>
        </p:nvSpPr>
        <p:spPr>
          <a:xfrm>
            <a:off x="1292225" y="2108200"/>
            <a:ext cx="10899775" cy="364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indent="0">
              <a:buNone/>
            </a:pPr>
            <a:r>
              <a:rPr lang="en" sz="3333" dirty="0"/>
              <a:t>Prep: Giving out the instructions, NTAG215 tag to each student and a reader to each group. </a:t>
            </a:r>
            <a:endParaRPr sz="3333" dirty="0"/>
          </a:p>
          <a:p>
            <a:pPr indent="-516454">
              <a:buSzPts val="2500"/>
            </a:pPr>
            <a:r>
              <a:rPr lang="en" sz="3333" dirty="0"/>
              <a:t>Instructions</a:t>
            </a:r>
            <a:endParaRPr sz="3333" dirty="0"/>
          </a:p>
          <a:p>
            <a:pPr indent="-516454">
              <a:buSzPts val="2500"/>
            </a:pPr>
            <a:r>
              <a:rPr lang="en" sz="3333" dirty="0"/>
              <a:t>VM from thumb drive</a:t>
            </a:r>
            <a:endParaRPr sz="3333" dirty="0"/>
          </a:p>
          <a:p>
            <a:pPr indent="-516454">
              <a:buSzPts val="2500"/>
            </a:pPr>
            <a:r>
              <a:rPr lang="en" sz="3333" dirty="0"/>
              <a:t>ACR122U Reader</a:t>
            </a:r>
            <a:endParaRPr sz="3333" dirty="0"/>
          </a:p>
          <a:p>
            <a:pPr indent="-516454">
              <a:buSzPts val="2500"/>
            </a:pPr>
            <a:r>
              <a:rPr lang="en" sz="3333" dirty="0">
                <a:solidFill>
                  <a:schemeClr val="dk1"/>
                </a:solidFill>
              </a:rPr>
              <a:t>NTAG215 Tag (Round white tag)</a:t>
            </a:r>
            <a:endParaRPr sz="3333" dirty="0">
              <a:solidFill>
                <a:schemeClr val="dk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5"/>
          <p:cNvSpPr txBox="1">
            <a:spLocks noGrp="1"/>
          </p:cNvSpPr>
          <p:nvPr>
            <p:ph type="title" idx="4294967295"/>
          </p:nvPr>
        </p:nvSpPr>
        <p:spPr>
          <a:xfrm>
            <a:off x="831850" y="695325"/>
            <a:ext cx="11360150" cy="76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>
              <a:buSzPct val="111111"/>
            </a:pPr>
            <a:r>
              <a:rPr lang="en"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Playing</a:t>
            </a:r>
            <a:r>
              <a:rPr lang="en"/>
              <a:t> with NFC – Reading/Writing: (with ACR122U)</a:t>
            </a:r>
            <a:endParaRPr/>
          </a:p>
        </p:txBody>
      </p:sp>
      <p:sp>
        <p:nvSpPr>
          <p:cNvPr id="488" name="Google Shape;488;p25"/>
          <p:cNvSpPr txBox="1">
            <a:spLocks noGrp="1"/>
          </p:cNvSpPr>
          <p:nvPr>
            <p:ph type="body" idx="4294967295"/>
          </p:nvPr>
        </p:nvSpPr>
        <p:spPr>
          <a:xfrm>
            <a:off x="990600" y="1622425"/>
            <a:ext cx="11201400" cy="457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r>
              <a:rPr lang="en"/>
              <a:t>You could also use an PN532  </a:t>
            </a:r>
            <a:endParaRPr/>
          </a:p>
          <a:p>
            <a:r>
              <a:rPr lang="en"/>
              <a:t>Make sure you do the following for both ACR122U &amp; PN532:</a:t>
            </a:r>
            <a:endParaRPr/>
          </a:p>
          <a:p>
            <a:pPr lvl="1"/>
            <a:r>
              <a:rPr lang="en"/>
              <a:t>Click on USB icon on top of the VM window 🡪 “USB &amp; Bluetooth Settings”</a:t>
            </a:r>
            <a:endParaRPr/>
          </a:p>
          <a:p>
            <a:pPr lvl="1" indent="-304792">
              <a:buNone/>
            </a:pPr>
            <a:endParaRPr/>
          </a:p>
          <a:p>
            <a:pPr lvl="1"/>
            <a:r>
              <a:rPr lang="en"/>
              <a:t>Make sure you have the following:</a:t>
            </a:r>
            <a:endParaRPr/>
          </a:p>
          <a:p>
            <a:pPr lvl="1" indent="-304792">
              <a:buNone/>
            </a:pPr>
            <a:endParaRPr/>
          </a:p>
        </p:txBody>
      </p:sp>
      <p:pic>
        <p:nvPicPr>
          <p:cNvPr id="489" name="Google Shape;489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19300" y="4023423"/>
            <a:ext cx="8882741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24100" y="5249798"/>
            <a:ext cx="8339352" cy="493777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g2676f7274c6_0_60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475" y="294500"/>
            <a:ext cx="4820132" cy="3200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g2676f7274c6_0_60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6104" y="3281783"/>
            <a:ext cx="4979901" cy="3267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g2676f7274c6_0_60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34100" y="3258816"/>
            <a:ext cx="3931232" cy="3313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g2676f7274c6_0_60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17403" y="220900"/>
            <a:ext cx="4774600" cy="3060867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398667" y="509412"/>
            <a:ext cx="5933440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4000" kern="0" dirty="0">
                <a:solidFill>
                  <a:srgbClr val="595959"/>
                </a:solidFill>
                <a:latin typeface="Roboto"/>
                <a:cs typeface="Roboto"/>
              </a:rPr>
              <a:t>FCCID</a:t>
            </a:r>
            <a:r>
              <a:rPr sz="4000" kern="0" spc="-8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4000" kern="0" dirty="0">
                <a:solidFill>
                  <a:srgbClr val="595959"/>
                </a:solidFill>
                <a:latin typeface="Roboto"/>
                <a:cs typeface="Roboto"/>
              </a:rPr>
              <a:t>Lookup</a:t>
            </a:r>
            <a:r>
              <a:rPr sz="4000" kern="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4000" kern="0" dirty="0">
                <a:solidFill>
                  <a:srgbClr val="2A3890"/>
                </a:solidFill>
                <a:latin typeface="Roboto"/>
                <a:cs typeface="Roboto"/>
              </a:rPr>
              <a:t>–</a:t>
            </a:r>
            <a:r>
              <a:rPr sz="4000" kern="0" spc="-80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4000" kern="0" spc="-13" dirty="0">
                <a:solidFill>
                  <a:srgbClr val="2A3890"/>
                </a:solidFill>
                <a:latin typeface="Roboto"/>
                <a:cs typeface="Roboto"/>
              </a:rPr>
              <a:t>Research</a:t>
            </a:r>
            <a:endParaRPr sz="40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91449" y="1292220"/>
            <a:ext cx="2337647" cy="4785360"/>
            <a:chOff x="593586" y="969165"/>
            <a:chExt cx="1753235" cy="3589020"/>
          </a:xfrm>
        </p:grpSpPr>
        <p:pic>
          <p:nvPicPr>
            <p:cNvPr id="4" name="object 4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5021" y="1049646"/>
              <a:ext cx="1490060" cy="33348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98348" y="973928"/>
              <a:ext cx="1743710" cy="3579495"/>
            </a:xfrm>
            <a:custGeom>
              <a:avLst/>
              <a:gdLst/>
              <a:ahLst/>
              <a:cxnLst/>
              <a:rect l="l" t="t" r="r" b="b"/>
              <a:pathLst>
                <a:path w="1743710" h="3579495">
                  <a:moveTo>
                    <a:pt x="0" y="0"/>
                  </a:moveTo>
                  <a:lnTo>
                    <a:pt x="1743493" y="0"/>
                  </a:lnTo>
                  <a:lnTo>
                    <a:pt x="1743493" y="3579460"/>
                  </a:lnTo>
                  <a:lnTo>
                    <a:pt x="0" y="357946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669344" y="1292220"/>
            <a:ext cx="2101427" cy="4785360"/>
            <a:chOff x="2752008" y="969165"/>
            <a:chExt cx="1576070" cy="3589020"/>
          </a:xfrm>
        </p:grpSpPr>
        <p:pic>
          <p:nvPicPr>
            <p:cNvPr id="7" name="object 7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32489" y="978690"/>
              <a:ext cx="1419104" cy="347680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756771" y="973928"/>
              <a:ext cx="1566545" cy="3579495"/>
            </a:xfrm>
            <a:custGeom>
              <a:avLst/>
              <a:gdLst/>
              <a:ahLst/>
              <a:cxnLst/>
              <a:rect l="l" t="t" r="r" b="b"/>
              <a:pathLst>
                <a:path w="1566545" h="3579495">
                  <a:moveTo>
                    <a:pt x="0" y="0"/>
                  </a:moveTo>
                  <a:lnTo>
                    <a:pt x="1566105" y="0"/>
                  </a:lnTo>
                  <a:lnTo>
                    <a:pt x="1566105" y="3579460"/>
                  </a:lnTo>
                  <a:lnTo>
                    <a:pt x="0" y="357946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158684" y="2116186"/>
            <a:ext cx="5779347" cy="2810933"/>
            <a:chOff x="4619013" y="1587139"/>
            <a:chExt cx="4334510" cy="2108200"/>
          </a:xfrm>
        </p:grpSpPr>
        <p:pic>
          <p:nvPicPr>
            <p:cNvPr id="10" name="object 10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628538" y="1596664"/>
              <a:ext cx="4315358" cy="203314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623775" y="1591901"/>
              <a:ext cx="4324985" cy="2098675"/>
            </a:xfrm>
            <a:custGeom>
              <a:avLst/>
              <a:gdLst/>
              <a:ahLst/>
              <a:cxnLst/>
              <a:rect l="l" t="t" r="r" b="b"/>
              <a:pathLst>
                <a:path w="4324984" h="2098675">
                  <a:moveTo>
                    <a:pt x="0" y="0"/>
                  </a:moveTo>
                  <a:lnTo>
                    <a:pt x="4324883" y="0"/>
                  </a:lnTo>
                  <a:lnTo>
                    <a:pt x="4324883" y="2098585"/>
                  </a:lnTo>
                  <a:lnTo>
                    <a:pt x="0" y="209858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243370" y="1756718"/>
            <a:ext cx="261366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867" b="1" kern="0" dirty="0">
                <a:solidFill>
                  <a:srgbClr val="2A3890"/>
                </a:solidFill>
                <a:latin typeface="Arial"/>
                <a:cs typeface="Arial"/>
              </a:rPr>
              <a:t>Operating</a:t>
            </a:r>
            <a:r>
              <a:rPr sz="1867" b="1" kern="0" spc="-60" dirty="0">
                <a:solidFill>
                  <a:srgbClr val="2A3890"/>
                </a:solidFill>
                <a:latin typeface="Arial"/>
                <a:cs typeface="Arial"/>
              </a:rPr>
              <a:t> </a:t>
            </a:r>
            <a:r>
              <a:rPr sz="1867" b="1" kern="0" spc="-13" dirty="0">
                <a:solidFill>
                  <a:srgbClr val="2A3890"/>
                </a:solidFill>
                <a:latin typeface="Arial"/>
                <a:cs typeface="Arial"/>
              </a:rPr>
              <a:t>Frequencies</a:t>
            </a:r>
            <a:endParaRPr sz="186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25</a:t>
            </a:fld>
            <a:endParaRPr kern="0" spc="-33" dirty="0"/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0487" y="2636519"/>
            <a:ext cx="3136900" cy="359073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defTabSz="1219170">
              <a:lnSpc>
                <a:spcPts val="2787"/>
              </a:lnSpc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FCCID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[ID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ON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KEY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FOB]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6095" y="1875874"/>
            <a:ext cx="6189980" cy="11250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72331" indent="-555398" defTabSz="1219170">
              <a:spcBef>
                <a:spcPts val="133"/>
              </a:spcBef>
              <a:buFontTx/>
              <a:buAutoNum type="arabicPeriod"/>
              <a:tabLst>
                <a:tab pos="572331" algn="l"/>
              </a:tabLst>
            </a:pP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Take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key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fob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/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Use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your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own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key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fob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2331" indent="-555398" defTabSz="1219170">
              <a:buFontTx/>
              <a:buAutoNum type="arabicPeriod"/>
              <a:tabLst>
                <a:tab pos="5723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Find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FCCID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key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fob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2331" indent="-555398" defTabSz="1219170">
              <a:buFontTx/>
              <a:buAutoNum type="arabicPeriod"/>
              <a:tabLst>
                <a:tab pos="572331" algn="l"/>
                <a:tab pos="4795400" algn="l"/>
              </a:tabLst>
            </a:pP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Search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	on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Google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4886" y="3743960"/>
            <a:ext cx="6833447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  <a:tabLst>
                <a:tab pos="613818" algn="l"/>
              </a:tabLst>
            </a:pPr>
            <a:r>
              <a:rPr sz="2667" b="1" kern="0" spc="-33" dirty="0">
                <a:solidFill>
                  <a:srgbClr val="D13368"/>
                </a:solidFill>
                <a:latin typeface="Roboto"/>
                <a:cs typeface="Roboto"/>
              </a:rPr>
              <a:t>4.</a:t>
            </a:r>
            <a:r>
              <a:rPr sz="2667" b="1" kern="0" dirty="0">
                <a:solidFill>
                  <a:srgbClr val="D13368"/>
                </a:solidFill>
                <a:latin typeface="Roboto"/>
                <a:cs typeface="Roboto"/>
              </a:rPr>
              <a:t>	What</a:t>
            </a:r>
            <a:r>
              <a:rPr sz="2667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667" b="1" kern="0" dirty="0">
                <a:solidFill>
                  <a:srgbClr val="D13368"/>
                </a:solidFill>
                <a:latin typeface="Roboto"/>
                <a:cs typeface="Roboto"/>
              </a:rPr>
              <a:t>frequency</a:t>
            </a:r>
            <a:r>
              <a:rPr sz="2667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667" b="1" kern="0" dirty="0">
                <a:solidFill>
                  <a:srgbClr val="D13368"/>
                </a:solidFill>
                <a:latin typeface="Roboto"/>
                <a:cs typeface="Roboto"/>
              </a:rPr>
              <a:t>does</a:t>
            </a:r>
            <a:r>
              <a:rPr sz="2667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667" b="1" kern="0" dirty="0">
                <a:solidFill>
                  <a:srgbClr val="D13368"/>
                </a:solidFill>
                <a:latin typeface="Roboto"/>
                <a:cs typeface="Roboto"/>
              </a:rPr>
              <a:t>the</a:t>
            </a:r>
            <a:r>
              <a:rPr sz="2667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667" b="1" kern="0" dirty="0">
                <a:solidFill>
                  <a:srgbClr val="D13368"/>
                </a:solidFill>
                <a:latin typeface="Roboto"/>
                <a:cs typeface="Roboto"/>
              </a:rPr>
              <a:t>key</a:t>
            </a:r>
            <a:r>
              <a:rPr sz="2667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667" b="1" kern="0" dirty="0">
                <a:solidFill>
                  <a:srgbClr val="D13368"/>
                </a:solidFill>
                <a:latin typeface="Roboto"/>
                <a:cs typeface="Roboto"/>
              </a:rPr>
              <a:t>fob</a:t>
            </a:r>
            <a:r>
              <a:rPr sz="2667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667" b="1" kern="0" dirty="0">
                <a:solidFill>
                  <a:srgbClr val="D13368"/>
                </a:solidFill>
                <a:latin typeface="Roboto"/>
                <a:cs typeface="Roboto"/>
              </a:rPr>
              <a:t>run</a:t>
            </a:r>
            <a:r>
              <a:rPr sz="2667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667" b="1" kern="0" spc="-33" dirty="0">
                <a:solidFill>
                  <a:srgbClr val="D13368"/>
                </a:solidFill>
                <a:latin typeface="Roboto"/>
                <a:cs typeface="Roboto"/>
              </a:rPr>
              <a:t>on?</a:t>
            </a:r>
            <a:endParaRPr sz="26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26</a:t>
            </a:fld>
            <a:endParaRPr kern="0" spc="-33" dirty="0"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557213"/>
            <a:ext cx="6330950" cy="6318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/>
              <a:t>FCCID</a:t>
            </a:r>
            <a:r>
              <a:rPr spc="-80" dirty="0"/>
              <a:t> </a:t>
            </a:r>
            <a:r>
              <a:rPr dirty="0"/>
              <a:t>Lookup</a:t>
            </a:r>
            <a:r>
              <a:rPr spc="-60" dirty="0"/>
              <a:t> </a:t>
            </a:r>
            <a:r>
              <a:rPr dirty="0">
                <a:solidFill>
                  <a:srgbClr val="2A3890"/>
                </a:solidFill>
              </a:rPr>
              <a:t>–</a:t>
            </a:r>
            <a:r>
              <a:rPr spc="-80" dirty="0">
                <a:solidFill>
                  <a:srgbClr val="2A3890"/>
                </a:solidFill>
              </a:rPr>
              <a:t> </a:t>
            </a:r>
            <a:r>
              <a:rPr spc="-13" dirty="0">
                <a:solidFill>
                  <a:srgbClr val="2A3890"/>
                </a:solidFill>
              </a:rPr>
              <a:t>Exercise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12132" y="814367"/>
            <a:ext cx="3368832" cy="569276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13363"/>
            <a:ext cx="8370771" cy="6318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/>
              <a:t>FCCID</a:t>
            </a:r>
            <a:r>
              <a:rPr spc="-73" dirty="0"/>
              <a:t> </a:t>
            </a:r>
            <a:r>
              <a:rPr dirty="0"/>
              <a:t>Lookup</a:t>
            </a:r>
            <a:r>
              <a:rPr spc="-47" dirty="0"/>
              <a:t> </a:t>
            </a:r>
            <a:r>
              <a:rPr dirty="0">
                <a:solidFill>
                  <a:srgbClr val="2A3890"/>
                </a:solidFill>
              </a:rPr>
              <a:t>–</a:t>
            </a:r>
            <a:r>
              <a:rPr spc="-67" dirty="0">
                <a:solidFill>
                  <a:srgbClr val="2A3890"/>
                </a:solidFill>
              </a:rPr>
              <a:t> </a:t>
            </a:r>
            <a:r>
              <a:rPr dirty="0">
                <a:solidFill>
                  <a:srgbClr val="2A3890"/>
                </a:solidFill>
              </a:rPr>
              <a:t>Other</a:t>
            </a:r>
            <a:r>
              <a:rPr spc="-67" dirty="0">
                <a:solidFill>
                  <a:srgbClr val="2A3890"/>
                </a:solidFill>
              </a:rPr>
              <a:t> </a:t>
            </a:r>
            <a:r>
              <a:rPr spc="-13" dirty="0">
                <a:solidFill>
                  <a:srgbClr val="2A3890"/>
                </a:solidFill>
              </a:rPr>
              <a:t>Examples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41934" y="1509400"/>
            <a:ext cx="3553460" cy="2198793"/>
            <a:chOff x="1006450" y="1132049"/>
            <a:chExt cx="2665095" cy="1649095"/>
          </a:xfrm>
        </p:grpSpPr>
        <p:pic>
          <p:nvPicPr>
            <p:cNvPr id="4" name="object 4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15975" y="1141574"/>
              <a:ext cx="2645450" cy="16294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11212" y="1136812"/>
              <a:ext cx="2655570" cy="1639570"/>
            </a:xfrm>
            <a:custGeom>
              <a:avLst/>
              <a:gdLst/>
              <a:ahLst/>
              <a:cxnLst/>
              <a:rect l="l" t="t" r="r" b="b"/>
              <a:pathLst>
                <a:path w="2655570" h="1639570">
                  <a:moveTo>
                    <a:pt x="0" y="0"/>
                  </a:moveTo>
                  <a:lnTo>
                    <a:pt x="2654975" y="0"/>
                  </a:lnTo>
                  <a:lnTo>
                    <a:pt x="2654975" y="1638950"/>
                  </a:lnTo>
                  <a:lnTo>
                    <a:pt x="0" y="163895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159102" y="3779841"/>
            <a:ext cx="191600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iPhone</a:t>
            </a:r>
            <a:r>
              <a:rPr sz="2400" b="1" kern="0" spc="-12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FCCID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028999" y="1509401"/>
            <a:ext cx="4030133" cy="2198793"/>
            <a:chOff x="5271749" y="1132050"/>
            <a:chExt cx="3022600" cy="1649095"/>
          </a:xfrm>
        </p:grpSpPr>
        <p:pic>
          <p:nvPicPr>
            <p:cNvPr id="8" name="object 8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281274" y="1141575"/>
              <a:ext cx="3003418" cy="162942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76512" y="1136812"/>
              <a:ext cx="3013075" cy="1639570"/>
            </a:xfrm>
            <a:custGeom>
              <a:avLst/>
              <a:gdLst/>
              <a:ahLst/>
              <a:cxnLst/>
              <a:rect l="l" t="t" r="r" b="b"/>
              <a:pathLst>
                <a:path w="3013075" h="1639570">
                  <a:moveTo>
                    <a:pt x="0" y="0"/>
                  </a:moveTo>
                  <a:lnTo>
                    <a:pt x="3012943" y="0"/>
                  </a:lnTo>
                  <a:lnTo>
                    <a:pt x="3012943" y="1638949"/>
                  </a:lnTo>
                  <a:lnTo>
                    <a:pt x="0" y="16389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018145" y="3779841"/>
            <a:ext cx="204978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Key</a:t>
            </a:r>
            <a:r>
              <a:rPr sz="2400" b="1" kern="0" spc="-6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Fob</a:t>
            </a:r>
            <a:r>
              <a:rPr sz="2400" b="1" kern="0" spc="-6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FCCID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689667" y="4281966"/>
            <a:ext cx="2786380" cy="1943100"/>
            <a:chOff x="3517250" y="3211474"/>
            <a:chExt cx="2089785" cy="1457325"/>
          </a:xfrm>
        </p:grpSpPr>
        <p:pic>
          <p:nvPicPr>
            <p:cNvPr id="12" name="object 12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26775" y="3220999"/>
              <a:ext cx="2070324" cy="143774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522012" y="3216237"/>
              <a:ext cx="2080260" cy="1447800"/>
            </a:xfrm>
            <a:custGeom>
              <a:avLst/>
              <a:gdLst/>
              <a:ahLst/>
              <a:cxnLst/>
              <a:rect l="l" t="t" r="r" b="b"/>
              <a:pathLst>
                <a:path w="2080260" h="1447800">
                  <a:moveTo>
                    <a:pt x="0" y="0"/>
                  </a:moveTo>
                  <a:lnTo>
                    <a:pt x="2079849" y="0"/>
                  </a:lnTo>
                  <a:lnTo>
                    <a:pt x="2079849" y="1447274"/>
                  </a:lnTo>
                  <a:lnTo>
                    <a:pt x="0" y="14472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603347" y="6318869"/>
            <a:ext cx="2954867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840"/>
              </a:lnSpc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PS5</a:t>
            </a:r>
            <a:r>
              <a:rPr sz="2400" b="1" kern="0" spc="-5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Controller</a:t>
            </a:r>
            <a:r>
              <a:rPr sz="2400" b="1" kern="0" spc="-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FCCID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377941" y="6320327"/>
            <a:ext cx="298027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193"/>
              </a:lnSpc>
            </a:pPr>
            <a:r>
              <a:rPr sz="1867" kern="0" spc="-33" dirty="0">
                <a:solidFill>
                  <a:srgbClr val="434343"/>
                </a:solidFill>
                <a:latin typeface="Arial"/>
                <a:cs typeface="Arial"/>
              </a:rPr>
              <a:t>38</a:t>
            </a:r>
            <a:endParaRPr sz="186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894833" y="3397551"/>
            <a:ext cx="673438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b="1" kern="0" dirty="0">
                <a:latin typeface="Roboto"/>
                <a:cs typeface="Roboto"/>
              </a:rPr>
              <a:t>GQRX:</a:t>
            </a:r>
            <a:r>
              <a:rPr sz="3200" b="1" kern="0" spc="-8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Find</a:t>
            </a:r>
            <a:r>
              <a:rPr sz="3200" kern="0" spc="-7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a</a:t>
            </a:r>
            <a:r>
              <a:rPr sz="3200" kern="0" spc="-7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Radio</a:t>
            </a:r>
            <a:r>
              <a:rPr sz="3200" kern="0" spc="-7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Station</a:t>
            </a:r>
            <a:r>
              <a:rPr sz="3200" kern="0" spc="-7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/</a:t>
            </a:r>
            <a:r>
              <a:rPr sz="3200" kern="0" spc="-8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Key</a:t>
            </a:r>
            <a:r>
              <a:rPr sz="3200" kern="0" spc="-73" dirty="0">
                <a:latin typeface="Roboto"/>
                <a:cs typeface="Roboto"/>
              </a:rPr>
              <a:t> </a:t>
            </a:r>
            <a:r>
              <a:rPr sz="3200" kern="0" spc="-33" dirty="0">
                <a:latin typeface="Roboto"/>
                <a:cs typeface="Roboto"/>
              </a:rPr>
              <a:t>Fob</a:t>
            </a:r>
            <a:endParaRPr sz="3200" kern="0" dirty="0">
              <a:latin typeface="Roboto"/>
              <a:cs typeface="Roboto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2455863"/>
            <a:ext cx="9715500" cy="7969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dirty="0"/>
              <a:t>SDR</a:t>
            </a:r>
            <a:r>
              <a:rPr sz="5600" spc="-147" dirty="0"/>
              <a:t> </a:t>
            </a:r>
            <a:r>
              <a:rPr sz="5600" spc="-13" dirty="0"/>
              <a:t>Exercise</a:t>
            </a:r>
            <a:r>
              <a:rPr sz="5600" spc="-147" dirty="0"/>
              <a:t> </a:t>
            </a:r>
            <a:r>
              <a:rPr sz="5600" spc="-33" dirty="0"/>
              <a:t>#01</a:t>
            </a:r>
            <a:endParaRPr sz="5600" dirty="0"/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479464" y="3381231"/>
            <a:ext cx="6622627" cy="3011593"/>
            <a:chOff x="1860012" y="2550187"/>
            <a:chExt cx="4966970" cy="225869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4775" y="2554950"/>
              <a:ext cx="4957250" cy="224865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60012" y="2550187"/>
              <a:ext cx="4966970" cy="2258695"/>
            </a:xfrm>
            <a:custGeom>
              <a:avLst/>
              <a:gdLst/>
              <a:ahLst/>
              <a:cxnLst/>
              <a:rect l="l" t="t" r="r" b="b"/>
              <a:pathLst>
                <a:path w="4966970" h="2258695">
                  <a:moveTo>
                    <a:pt x="0" y="0"/>
                  </a:moveTo>
                  <a:lnTo>
                    <a:pt x="4966775" y="0"/>
                  </a:lnTo>
                  <a:lnTo>
                    <a:pt x="4966775" y="2258175"/>
                  </a:lnTo>
                  <a:lnTo>
                    <a:pt x="0" y="22581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75342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#01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1</a:t>
            </a:r>
            <a:endParaRPr sz="3600"/>
          </a:p>
          <a:p>
            <a:pPr marL="16933"/>
            <a:r>
              <a:rPr sz="3600" dirty="0">
                <a:solidFill>
                  <a:srgbClr val="D13368"/>
                </a:solidFill>
              </a:rPr>
              <a:t>Plugin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and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ensure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HackRF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is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working</a:t>
            </a:r>
            <a:endParaRPr sz="3600"/>
          </a:p>
        </p:txBody>
      </p:sp>
      <p:sp>
        <p:nvSpPr>
          <p:cNvPr id="10" name="object 10"/>
          <p:cNvSpPr txBox="1"/>
          <p:nvPr/>
        </p:nvSpPr>
        <p:spPr>
          <a:xfrm>
            <a:off x="710241" y="1702444"/>
            <a:ext cx="4410287" cy="1528688"/>
          </a:xfrm>
          <a:prstGeom prst="rect">
            <a:avLst/>
          </a:prstGeom>
        </p:spPr>
        <p:txBody>
          <a:bodyPr vert="horz" wrap="square" lIns="0" tIns="220980" rIns="0" bIns="0" rtlCol="0">
            <a:spAutoFit/>
          </a:bodyPr>
          <a:lstStyle/>
          <a:p>
            <a:pPr marL="585031" indent="-568098" defTabSz="1219170">
              <a:spcBef>
                <a:spcPts val="1740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Plugin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61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Ensure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connected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defTabSz="1219170">
              <a:spcBef>
                <a:spcPts val="127"/>
              </a:spcBef>
            </a:pPr>
            <a:r>
              <a:rPr sz="2267" b="1" kern="0" spc="-13" dirty="0">
                <a:solidFill>
                  <a:srgbClr val="D13368"/>
                </a:solidFill>
                <a:latin typeface="Courier New"/>
                <a:cs typeface="Courier New"/>
              </a:rPr>
              <a:t>hackrf_info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body" idx="4294967295"/>
          </p:nvPr>
        </p:nvSpPr>
        <p:spPr>
          <a:xfrm>
            <a:off x="6234113" y="1878013"/>
            <a:ext cx="5957887" cy="2420937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6933">
              <a:spcBef>
                <a:spcPts val="960"/>
              </a:spcBef>
            </a:pPr>
            <a:r>
              <a:rPr spc="-33" dirty="0"/>
              <a:t>GUI</a:t>
            </a:r>
          </a:p>
          <a:p>
            <a:pPr marL="626518" marR="296326" indent="-568946">
              <a:lnSpc>
                <a:spcPct val="114999"/>
              </a:lnSpc>
              <a:spcBef>
                <a:spcPts val="400"/>
              </a:spcBef>
              <a:buFont typeface="Roboto"/>
              <a:buAutoNum type="arabicPeriod"/>
              <a:tabLst>
                <a:tab pos="626518" algn="l"/>
              </a:tabLst>
            </a:pP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000" b="0" spc="-47" dirty="0">
                <a:solidFill>
                  <a:srgbClr val="434343"/>
                </a:solidFill>
              </a:rPr>
              <a:t> </a:t>
            </a:r>
            <a:r>
              <a:rPr sz="2000" b="0" spc="-13" dirty="0">
                <a:solidFill>
                  <a:srgbClr val="434343"/>
                </a:solidFill>
              </a:rPr>
              <a:t>“Application</a:t>
            </a:r>
            <a:r>
              <a:rPr sz="2000" b="0" spc="-40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Menu”</a:t>
            </a:r>
            <a:r>
              <a:rPr sz="2000" b="0" spc="-40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000" b="0" spc="13" dirty="0">
                <a:solidFill>
                  <a:srgbClr val="434343"/>
                </a:solidFill>
              </a:rPr>
              <a:t> </a:t>
            </a:r>
            <a:r>
              <a:rPr sz="2000" spc="-13" dirty="0">
                <a:solidFill>
                  <a:srgbClr val="434343"/>
                </a:solidFill>
              </a:rPr>
              <a:t>bottom </a:t>
            </a:r>
            <a:r>
              <a:rPr sz="2000" dirty="0">
                <a:solidFill>
                  <a:srgbClr val="434343"/>
                </a:solidFill>
              </a:rPr>
              <a:t>left</a:t>
            </a:r>
            <a:r>
              <a:rPr sz="2000" spc="-67" dirty="0">
                <a:solidFill>
                  <a:srgbClr val="434343"/>
                </a:solidFill>
              </a:rPr>
              <a:t> </a:t>
            </a:r>
            <a:r>
              <a:rPr sz="2000" spc="-13" dirty="0">
                <a:solidFill>
                  <a:srgbClr val="434343"/>
                </a:solidFill>
              </a:rPr>
              <a:t>corner</a:t>
            </a:r>
          </a:p>
          <a:p>
            <a:pPr marL="626518" marR="153243" indent="-568946">
              <a:lnSpc>
                <a:spcPct val="114999"/>
              </a:lnSpc>
              <a:spcBef>
                <a:spcPts val="400"/>
              </a:spcBef>
              <a:buFont typeface="Roboto"/>
              <a:buAutoNum type="arabicPeriod"/>
              <a:tabLst>
                <a:tab pos="626518" algn="l"/>
              </a:tabLst>
            </a:pP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Search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box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“</a:t>
            </a:r>
            <a:r>
              <a:rPr sz="2000" dirty="0">
                <a:solidFill>
                  <a:srgbClr val="434343"/>
                </a:solidFill>
              </a:rPr>
              <a:t>gqrx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”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000" b="0" spc="-33" dirty="0">
                <a:solidFill>
                  <a:srgbClr val="434343"/>
                </a:solidFill>
              </a:rPr>
              <a:t> ﬁnd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b="0" spc="-20" dirty="0">
                <a:solidFill>
                  <a:srgbClr val="434343"/>
                </a:solidFill>
              </a:rPr>
              <a:t> </a:t>
            </a:r>
            <a:r>
              <a:rPr sz="2000" b="0" spc="-13" dirty="0">
                <a:solidFill>
                  <a:srgbClr val="434343"/>
                </a:solidFill>
              </a:rPr>
              <a:t>application</a:t>
            </a:r>
          </a:p>
          <a:p>
            <a:pPr marL="625671" indent="-568098">
              <a:spcBef>
                <a:spcPts val="833"/>
              </a:spcBef>
              <a:buFont typeface="Roboto"/>
              <a:buAutoNum type="arabicPeriod"/>
              <a:tabLst>
                <a:tab pos="625671" algn="l"/>
              </a:tabLst>
            </a:pP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000" b="0" spc="-47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on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Gqrx</a:t>
            </a:r>
            <a:r>
              <a:rPr sz="2000" b="0" spc="-27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application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r>
              <a:rPr sz="2000" b="0" spc="-27" dirty="0">
                <a:solidFill>
                  <a:srgbClr val="434343"/>
                </a:solidFill>
              </a:rPr>
              <a:t> </a:t>
            </a:r>
            <a:r>
              <a:rPr sz="2000" b="0" spc="-33" dirty="0">
                <a:solidFill>
                  <a:srgbClr val="434343"/>
                </a:solidFill>
              </a:rPr>
              <a:t>it</a:t>
            </a: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957888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#01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2 </a:t>
            </a:r>
            <a:r>
              <a:rPr sz="3600" dirty="0">
                <a:solidFill>
                  <a:srgbClr val="D13368"/>
                </a:solidFill>
              </a:rPr>
              <a:t>Launch</a:t>
            </a:r>
            <a:r>
              <a:rPr sz="3600" spc="-4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the</a:t>
            </a:r>
            <a:r>
              <a:rPr sz="3600" spc="-20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GQRX</a:t>
            </a:r>
            <a:r>
              <a:rPr sz="3600" b="1" spc="-4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application</a:t>
            </a:r>
            <a:endParaRPr sz="3600"/>
          </a:p>
        </p:txBody>
      </p:sp>
      <p:sp>
        <p:nvSpPr>
          <p:cNvPr id="9" name="object 9"/>
          <p:cNvSpPr txBox="1"/>
          <p:nvPr/>
        </p:nvSpPr>
        <p:spPr>
          <a:xfrm>
            <a:off x="668867" y="1877613"/>
            <a:ext cx="124460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Terminal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241" y="2257598"/>
            <a:ext cx="4083473" cy="7481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  <a:tabLst>
                <a:tab pos="58503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1.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command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below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>
              <a:spcBef>
                <a:spcPts val="127"/>
              </a:spcBef>
            </a:pPr>
            <a:r>
              <a:rPr sz="2267" b="1" kern="0" spc="-27" dirty="0">
                <a:solidFill>
                  <a:srgbClr val="D13368"/>
                </a:solidFill>
                <a:latin typeface="Courier New"/>
                <a:cs typeface="Courier New"/>
              </a:rPr>
              <a:t>gqrx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45499" y="4673001"/>
            <a:ext cx="2738119" cy="1426633"/>
            <a:chOff x="4984124" y="3504750"/>
            <a:chExt cx="2053589" cy="106997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93650" y="3514275"/>
              <a:ext cx="2034099" cy="105057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988887" y="3509512"/>
              <a:ext cx="2044064" cy="1060450"/>
            </a:xfrm>
            <a:custGeom>
              <a:avLst/>
              <a:gdLst/>
              <a:ahLst/>
              <a:cxnLst/>
              <a:rect l="l" t="t" r="r" b="b"/>
              <a:pathLst>
                <a:path w="2044065" h="1060450">
                  <a:moveTo>
                    <a:pt x="0" y="0"/>
                  </a:moveTo>
                  <a:lnTo>
                    <a:pt x="2043624" y="0"/>
                  </a:lnTo>
                  <a:lnTo>
                    <a:pt x="2043624" y="1060099"/>
                  </a:lnTo>
                  <a:lnTo>
                    <a:pt x="0" y="1060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02899" y="3252466"/>
            <a:ext cx="5613400" cy="2322407"/>
            <a:chOff x="302174" y="2439349"/>
            <a:chExt cx="4210050" cy="1741805"/>
          </a:xfrm>
        </p:grpSpPr>
        <p:pic>
          <p:nvPicPr>
            <p:cNvPr id="15" name="object 15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1700" y="2448874"/>
              <a:ext cx="4190699" cy="172262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06937" y="2444112"/>
              <a:ext cx="4200525" cy="1732280"/>
            </a:xfrm>
            <a:custGeom>
              <a:avLst/>
              <a:gdLst/>
              <a:ahLst/>
              <a:cxnLst/>
              <a:rect l="l" t="t" r="r" b="b"/>
              <a:pathLst>
                <a:path w="4200525" h="1732279">
                  <a:moveTo>
                    <a:pt x="0" y="0"/>
                  </a:moveTo>
                  <a:lnTo>
                    <a:pt x="4200224" y="0"/>
                  </a:lnTo>
                  <a:lnTo>
                    <a:pt x="4200224" y="1732149"/>
                  </a:lnTo>
                  <a:lnTo>
                    <a:pt x="0" y="17321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654437" y="5648530"/>
            <a:ext cx="110998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Terminal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76460" y="6192575"/>
            <a:ext cx="475827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540"/>
              </a:lnSpc>
            </a:pP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GUI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827884" y="1806217"/>
            <a:ext cx="3056467" cy="4687146"/>
            <a:chOff x="4370912" y="1354662"/>
            <a:chExt cx="2292350" cy="351536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75675" y="1359425"/>
              <a:ext cx="2282325" cy="35058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370912" y="1354662"/>
              <a:ext cx="2292350" cy="3515360"/>
            </a:xfrm>
            <a:custGeom>
              <a:avLst/>
              <a:gdLst/>
              <a:ahLst/>
              <a:cxnLst/>
              <a:rect l="l" t="t" r="r" b="b"/>
              <a:pathLst>
                <a:path w="2292350" h="3515360">
                  <a:moveTo>
                    <a:pt x="0" y="0"/>
                  </a:moveTo>
                  <a:lnTo>
                    <a:pt x="2291850" y="0"/>
                  </a:lnTo>
                  <a:lnTo>
                    <a:pt x="2291850" y="3515325"/>
                  </a:lnTo>
                  <a:lnTo>
                    <a:pt x="0" y="351532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371475"/>
            <a:ext cx="9337675" cy="1290638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#01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3</a:t>
            </a:r>
            <a:endParaRPr sz="3600" dirty="0"/>
          </a:p>
          <a:p>
            <a:pPr marL="131230"/>
            <a:r>
              <a:rPr sz="3600" spc="-13" dirty="0">
                <a:solidFill>
                  <a:srgbClr val="D13368"/>
                </a:solidFill>
              </a:rPr>
              <a:t>Conﬁgure</a:t>
            </a:r>
            <a:r>
              <a:rPr sz="3600" spc="-10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I/O</a:t>
            </a:r>
            <a:r>
              <a:rPr sz="3600" spc="-10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Devices</a:t>
            </a:r>
            <a:r>
              <a:rPr sz="3600" spc="-10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(GQRX</a:t>
            </a:r>
            <a:r>
              <a:rPr sz="3600" spc="-9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Settings)</a:t>
            </a:r>
            <a:endParaRPr sz="3600" dirty="0"/>
          </a:p>
        </p:txBody>
      </p:sp>
      <p:sp>
        <p:nvSpPr>
          <p:cNvPr id="10" name="object 10"/>
          <p:cNvSpPr txBox="1"/>
          <p:nvPr/>
        </p:nvSpPr>
        <p:spPr>
          <a:xfrm>
            <a:off x="710241" y="1906863"/>
            <a:ext cx="4627033" cy="172525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indent="-568098" defTabSz="1219170">
              <a:spcBef>
                <a:spcPts val="1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Set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Device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u="heavy" kern="0" spc="-13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hackrf=######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840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Set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u="heavy" kern="0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Input</a:t>
            </a:r>
            <a:r>
              <a:rPr sz="2400" b="1" u="heavy" kern="0" spc="-53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 </a:t>
            </a:r>
            <a:r>
              <a:rPr sz="2400" b="1" u="heavy" kern="0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Rate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8000000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/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(8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mega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samples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per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second)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/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This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is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the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Sample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rate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14363"/>
            <a:ext cx="15192375" cy="1292225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#01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4</a:t>
            </a:r>
            <a:endParaRPr sz="3600"/>
          </a:p>
          <a:p>
            <a:pPr marL="131230"/>
            <a:r>
              <a:rPr sz="3600" dirty="0">
                <a:solidFill>
                  <a:srgbClr val="D13368"/>
                </a:solidFill>
              </a:rPr>
              <a:t>Find</a:t>
            </a:r>
            <a:r>
              <a:rPr sz="3600" spc="-6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radio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station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/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Key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Fob</a:t>
            </a:r>
            <a:r>
              <a:rPr sz="3600" spc="-4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Signal</a:t>
            </a:r>
            <a:endParaRPr sz="3600"/>
          </a:p>
        </p:txBody>
      </p:sp>
      <p:sp>
        <p:nvSpPr>
          <p:cNvPr id="8" name="object 8"/>
          <p:cNvSpPr txBox="1"/>
          <p:nvPr/>
        </p:nvSpPr>
        <p:spPr>
          <a:xfrm>
            <a:off x="710240" y="1906863"/>
            <a:ext cx="6961293" cy="165344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indent="-568098" defTabSz="1219170">
              <a:spcBef>
                <a:spcPts val="1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Change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u="heavy" kern="0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Mode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u="heavy" kern="0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WFM</a:t>
            </a:r>
            <a:r>
              <a:rPr sz="2400" b="1" u="heavy" kern="0" spc="-40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 </a:t>
            </a:r>
            <a:r>
              <a:rPr sz="2400" b="1" u="heavy" kern="0" spc="-13" dirty="0">
                <a:solidFill>
                  <a:srgbClr val="434343"/>
                </a:solidFill>
                <a:uFill>
                  <a:solidFill>
                    <a:srgbClr val="434343"/>
                  </a:solidFill>
                </a:uFill>
                <a:latin typeface="Roboto"/>
                <a:cs typeface="Roboto"/>
              </a:rPr>
              <a:t>(stereo)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840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Tune</a:t>
            </a:r>
            <a:r>
              <a:rPr sz="2400" kern="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your</a:t>
            </a:r>
            <a:r>
              <a:rPr sz="2400" kern="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favorite</a:t>
            </a:r>
            <a:r>
              <a:rPr sz="2400" kern="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radio</a:t>
            </a:r>
            <a:r>
              <a:rPr sz="2400" kern="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station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>
              <a:spcBef>
                <a:spcPts val="27"/>
              </a:spcBef>
            </a:pP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100.3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MHz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/</a:t>
            </a:r>
            <a:r>
              <a:rPr sz="1600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95.5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MHz</a:t>
            </a:r>
            <a:r>
              <a:rPr sz="1600" kern="0" spc="3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/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97.9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MHz</a:t>
            </a:r>
            <a:r>
              <a:rPr sz="1600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/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106.7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MHz</a:t>
            </a:r>
            <a:r>
              <a:rPr sz="1600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/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dirty="0">
                <a:solidFill>
                  <a:srgbClr val="D13368"/>
                </a:solidFill>
                <a:latin typeface="Roboto"/>
                <a:cs typeface="Roboto"/>
              </a:rPr>
              <a:t>92.3</a:t>
            </a:r>
            <a:r>
              <a:rPr sz="1600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600" kern="0" spc="-33" dirty="0">
                <a:solidFill>
                  <a:srgbClr val="D13368"/>
                </a:solidFill>
                <a:latin typeface="Roboto"/>
                <a:cs typeface="Roboto"/>
              </a:rPr>
              <a:t>MHz</a:t>
            </a:r>
            <a:endParaRPr sz="16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6933" defTabSz="1219170">
              <a:spcBef>
                <a:spcPts val="373"/>
              </a:spcBef>
              <a:tabLst>
                <a:tab pos="58503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3.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Play</a:t>
            </a:r>
            <a:r>
              <a:rPr sz="2400" b="1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icon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upper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left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hand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corner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90499" y="3657168"/>
            <a:ext cx="6891867" cy="2719493"/>
            <a:chOff x="667874" y="2742876"/>
            <a:chExt cx="5168900" cy="2039620"/>
          </a:xfrm>
        </p:grpSpPr>
        <p:pic>
          <p:nvPicPr>
            <p:cNvPr id="10" name="object 10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7400" y="2752401"/>
              <a:ext cx="5149349" cy="202014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72637" y="2747638"/>
              <a:ext cx="5159375" cy="2030095"/>
            </a:xfrm>
            <a:custGeom>
              <a:avLst/>
              <a:gdLst/>
              <a:ahLst/>
              <a:cxnLst/>
              <a:rect l="l" t="t" r="r" b="b"/>
              <a:pathLst>
                <a:path w="5159375" h="2030095">
                  <a:moveTo>
                    <a:pt x="0" y="0"/>
                  </a:moveTo>
                  <a:lnTo>
                    <a:pt x="5158874" y="0"/>
                  </a:lnTo>
                  <a:lnTo>
                    <a:pt x="5158874" y="2029674"/>
                  </a:lnTo>
                  <a:lnTo>
                    <a:pt x="0" y="20296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8350266" y="2118767"/>
            <a:ext cx="3355340" cy="2243667"/>
            <a:chOff x="6262699" y="1589075"/>
            <a:chExt cx="2516505" cy="1682750"/>
          </a:xfrm>
        </p:grpSpPr>
        <p:pic>
          <p:nvPicPr>
            <p:cNvPr id="13" name="object 13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72224" y="1598600"/>
              <a:ext cx="2497099" cy="16635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267462" y="1593837"/>
              <a:ext cx="2506980" cy="1673225"/>
            </a:xfrm>
            <a:custGeom>
              <a:avLst/>
              <a:gdLst/>
              <a:ahLst/>
              <a:cxnLst/>
              <a:rect l="l" t="t" r="r" b="b"/>
              <a:pathLst>
                <a:path w="2506979" h="1673225">
                  <a:moveTo>
                    <a:pt x="0" y="0"/>
                  </a:moveTo>
                  <a:lnTo>
                    <a:pt x="2506624" y="0"/>
                  </a:lnTo>
                  <a:lnTo>
                    <a:pt x="2506624" y="1673025"/>
                  </a:lnTo>
                  <a:lnTo>
                    <a:pt x="0" y="167302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710064" y="4490730"/>
            <a:ext cx="2634827" cy="67356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999042" marR="6773" indent="-982955" defTabSz="1219170">
              <a:spcBef>
                <a:spcPts val="133"/>
              </a:spcBef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Find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a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Key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Fob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Signal [FSK]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52176" y="6469509"/>
            <a:ext cx="2367280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540"/>
              </a:lnSpc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Find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a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radio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station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985950" y="3641284"/>
            <a:ext cx="7592907" cy="3009054"/>
            <a:chOff x="739462" y="2730962"/>
            <a:chExt cx="5694680" cy="2256790"/>
          </a:xfrm>
        </p:grpSpPr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4225" y="2735725"/>
              <a:ext cx="5684898" cy="22466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39462" y="2730962"/>
              <a:ext cx="5694680" cy="2256790"/>
            </a:xfrm>
            <a:custGeom>
              <a:avLst/>
              <a:gdLst/>
              <a:ahLst/>
              <a:cxnLst/>
              <a:rect l="l" t="t" r="r" b="b"/>
              <a:pathLst>
                <a:path w="5694680" h="2256790">
                  <a:moveTo>
                    <a:pt x="0" y="0"/>
                  </a:moveTo>
                  <a:lnTo>
                    <a:pt x="5694423" y="0"/>
                  </a:lnTo>
                  <a:lnTo>
                    <a:pt x="5694423" y="2256224"/>
                  </a:lnTo>
                  <a:lnTo>
                    <a:pt x="0" y="22562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4260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#01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5 </a:t>
            </a:r>
            <a:r>
              <a:rPr sz="3600" dirty="0">
                <a:solidFill>
                  <a:srgbClr val="D13368"/>
                </a:solidFill>
              </a:rPr>
              <a:t>Tune</a:t>
            </a:r>
            <a:r>
              <a:rPr sz="3600" spc="-13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your</a:t>
            </a:r>
            <a:r>
              <a:rPr sz="3600" spc="-13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signal</a:t>
            </a:r>
            <a:endParaRPr sz="360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 dirty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240" y="1906875"/>
            <a:ext cx="10229427" cy="158675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indent="-568098" defTabSz="1219170">
              <a:spcBef>
                <a:spcPts val="133"/>
              </a:spcBef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Select</a:t>
            </a:r>
            <a:r>
              <a:rPr sz="2400" b="1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an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area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where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there's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signal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b="1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tune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into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(solid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line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or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blurbs)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840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Turn</a:t>
            </a:r>
            <a:r>
              <a:rPr sz="2400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up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Gain</a:t>
            </a:r>
            <a:r>
              <a:rPr sz="2400" b="1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(volume)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bottom</a:t>
            </a:r>
            <a:r>
              <a:rPr sz="2400" b="1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right</a:t>
            </a:r>
            <a:r>
              <a:rPr sz="2400" b="1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hand</a:t>
            </a:r>
            <a:r>
              <a:rPr sz="2400" b="1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corner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840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Under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Squelch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87" dirty="0">
                <a:solidFill>
                  <a:srgbClr val="434343"/>
                </a:solidFill>
                <a:latin typeface="Roboto"/>
                <a:cs typeface="Roboto"/>
              </a:rPr>
              <a:t>‘A’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then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down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arrow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few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remove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noise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51884" y="3407076"/>
            <a:ext cx="7272020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kern="0" dirty="0">
                <a:latin typeface="Roboto"/>
                <a:cs typeface="Roboto"/>
              </a:rPr>
              <a:t>Record</a:t>
            </a:r>
            <a:r>
              <a:rPr sz="3200" kern="0" spc="-10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a</a:t>
            </a:r>
            <a:r>
              <a:rPr sz="3200" kern="0" spc="-10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Key</a:t>
            </a:r>
            <a:r>
              <a:rPr sz="3200" kern="0" spc="-9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Fob</a:t>
            </a:r>
            <a:r>
              <a:rPr sz="3200" kern="0" spc="-10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Signal</a:t>
            </a:r>
            <a:r>
              <a:rPr sz="3200" kern="0" spc="-93" dirty="0">
                <a:latin typeface="Roboto"/>
                <a:cs typeface="Roboto"/>
              </a:rPr>
              <a:t> </a:t>
            </a:r>
            <a:r>
              <a:rPr sz="3200" kern="0" spc="-13" dirty="0">
                <a:latin typeface="Roboto"/>
                <a:cs typeface="Roboto"/>
              </a:rPr>
              <a:t>(basic_capture)</a:t>
            </a:r>
            <a:endParaRPr sz="3200" kern="0" dirty="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latin typeface="Roboto"/>
                <a:cs typeface="Roboto"/>
              </a:rPr>
              <a:t>DO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spc="-27" dirty="0">
                <a:latin typeface="Roboto"/>
                <a:cs typeface="Roboto"/>
              </a:rPr>
              <a:t>NOT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dirty="0">
                <a:latin typeface="Roboto"/>
                <a:cs typeface="Roboto"/>
              </a:rPr>
              <a:t>COPY</a:t>
            </a:r>
            <a:r>
              <a:rPr sz="1067" b="1" kern="0" spc="-27" dirty="0">
                <a:latin typeface="Roboto"/>
                <a:cs typeface="Roboto"/>
              </a:rPr>
              <a:t> </a:t>
            </a:r>
            <a:r>
              <a:rPr sz="1067" b="1" kern="0" spc="-33" dirty="0">
                <a:latin typeface="Roboto"/>
                <a:cs typeface="Roboto"/>
              </a:rPr>
              <a:t>OR</a:t>
            </a:r>
            <a:r>
              <a:rPr sz="1067" b="1" kern="0" spc="667" dirty="0">
                <a:latin typeface="Roboto"/>
                <a:cs typeface="Roboto"/>
              </a:rPr>
              <a:t> </a:t>
            </a:r>
            <a:r>
              <a:rPr sz="1067" b="1" kern="0" spc="-13" dirty="0">
                <a:latin typeface="Roboto"/>
                <a:cs typeface="Roboto"/>
              </a:rPr>
              <a:t>REPRODUCE</a:t>
            </a:r>
            <a:endParaRPr sz="1067" kern="0" dirty="0">
              <a:latin typeface="Roboto"/>
              <a:cs typeface="Roboto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784225" y="2462213"/>
            <a:ext cx="10664825" cy="8794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dirty="0">
                <a:solidFill>
                  <a:schemeClr val="tx1"/>
                </a:solidFill>
              </a:rPr>
              <a:t>SDR</a:t>
            </a:r>
            <a:r>
              <a:rPr sz="5600" spc="-147" dirty="0">
                <a:solidFill>
                  <a:schemeClr val="tx1"/>
                </a:solidFill>
              </a:rPr>
              <a:t> </a:t>
            </a:r>
            <a:r>
              <a:rPr sz="5600" spc="-13" dirty="0">
                <a:solidFill>
                  <a:schemeClr val="tx1"/>
                </a:solidFill>
              </a:rPr>
              <a:t>Exercise</a:t>
            </a:r>
            <a:r>
              <a:rPr sz="5600" spc="-147" dirty="0">
                <a:solidFill>
                  <a:schemeClr val="tx1"/>
                </a:solidFill>
              </a:rPr>
              <a:t> </a:t>
            </a:r>
            <a:r>
              <a:rPr sz="5600" spc="-33" dirty="0">
                <a:solidFill>
                  <a:schemeClr val="tx1"/>
                </a:solidFill>
              </a:rPr>
              <a:t>#02</a:t>
            </a:r>
            <a:endParaRPr sz="5600" dirty="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473666" y="3393900"/>
            <a:ext cx="9718887" cy="3464560"/>
            <a:chOff x="1855249" y="2545425"/>
            <a:chExt cx="7289165" cy="259842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4775" y="2554950"/>
              <a:ext cx="4957250" cy="224865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60012" y="2550187"/>
              <a:ext cx="4966970" cy="2258695"/>
            </a:xfrm>
            <a:custGeom>
              <a:avLst/>
              <a:gdLst/>
              <a:ahLst/>
              <a:cxnLst/>
              <a:rect l="l" t="t" r="r" b="b"/>
              <a:pathLst>
                <a:path w="4966970" h="2258695">
                  <a:moveTo>
                    <a:pt x="0" y="0"/>
                  </a:moveTo>
                  <a:lnTo>
                    <a:pt x="4966775" y="0"/>
                  </a:lnTo>
                  <a:lnTo>
                    <a:pt x="4966775" y="2258175"/>
                  </a:lnTo>
                  <a:lnTo>
                    <a:pt x="0" y="22581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35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66675" y="679494"/>
            <a:ext cx="7467600" cy="10175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1</a:t>
            </a:r>
            <a:endParaRPr sz="3600" dirty="0"/>
          </a:p>
          <a:p>
            <a:pPr marL="16933"/>
            <a:r>
              <a:rPr sz="3600" dirty="0">
                <a:solidFill>
                  <a:srgbClr val="D13368"/>
                </a:solidFill>
              </a:rPr>
              <a:t>Plugin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and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ensure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HackRF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is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working</a:t>
            </a:r>
            <a:endParaRPr sz="3600" dirty="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241" y="1737529"/>
            <a:ext cx="4410287" cy="1442340"/>
          </a:xfrm>
          <a:prstGeom prst="rect">
            <a:avLst/>
          </a:prstGeom>
        </p:spPr>
        <p:txBody>
          <a:bodyPr vert="horz" wrap="square" lIns="0" tIns="186267" rIns="0" bIns="0" rtlCol="0">
            <a:spAutoFit/>
          </a:bodyPr>
          <a:lstStyle/>
          <a:p>
            <a:pPr marL="585031" indent="-568098" defTabSz="1219170">
              <a:spcBef>
                <a:spcPts val="1467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Plugin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Ensure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connected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defTabSz="1219170"/>
            <a:r>
              <a:rPr sz="2267" b="1" kern="0" spc="-13" dirty="0">
                <a:solidFill>
                  <a:srgbClr val="D13368"/>
                </a:solidFill>
                <a:latin typeface="Courier New"/>
                <a:cs typeface="Courier New"/>
              </a:rPr>
              <a:t>hackrf_info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36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4294967295"/>
          </p:nvPr>
        </p:nvSpPr>
        <p:spPr>
          <a:xfrm>
            <a:off x="6188802" y="2264043"/>
            <a:ext cx="5876089" cy="1944378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6933">
              <a:spcBef>
                <a:spcPts val="960"/>
              </a:spcBef>
            </a:pPr>
            <a:r>
              <a:rPr sz="2000" spc="-33" dirty="0"/>
              <a:t>GUI</a:t>
            </a:r>
          </a:p>
          <a:p>
            <a:pPr marL="626518" marR="296326" indent="-568946">
              <a:lnSpc>
                <a:spcPct val="114999"/>
              </a:lnSpc>
              <a:spcBef>
                <a:spcPts val="400"/>
              </a:spcBef>
              <a:buFont typeface="Roboto"/>
              <a:buAutoNum type="arabicPeriod"/>
              <a:tabLst>
                <a:tab pos="626518" algn="l"/>
              </a:tabLst>
            </a:pP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000" b="0" spc="-47" dirty="0">
                <a:solidFill>
                  <a:srgbClr val="434343"/>
                </a:solidFill>
              </a:rPr>
              <a:t> </a:t>
            </a:r>
            <a:r>
              <a:rPr sz="2000" b="0" spc="-13" dirty="0">
                <a:solidFill>
                  <a:srgbClr val="434343"/>
                </a:solidFill>
              </a:rPr>
              <a:t>“Application</a:t>
            </a:r>
            <a:r>
              <a:rPr sz="2000" b="0" spc="-40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Menu”</a:t>
            </a:r>
            <a:r>
              <a:rPr sz="2000" b="0" spc="-40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000" b="0" spc="13" dirty="0">
                <a:solidFill>
                  <a:srgbClr val="434343"/>
                </a:solidFill>
              </a:rPr>
              <a:t> </a:t>
            </a:r>
            <a:r>
              <a:rPr sz="2000" spc="-13" dirty="0">
                <a:solidFill>
                  <a:srgbClr val="434343"/>
                </a:solidFill>
              </a:rPr>
              <a:t>bottom </a:t>
            </a:r>
            <a:r>
              <a:rPr sz="2000" dirty="0">
                <a:solidFill>
                  <a:srgbClr val="434343"/>
                </a:solidFill>
              </a:rPr>
              <a:t>left</a:t>
            </a:r>
            <a:r>
              <a:rPr sz="2000" spc="-67" dirty="0">
                <a:solidFill>
                  <a:srgbClr val="434343"/>
                </a:solidFill>
              </a:rPr>
              <a:t> </a:t>
            </a:r>
            <a:r>
              <a:rPr sz="2000" spc="-13" dirty="0">
                <a:solidFill>
                  <a:srgbClr val="434343"/>
                </a:solidFill>
              </a:rPr>
              <a:t>corner</a:t>
            </a:r>
          </a:p>
          <a:p>
            <a:pPr marL="626518" marR="138003" indent="-568946">
              <a:lnSpc>
                <a:spcPct val="114999"/>
              </a:lnSpc>
              <a:spcBef>
                <a:spcPts val="400"/>
              </a:spcBef>
              <a:buFont typeface="Roboto"/>
              <a:buAutoNum type="arabicPeriod"/>
              <a:tabLst>
                <a:tab pos="626518" algn="l"/>
              </a:tabLst>
            </a:pP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000" b="0" spc="-5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b="0" spc="-47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Search</a:t>
            </a:r>
            <a:r>
              <a:rPr sz="2000" b="0" spc="-5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box</a:t>
            </a:r>
            <a:r>
              <a:rPr sz="2000" b="0" spc="-47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000" b="0" spc="-5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“</a:t>
            </a:r>
            <a:r>
              <a:rPr sz="2000" dirty="0">
                <a:solidFill>
                  <a:srgbClr val="434343"/>
                </a:solidFill>
              </a:rPr>
              <a:t>gnuradio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”</a:t>
            </a:r>
            <a:r>
              <a:rPr sz="2000" b="0" spc="-47" dirty="0">
                <a:solidFill>
                  <a:srgbClr val="434343"/>
                </a:solidFill>
              </a:rPr>
              <a:t> </a:t>
            </a:r>
            <a:r>
              <a:rPr sz="2000" b="0" spc="-33" dirty="0">
                <a:solidFill>
                  <a:srgbClr val="434343"/>
                </a:solidFill>
              </a:rPr>
              <a:t>to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ﬁnd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b="0" spc="-20" dirty="0">
                <a:solidFill>
                  <a:srgbClr val="434343"/>
                </a:solidFill>
              </a:rPr>
              <a:t> </a:t>
            </a:r>
            <a:r>
              <a:rPr sz="2000" b="0" spc="-13" dirty="0">
                <a:solidFill>
                  <a:srgbClr val="434343"/>
                </a:solidFill>
              </a:rPr>
              <a:t>application</a:t>
            </a:r>
          </a:p>
          <a:p>
            <a:pPr marL="625671" indent="-568098">
              <a:spcBef>
                <a:spcPts val="833"/>
              </a:spcBef>
              <a:buFont typeface="Roboto"/>
              <a:buAutoNum type="arabicPeriod"/>
              <a:tabLst>
                <a:tab pos="625671" algn="l"/>
              </a:tabLst>
            </a:pP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000" b="0" spc="-47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on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Gqrx</a:t>
            </a:r>
            <a:r>
              <a:rPr sz="2000" b="0" spc="-27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application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000" b="0" spc="-33" dirty="0">
                <a:solidFill>
                  <a:srgbClr val="434343"/>
                </a:solidFill>
              </a:rPr>
              <a:t> </a:t>
            </a:r>
            <a:r>
              <a:rPr sz="2000" b="0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r>
              <a:rPr sz="2000" b="0" spc="-27" dirty="0">
                <a:solidFill>
                  <a:srgbClr val="434343"/>
                </a:solidFill>
              </a:rPr>
              <a:t> </a:t>
            </a:r>
            <a:r>
              <a:rPr sz="2000" b="0" spc="-33" dirty="0">
                <a:solidFill>
                  <a:srgbClr val="434343"/>
                </a:solidFill>
              </a:rPr>
              <a:t>it</a:t>
            </a: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31841"/>
            <a:ext cx="10398661" cy="1184213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2</a:t>
            </a:r>
            <a:endParaRPr sz="3600" dirty="0"/>
          </a:p>
          <a:p>
            <a:pPr marL="131230"/>
            <a:r>
              <a:rPr sz="3600" dirty="0">
                <a:solidFill>
                  <a:srgbClr val="D13368"/>
                </a:solidFill>
              </a:rPr>
              <a:t>Launch</a:t>
            </a:r>
            <a:r>
              <a:rPr sz="3600" spc="-8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the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GNU</a:t>
            </a:r>
            <a:r>
              <a:rPr sz="3600" b="1" spc="-80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Radio</a:t>
            </a:r>
            <a:r>
              <a:rPr sz="3600" b="1" spc="-7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Companion</a:t>
            </a:r>
            <a:r>
              <a:rPr sz="3600" b="1" spc="-7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application</a:t>
            </a:r>
            <a:endParaRPr sz="3600" dirty="0"/>
          </a:p>
        </p:txBody>
      </p:sp>
      <p:sp>
        <p:nvSpPr>
          <p:cNvPr id="9" name="object 9"/>
          <p:cNvSpPr txBox="1"/>
          <p:nvPr/>
        </p:nvSpPr>
        <p:spPr>
          <a:xfrm>
            <a:off x="668867" y="1877613"/>
            <a:ext cx="124460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Terminal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241" y="2257598"/>
            <a:ext cx="4083473" cy="7481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  <a:tabLst>
                <a:tab pos="58503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1.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command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below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>
              <a:spcBef>
                <a:spcPts val="127"/>
              </a:spcBef>
            </a:pPr>
            <a:r>
              <a:rPr sz="2267" b="1" kern="0" spc="-33" dirty="0">
                <a:solidFill>
                  <a:srgbClr val="D13368"/>
                </a:solidFill>
                <a:latin typeface="Courier New"/>
                <a:cs typeface="Courier New"/>
              </a:rPr>
              <a:t>gnuradio-</a:t>
            </a:r>
            <a:r>
              <a:rPr sz="2267" b="1" kern="0" spc="-13" dirty="0">
                <a:solidFill>
                  <a:srgbClr val="D13368"/>
                </a:solidFill>
                <a:latin typeface="Courier New"/>
                <a:cs typeface="Courier New"/>
              </a:rPr>
              <a:t>companion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45503" y="4774601"/>
            <a:ext cx="2768600" cy="1374987"/>
            <a:chOff x="4984127" y="3580951"/>
            <a:chExt cx="2076450" cy="103124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93652" y="3590477"/>
              <a:ext cx="2056899" cy="10121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988889" y="3585714"/>
              <a:ext cx="2066925" cy="1021715"/>
            </a:xfrm>
            <a:custGeom>
              <a:avLst/>
              <a:gdLst/>
              <a:ahLst/>
              <a:cxnLst/>
              <a:rect l="l" t="t" r="r" b="b"/>
              <a:pathLst>
                <a:path w="2066925" h="1021714">
                  <a:moveTo>
                    <a:pt x="0" y="0"/>
                  </a:moveTo>
                  <a:lnTo>
                    <a:pt x="2066424" y="0"/>
                  </a:lnTo>
                  <a:lnTo>
                    <a:pt x="2066424" y="1021649"/>
                  </a:lnTo>
                  <a:lnTo>
                    <a:pt x="0" y="10216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654437" y="5611728"/>
            <a:ext cx="110998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Terminal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02900" y="3354066"/>
            <a:ext cx="5613400" cy="2150533"/>
            <a:chOff x="302175" y="2515549"/>
            <a:chExt cx="4210050" cy="1612900"/>
          </a:xfrm>
        </p:grpSpPr>
        <p:pic>
          <p:nvPicPr>
            <p:cNvPr id="16" name="object 16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1700" y="2525074"/>
              <a:ext cx="4190700" cy="159342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06938" y="2520312"/>
              <a:ext cx="4200525" cy="1603375"/>
            </a:xfrm>
            <a:custGeom>
              <a:avLst/>
              <a:gdLst/>
              <a:ahLst/>
              <a:cxnLst/>
              <a:rect l="l" t="t" r="r" b="b"/>
              <a:pathLst>
                <a:path w="4200525" h="1603375">
                  <a:moveTo>
                    <a:pt x="0" y="0"/>
                  </a:moveTo>
                  <a:lnTo>
                    <a:pt x="4200225" y="0"/>
                  </a:lnTo>
                  <a:lnTo>
                    <a:pt x="4200225" y="1602952"/>
                  </a:lnTo>
                  <a:lnTo>
                    <a:pt x="0" y="160295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791659" y="6217565"/>
            <a:ext cx="475827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540"/>
              </a:lnSpc>
            </a:pP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GUI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 descr="$PPTXTitle"/>
          <p:cNvSpPr txBox="1"/>
          <p:nvPr/>
        </p:nvSpPr>
        <p:spPr>
          <a:xfrm>
            <a:off x="512967" y="625745"/>
            <a:ext cx="5426287" cy="11250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spcBef>
                <a:spcPts val="133"/>
              </a:spcBef>
            </a:pP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SDR</a:t>
            </a:r>
            <a:r>
              <a:rPr sz="3600" kern="0" spc="-6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Exercise</a:t>
            </a:r>
            <a:r>
              <a:rPr sz="3600" kern="0" spc="-6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#02</a:t>
            </a:r>
            <a:r>
              <a:rPr sz="3600" kern="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–</a:t>
            </a:r>
            <a:r>
              <a:rPr sz="3600" kern="0" spc="-2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212D73"/>
                </a:solidFill>
                <a:latin typeface="Roboto"/>
                <a:cs typeface="Roboto"/>
              </a:rPr>
              <a:t>Step</a:t>
            </a:r>
            <a:r>
              <a:rPr sz="3600" kern="0" spc="-67" dirty="0">
                <a:solidFill>
                  <a:srgbClr val="212D73"/>
                </a:solidFill>
                <a:latin typeface="Roboto"/>
                <a:cs typeface="Roboto"/>
              </a:rPr>
              <a:t> 3 </a:t>
            </a:r>
            <a:r>
              <a:rPr sz="3600" kern="0" dirty="0">
                <a:solidFill>
                  <a:srgbClr val="D13368"/>
                </a:solidFill>
                <a:latin typeface="Roboto"/>
                <a:cs typeface="Roboto"/>
              </a:rPr>
              <a:t>New</a:t>
            </a:r>
            <a:r>
              <a:rPr sz="3600" kern="0" spc="-9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D13368"/>
                </a:solidFill>
                <a:latin typeface="Roboto"/>
                <a:cs typeface="Roboto"/>
              </a:rPr>
              <a:t>project</a:t>
            </a:r>
            <a:r>
              <a:rPr sz="3600" kern="0" spc="-8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3600" kern="0" spc="-13" dirty="0">
                <a:solidFill>
                  <a:srgbClr val="D13368"/>
                </a:solidFill>
                <a:latin typeface="Roboto"/>
                <a:cs typeface="Roboto"/>
              </a:rPr>
              <a:t>created</a:t>
            </a:r>
            <a:endParaRPr sz="36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0241" y="1877601"/>
            <a:ext cx="891286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  <a:tabLst>
                <a:tab pos="58503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1.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Once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GNU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Radio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launches,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it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will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create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new</a:t>
            </a:r>
            <a:r>
              <a:rPr sz="2400" kern="0" spc="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untitled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project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16000" y="2793567"/>
            <a:ext cx="10160000" cy="2743200"/>
            <a:chOff x="762000" y="2095175"/>
            <a:chExt cx="7620000" cy="205740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1525" y="2104700"/>
              <a:ext cx="7600949" cy="203834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66762" y="2099937"/>
              <a:ext cx="7610475" cy="2047875"/>
            </a:xfrm>
            <a:custGeom>
              <a:avLst/>
              <a:gdLst/>
              <a:ahLst/>
              <a:cxnLst/>
              <a:rect l="l" t="t" r="r" b="b"/>
              <a:pathLst>
                <a:path w="7610475" h="2047875">
                  <a:moveTo>
                    <a:pt x="0" y="0"/>
                  </a:moveTo>
                  <a:lnTo>
                    <a:pt x="7610474" y="0"/>
                  </a:lnTo>
                  <a:lnTo>
                    <a:pt x="7610474" y="2047874"/>
                  </a:lnTo>
                  <a:lnTo>
                    <a:pt x="0" y="20478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37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079068" y="1906875"/>
            <a:ext cx="1161625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Variable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20441" y="2272633"/>
            <a:ext cx="2473113" cy="965222"/>
          </a:xfrm>
          <a:prstGeom prst="rect">
            <a:avLst/>
          </a:prstGeom>
        </p:spPr>
        <p:txBody>
          <a:bodyPr vert="horz" wrap="square" lIns="0" tIns="122767" rIns="0" bIns="0" rtlCol="0">
            <a:spAutoFit/>
          </a:bodyPr>
          <a:lstStyle/>
          <a:p>
            <a:pPr marL="585031" indent="-568098" defTabSz="1219170">
              <a:spcBef>
                <a:spcPts val="96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ID:</a:t>
            </a:r>
            <a:r>
              <a:rPr sz="2400" b="1" kern="0" spc="-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samp_rate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82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Value:</a:t>
            </a:r>
            <a:r>
              <a:rPr sz="2400" b="1" kern="0" spc="-1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4e6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38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4260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4 </a:t>
            </a:r>
            <a:r>
              <a:rPr sz="3600" dirty="0">
                <a:solidFill>
                  <a:srgbClr val="D13368"/>
                </a:solidFill>
              </a:rPr>
              <a:t>Edit</a:t>
            </a:r>
            <a:r>
              <a:rPr sz="3600" spc="-8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default</a:t>
            </a:r>
            <a:r>
              <a:rPr sz="3600" spc="-8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values</a:t>
            </a:r>
            <a:endParaRPr sz="3600"/>
          </a:p>
        </p:txBody>
      </p:sp>
      <p:sp>
        <p:nvSpPr>
          <p:cNvPr id="10" name="object 10"/>
          <p:cNvSpPr txBox="1"/>
          <p:nvPr/>
        </p:nvSpPr>
        <p:spPr>
          <a:xfrm>
            <a:off x="668867" y="1906875"/>
            <a:ext cx="109982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Options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0240" y="2323434"/>
            <a:ext cx="3266440" cy="1283258"/>
          </a:xfrm>
          <a:prstGeom prst="rect">
            <a:avLst/>
          </a:prstGeom>
        </p:spPr>
        <p:txBody>
          <a:bodyPr vert="horz" wrap="square" lIns="0" tIns="71967" rIns="0" bIns="0" rtlCol="0">
            <a:spAutoFit/>
          </a:bodyPr>
          <a:lstStyle/>
          <a:p>
            <a:pPr marL="585031" indent="-568098" defTabSz="1219170">
              <a:spcBef>
                <a:spcPts val="56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ID:</a:t>
            </a:r>
            <a:r>
              <a:rPr sz="2400" b="1" kern="0" spc="-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basic_capture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42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Title:</a:t>
            </a:r>
            <a:r>
              <a:rPr sz="2400" b="1" kern="0" spc="-6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Basic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Capture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433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Author:</a:t>
            </a:r>
            <a:r>
              <a:rPr sz="2400" b="1" kern="0" spc="-12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Your</a:t>
            </a:r>
            <a:r>
              <a:rPr sz="2400" kern="0" spc="-1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Name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523350" y="3416300"/>
            <a:ext cx="4733713" cy="1727200"/>
            <a:chOff x="4892512" y="2562225"/>
            <a:chExt cx="3550285" cy="129540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2037" y="2571750"/>
              <a:ext cx="3530624" cy="127592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897275" y="2566987"/>
              <a:ext cx="3540760" cy="1285875"/>
            </a:xfrm>
            <a:custGeom>
              <a:avLst/>
              <a:gdLst/>
              <a:ahLst/>
              <a:cxnLst/>
              <a:rect l="l" t="t" r="r" b="b"/>
              <a:pathLst>
                <a:path w="3540759" h="1285875">
                  <a:moveTo>
                    <a:pt x="0" y="0"/>
                  </a:moveTo>
                  <a:lnTo>
                    <a:pt x="3540149" y="0"/>
                  </a:lnTo>
                  <a:lnTo>
                    <a:pt x="3540149" y="1285449"/>
                  </a:lnTo>
                  <a:lnTo>
                    <a:pt x="0" y="12854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73100" y="3841799"/>
            <a:ext cx="5051213" cy="2715260"/>
            <a:chOff x="504825" y="2881349"/>
            <a:chExt cx="3788410" cy="2036445"/>
          </a:xfrm>
        </p:grpSpPr>
        <p:pic>
          <p:nvPicPr>
            <p:cNvPr id="16" name="object 16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4350" y="2890875"/>
              <a:ext cx="3769159" cy="201695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09587" y="2886112"/>
              <a:ext cx="3778885" cy="2026920"/>
            </a:xfrm>
            <a:custGeom>
              <a:avLst/>
              <a:gdLst/>
              <a:ahLst/>
              <a:cxnLst/>
              <a:rect l="l" t="t" r="r" b="b"/>
              <a:pathLst>
                <a:path w="3778885" h="2026920">
                  <a:moveTo>
                    <a:pt x="0" y="0"/>
                  </a:moveTo>
                  <a:lnTo>
                    <a:pt x="3778684" y="0"/>
                  </a:lnTo>
                  <a:lnTo>
                    <a:pt x="3778684" y="2026475"/>
                  </a:lnTo>
                  <a:lnTo>
                    <a:pt x="0" y="20264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39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4260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5 </a:t>
            </a:r>
            <a:r>
              <a:rPr sz="3600" dirty="0">
                <a:solidFill>
                  <a:srgbClr val="D13368"/>
                </a:solidFill>
              </a:rPr>
              <a:t>Create</a:t>
            </a:r>
            <a:r>
              <a:rPr sz="3600" spc="-4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</a:t>
            </a:r>
            <a:r>
              <a:rPr sz="3600" spc="-4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new</a:t>
            </a:r>
            <a:r>
              <a:rPr sz="3600" spc="-4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Variable</a:t>
            </a:r>
            <a:endParaRPr sz="3600"/>
          </a:p>
        </p:txBody>
      </p:sp>
      <p:sp>
        <p:nvSpPr>
          <p:cNvPr id="8" name="object 8"/>
          <p:cNvSpPr txBox="1"/>
          <p:nvPr/>
        </p:nvSpPr>
        <p:spPr>
          <a:xfrm>
            <a:off x="710240" y="1906863"/>
            <a:ext cx="9296400" cy="129180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indent="-568098" defTabSz="1219170">
              <a:spcBef>
                <a:spcPts val="133"/>
              </a:spcBef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Function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Blocks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area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then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press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CTRL+F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/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search</a:t>
            </a:r>
            <a:r>
              <a:rPr sz="2400" b="1" kern="0" spc="-1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prompt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 startAt="2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variable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ﬁnd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variable</a:t>
            </a:r>
            <a:r>
              <a:rPr sz="2400" b="1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block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,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double-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add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0240" y="3004143"/>
            <a:ext cx="6631093" cy="1093462"/>
          </a:xfrm>
          <a:prstGeom prst="rect">
            <a:avLst/>
          </a:prstGeom>
        </p:spPr>
        <p:txBody>
          <a:bodyPr vert="horz" wrap="square" lIns="0" tIns="186267" rIns="0" bIns="0" rtlCol="0">
            <a:spAutoFit/>
          </a:bodyPr>
          <a:lstStyle/>
          <a:p>
            <a:pPr marL="585031" defTabSz="1219170">
              <a:spcBef>
                <a:spcPts val="1467"/>
              </a:spcBef>
            </a:pP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canvas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.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6933" defTabSz="1219170">
              <a:spcBef>
                <a:spcPts val="1333"/>
              </a:spcBef>
              <a:tabLst>
                <a:tab pos="58503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3.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Double-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new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Variable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edit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values.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3115" y="3968666"/>
            <a:ext cx="2377440" cy="964367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581645" indent="-557093" defTabSz="1219170">
              <a:spcBef>
                <a:spcPts val="960"/>
              </a:spcBef>
              <a:buClr>
                <a:srgbClr val="434343"/>
              </a:buClr>
              <a:buFontTx/>
              <a:buAutoNum type="alphaLcPeriod"/>
              <a:tabLst>
                <a:tab pos="581645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ID:</a:t>
            </a:r>
            <a:r>
              <a:rPr sz="2400" b="1" kern="0" spc="-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hw_freq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1645" indent="-564713" defTabSz="1219170">
              <a:spcBef>
                <a:spcPts val="833"/>
              </a:spcBef>
              <a:buClr>
                <a:srgbClr val="434343"/>
              </a:buClr>
              <a:buFontTx/>
              <a:buAutoNum type="alphaLcPeriod"/>
              <a:tabLst>
                <a:tab pos="581645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Value:</a:t>
            </a:r>
            <a:r>
              <a:rPr sz="2400" b="1" kern="0" spc="-1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433e6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350750" y="3361167"/>
            <a:ext cx="8674100" cy="3127587"/>
            <a:chOff x="2513062" y="2520875"/>
            <a:chExt cx="6505575" cy="234569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0038" y="2530400"/>
              <a:ext cx="2879074" cy="15523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125275" y="2525637"/>
              <a:ext cx="2888615" cy="1562100"/>
            </a:xfrm>
            <a:custGeom>
              <a:avLst/>
              <a:gdLst/>
              <a:ahLst/>
              <a:cxnLst/>
              <a:rect l="l" t="t" r="r" b="b"/>
              <a:pathLst>
                <a:path w="2888615" h="1562100">
                  <a:moveTo>
                    <a:pt x="0" y="0"/>
                  </a:moveTo>
                  <a:lnTo>
                    <a:pt x="2888599" y="0"/>
                  </a:lnTo>
                  <a:lnTo>
                    <a:pt x="2888599" y="1561924"/>
                  </a:lnTo>
                  <a:lnTo>
                    <a:pt x="0" y="15619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22587" y="3807575"/>
              <a:ext cx="2824275" cy="104937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517825" y="3802812"/>
              <a:ext cx="2834005" cy="1059180"/>
            </a:xfrm>
            <a:custGeom>
              <a:avLst/>
              <a:gdLst/>
              <a:ahLst/>
              <a:cxnLst/>
              <a:rect l="l" t="t" r="r" b="b"/>
              <a:pathLst>
                <a:path w="2834004" h="1059179">
                  <a:moveTo>
                    <a:pt x="0" y="0"/>
                  </a:moveTo>
                  <a:lnTo>
                    <a:pt x="2833800" y="0"/>
                  </a:lnTo>
                  <a:lnTo>
                    <a:pt x="2833800" y="1058899"/>
                  </a:lnTo>
                  <a:lnTo>
                    <a:pt x="0" y="1058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5533371" y="3750800"/>
              <a:ext cx="686435" cy="131445"/>
            </a:xfrm>
            <a:custGeom>
              <a:avLst/>
              <a:gdLst/>
              <a:ahLst/>
              <a:cxnLst/>
              <a:rect l="l" t="t" r="r" b="b"/>
              <a:pathLst>
                <a:path w="686435" h="131445">
                  <a:moveTo>
                    <a:pt x="686303" y="0"/>
                  </a:moveTo>
                  <a:lnTo>
                    <a:pt x="0" y="131286"/>
                  </a:lnTo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391717" y="3821441"/>
              <a:ext cx="164809" cy="12129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40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32926" y="649535"/>
            <a:ext cx="9580847" cy="1184213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6</a:t>
            </a:r>
            <a:endParaRPr sz="3600" dirty="0"/>
          </a:p>
          <a:p>
            <a:pPr marL="131230"/>
            <a:r>
              <a:rPr sz="3600" dirty="0">
                <a:solidFill>
                  <a:srgbClr val="D13368"/>
                </a:solidFill>
              </a:rPr>
              <a:t>Add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SDR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as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</a:t>
            </a:r>
            <a:r>
              <a:rPr sz="3600" spc="-1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source</a:t>
            </a:r>
            <a:r>
              <a:rPr sz="3600" b="1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for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receiving</a:t>
            </a:r>
            <a:endParaRPr sz="3600" dirty="0"/>
          </a:p>
        </p:txBody>
      </p:sp>
      <p:sp>
        <p:nvSpPr>
          <p:cNvPr id="8" name="object 8"/>
          <p:cNvSpPr txBox="1"/>
          <p:nvPr/>
        </p:nvSpPr>
        <p:spPr>
          <a:xfrm>
            <a:off x="710240" y="1906875"/>
            <a:ext cx="10491893" cy="256651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indent="-568098" defTabSz="1219170">
              <a:spcBef>
                <a:spcPts val="133"/>
              </a:spcBef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Function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Blocks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area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then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press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CTRL+F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search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/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prompt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marR="9313" indent="-568946" defTabSz="1219170">
              <a:spcBef>
                <a:spcPts val="1333"/>
              </a:spcBef>
              <a:buFont typeface="Roboto"/>
              <a:buAutoNum type="arabicPeriod" startAt="2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osmocom</a:t>
            </a:r>
            <a:r>
              <a:rPr sz="2400" b="1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ﬁnd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u="heavy" kern="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osmocom</a:t>
            </a:r>
            <a:r>
              <a:rPr sz="2400" b="1" u="heavy" kern="0" spc="-47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2400" b="1" u="heavy" kern="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source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block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,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double-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add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to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canvas.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Double-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again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edit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values.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marR="6773" indent="-568946" defTabSz="1219170">
              <a:spcBef>
                <a:spcPts val="1333"/>
              </a:spcBef>
              <a:buFont typeface="Roboto"/>
              <a:buAutoNum type="arabicPeriod" startAt="2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Edit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Ch0: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Frequency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(Hz)</a:t>
            </a:r>
            <a:r>
              <a:rPr sz="2400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be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hw_freq</a:t>
            </a:r>
            <a:r>
              <a:rPr sz="2400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variable,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samp_rate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should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be set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32134" y="4540167"/>
            <a:ext cx="4982633" cy="2078567"/>
            <a:chOff x="1749100" y="3405125"/>
            <a:chExt cx="3736975" cy="155892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8625" y="3414650"/>
              <a:ext cx="3717774" cy="153987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753862" y="3409887"/>
              <a:ext cx="3727450" cy="1549400"/>
            </a:xfrm>
            <a:custGeom>
              <a:avLst/>
              <a:gdLst/>
              <a:ahLst/>
              <a:cxnLst/>
              <a:rect l="l" t="t" r="r" b="b"/>
              <a:pathLst>
                <a:path w="3727450" h="1549400">
                  <a:moveTo>
                    <a:pt x="0" y="0"/>
                  </a:moveTo>
                  <a:lnTo>
                    <a:pt x="3727299" y="0"/>
                  </a:lnTo>
                  <a:lnTo>
                    <a:pt x="3727299" y="1549399"/>
                  </a:lnTo>
                  <a:lnTo>
                    <a:pt x="0" y="154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41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4260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7 </a:t>
            </a:r>
            <a:r>
              <a:rPr sz="3600" dirty="0">
                <a:solidFill>
                  <a:srgbClr val="D13368"/>
                </a:solidFill>
              </a:rPr>
              <a:t>Continue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adding</a:t>
            </a:r>
            <a:r>
              <a:rPr sz="3600" spc="-4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blocks</a:t>
            </a:r>
            <a:endParaRPr sz="3600"/>
          </a:p>
        </p:txBody>
      </p:sp>
      <p:sp>
        <p:nvSpPr>
          <p:cNvPr id="8" name="object 8"/>
          <p:cNvSpPr txBox="1"/>
          <p:nvPr/>
        </p:nvSpPr>
        <p:spPr>
          <a:xfrm>
            <a:off x="710241" y="1906875"/>
            <a:ext cx="10453793" cy="252310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indent="-568098" defTabSz="1219170">
              <a:spcBef>
                <a:spcPts val="133"/>
              </a:spcBef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Function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Blocks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area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then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press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CTRL+F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search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/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prompt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ﬁnd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following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blocks: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01214" defTabSz="1219170">
              <a:spcBef>
                <a:spcPts val="20"/>
              </a:spcBef>
              <a:buFontTx/>
              <a:buAutoNum type="alphaLcPeriod"/>
              <a:tabLst>
                <a:tab pos="1194617" algn="l"/>
              </a:tabLst>
            </a:pPr>
            <a:r>
              <a:rPr sz="1867" b="1" kern="0" dirty="0">
                <a:solidFill>
                  <a:srgbClr val="D13368"/>
                </a:solidFill>
                <a:latin typeface="Roboto"/>
                <a:cs typeface="Roboto"/>
              </a:rPr>
              <a:t>File</a:t>
            </a:r>
            <a:r>
              <a:rPr sz="1867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867" b="1" kern="0" spc="-27" dirty="0">
                <a:solidFill>
                  <a:srgbClr val="D13368"/>
                </a:solidFill>
                <a:latin typeface="Roboto"/>
                <a:cs typeface="Roboto"/>
              </a:rPr>
              <a:t>Sink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07141" defTabSz="1219170">
              <a:buFontTx/>
              <a:buAutoNum type="alphaLcPeriod"/>
              <a:tabLst>
                <a:tab pos="1194617" algn="l"/>
              </a:tabLst>
            </a:pPr>
            <a:r>
              <a:rPr sz="1867" b="1" kern="0" dirty="0">
                <a:solidFill>
                  <a:srgbClr val="D13368"/>
                </a:solidFill>
                <a:latin typeface="Roboto"/>
                <a:cs typeface="Roboto"/>
              </a:rPr>
              <a:t>QT</a:t>
            </a:r>
            <a:r>
              <a:rPr sz="1867" b="1" kern="0" spc="-10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867" b="1" kern="0" dirty="0">
                <a:solidFill>
                  <a:srgbClr val="D13368"/>
                </a:solidFill>
                <a:latin typeface="Roboto"/>
                <a:cs typeface="Roboto"/>
              </a:rPr>
              <a:t>GUI</a:t>
            </a:r>
            <a:r>
              <a:rPr sz="1867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867" b="1" kern="0" spc="-13" dirty="0">
                <a:solidFill>
                  <a:srgbClr val="D13368"/>
                </a:solidFill>
                <a:latin typeface="Roboto"/>
                <a:cs typeface="Roboto"/>
              </a:rPr>
              <a:t>Frequency</a:t>
            </a:r>
            <a:r>
              <a:rPr sz="1867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867" b="1" kern="0" spc="-27" dirty="0">
                <a:solidFill>
                  <a:srgbClr val="D13368"/>
                </a:solidFill>
                <a:latin typeface="Roboto"/>
                <a:cs typeface="Roboto"/>
              </a:rPr>
              <a:t>Sink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497828" defTabSz="1219170">
              <a:buFontTx/>
              <a:buAutoNum type="alphaLcPeriod"/>
              <a:tabLst>
                <a:tab pos="1194617" algn="l"/>
              </a:tabLst>
            </a:pPr>
            <a:r>
              <a:rPr sz="1867" b="1" kern="0" dirty="0">
                <a:solidFill>
                  <a:srgbClr val="D13368"/>
                </a:solidFill>
                <a:latin typeface="Roboto"/>
                <a:cs typeface="Roboto"/>
              </a:rPr>
              <a:t>QT</a:t>
            </a:r>
            <a:r>
              <a:rPr sz="1867" b="1" kern="0" spc="-10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867" b="1" kern="0" dirty="0">
                <a:solidFill>
                  <a:srgbClr val="D13368"/>
                </a:solidFill>
                <a:latin typeface="Roboto"/>
                <a:cs typeface="Roboto"/>
              </a:rPr>
              <a:t>GUI</a:t>
            </a:r>
            <a:r>
              <a:rPr sz="1867" b="1" kern="0" spc="-10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867" b="1" kern="0" dirty="0">
                <a:solidFill>
                  <a:srgbClr val="D13368"/>
                </a:solidFill>
                <a:latin typeface="Roboto"/>
                <a:cs typeface="Roboto"/>
              </a:rPr>
              <a:t>Time</a:t>
            </a:r>
            <a:r>
              <a:rPr sz="1867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1867" b="1" kern="0" spc="-27" dirty="0">
                <a:solidFill>
                  <a:srgbClr val="D13368"/>
                </a:solidFill>
                <a:latin typeface="Roboto"/>
                <a:cs typeface="Roboto"/>
              </a:rPr>
              <a:t>Sink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marR="6773" indent="-568946" defTabSz="1219170">
              <a:spcBef>
                <a:spcPts val="1313"/>
              </a:spcBef>
              <a:buFontTx/>
              <a:buAutoNum type="arabicPeriod" startAt="2"/>
              <a:tabLst>
                <a:tab pos="585031" algn="l"/>
              </a:tabLst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Create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replica</a:t>
            </a:r>
            <a:r>
              <a:rPr sz="2400" b="1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GNU</a:t>
            </a:r>
            <a:r>
              <a:rPr sz="2400" b="1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Radio</a:t>
            </a:r>
            <a:r>
              <a:rPr sz="2400" b="1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project</a:t>
            </a:r>
            <a:r>
              <a:rPr sz="2400" b="1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called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basic_capture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shown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on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next</a:t>
            </a:r>
            <a:r>
              <a:rPr sz="2400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page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.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07199" y="4612534"/>
            <a:ext cx="2177627" cy="1641687"/>
          </a:xfrm>
          <a:custGeom>
            <a:avLst/>
            <a:gdLst/>
            <a:ahLst/>
            <a:cxnLst/>
            <a:rect l="l" t="t" r="r" b="b"/>
            <a:pathLst>
              <a:path w="1633220" h="1231264">
                <a:moveTo>
                  <a:pt x="1325399" y="1231199"/>
                </a:moveTo>
                <a:lnTo>
                  <a:pt x="1325399" y="1077299"/>
                </a:lnTo>
                <a:lnTo>
                  <a:pt x="538649" y="1077299"/>
                </a:lnTo>
                <a:lnTo>
                  <a:pt x="489621" y="1075098"/>
                </a:lnTo>
                <a:lnTo>
                  <a:pt x="441826" y="1068621"/>
                </a:lnTo>
                <a:lnTo>
                  <a:pt x="395455" y="1058058"/>
                </a:lnTo>
                <a:lnTo>
                  <a:pt x="350697" y="1043600"/>
                </a:lnTo>
                <a:lnTo>
                  <a:pt x="307743" y="1025437"/>
                </a:lnTo>
                <a:lnTo>
                  <a:pt x="266782" y="1003758"/>
                </a:lnTo>
                <a:lnTo>
                  <a:pt x="228006" y="978754"/>
                </a:lnTo>
                <a:lnTo>
                  <a:pt x="191604" y="950616"/>
                </a:lnTo>
                <a:lnTo>
                  <a:pt x="157766" y="919533"/>
                </a:lnTo>
                <a:lnTo>
                  <a:pt x="126683" y="885695"/>
                </a:lnTo>
                <a:lnTo>
                  <a:pt x="98545" y="849293"/>
                </a:lnTo>
                <a:lnTo>
                  <a:pt x="73541" y="810516"/>
                </a:lnTo>
                <a:lnTo>
                  <a:pt x="51838" y="769499"/>
                </a:lnTo>
                <a:lnTo>
                  <a:pt x="33699" y="726602"/>
                </a:lnTo>
                <a:lnTo>
                  <a:pt x="19241" y="681844"/>
                </a:lnTo>
                <a:lnTo>
                  <a:pt x="8678" y="635473"/>
                </a:lnTo>
                <a:lnTo>
                  <a:pt x="2201" y="587678"/>
                </a:lnTo>
                <a:lnTo>
                  <a:pt x="0" y="538649"/>
                </a:lnTo>
                <a:lnTo>
                  <a:pt x="0" y="0"/>
                </a:lnTo>
                <a:lnTo>
                  <a:pt x="307799" y="0"/>
                </a:lnTo>
                <a:lnTo>
                  <a:pt x="307799" y="538649"/>
                </a:lnTo>
                <a:lnTo>
                  <a:pt x="312490" y="585174"/>
                </a:lnTo>
                <a:lnTo>
                  <a:pt x="325941" y="628507"/>
                </a:lnTo>
                <a:lnTo>
                  <a:pt x="347225" y="667720"/>
                </a:lnTo>
                <a:lnTo>
                  <a:pt x="375414" y="701885"/>
                </a:lnTo>
                <a:lnTo>
                  <a:pt x="409579" y="730074"/>
                </a:lnTo>
                <a:lnTo>
                  <a:pt x="448792" y="751358"/>
                </a:lnTo>
                <a:lnTo>
                  <a:pt x="492125" y="764809"/>
                </a:lnTo>
                <a:lnTo>
                  <a:pt x="538649" y="769499"/>
                </a:lnTo>
                <a:lnTo>
                  <a:pt x="1479299" y="769499"/>
                </a:lnTo>
                <a:lnTo>
                  <a:pt x="1633199" y="923399"/>
                </a:lnTo>
                <a:lnTo>
                  <a:pt x="1325399" y="1231199"/>
                </a:lnTo>
                <a:close/>
              </a:path>
              <a:path w="1633220" h="1231264">
                <a:moveTo>
                  <a:pt x="1479299" y="769499"/>
                </a:moveTo>
                <a:lnTo>
                  <a:pt x="1325399" y="769499"/>
                </a:lnTo>
                <a:lnTo>
                  <a:pt x="1325399" y="615599"/>
                </a:lnTo>
                <a:lnTo>
                  <a:pt x="1479299" y="769499"/>
                </a:lnTo>
                <a:close/>
              </a:path>
            </a:pathLst>
          </a:custGeom>
          <a:solidFill>
            <a:srgbClr val="D13368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347801" y="1733665"/>
            <a:ext cx="8826500" cy="5099472"/>
            <a:chOff x="1760850" y="1300249"/>
            <a:chExt cx="6619875" cy="3824604"/>
          </a:xfrm>
        </p:grpSpPr>
        <p:pic>
          <p:nvPicPr>
            <p:cNvPr id="8" name="object 8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75350" y="1403624"/>
              <a:ext cx="4567250" cy="20051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99000" y="1851673"/>
              <a:ext cx="1216674" cy="72007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094237" y="1846910"/>
              <a:ext cx="1226820" cy="729615"/>
            </a:xfrm>
            <a:custGeom>
              <a:avLst/>
              <a:gdLst/>
              <a:ahLst/>
              <a:cxnLst/>
              <a:rect l="l" t="t" r="r" b="b"/>
              <a:pathLst>
                <a:path w="1226820" h="729614">
                  <a:moveTo>
                    <a:pt x="0" y="0"/>
                  </a:moveTo>
                  <a:lnTo>
                    <a:pt x="1226199" y="0"/>
                  </a:lnTo>
                  <a:lnTo>
                    <a:pt x="1226199" y="729599"/>
                  </a:lnTo>
                  <a:lnTo>
                    <a:pt x="0" y="72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17575" y="1314667"/>
              <a:ext cx="989849" cy="42073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12812" y="1305012"/>
              <a:ext cx="999490" cy="435609"/>
            </a:xfrm>
            <a:custGeom>
              <a:avLst/>
              <a:gdLst/>
              <a:ahLst/>
              <a:cxnLst/>
              <a:rect l="l" t="t" r="r" b="b"/>
              <a:pathLst>
                <a:path w="999490" h="435610">
                  <a:moveTo>
                    <a:pt x="0" y="0"/>
                  </a:moveTo>
                  <a:lnTo>
                    <a:pt x="999374" y="0"/>
                  </a:lnTo>
                  <a:lnTo>
                    <a:pt x="999374" y="435149"/>
                  </a:lnTo>
                  <a:lnTo>
                    <a:pt x="0" y="4351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70375" y="3283637"/>
              <a:ext cx="1052500" cy="50366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765612" y="3278874"/>
              <a:ext cx="1062355" cy="541655"/>
            </a:xfrm>
            <a:custGeom>
              <a:avLst/>
              <a:gdLst/>
              <a:ahLst/>
              <a:cxnLst/>
              <a:rect l="l" t="t" r="r" b="b"/>
              <a:pathLst>
                <a:path w="1062355" h="541654">
                  <a:moveTo>
                    <a:pt x="0" y="0"/>
                  </a:moveTo>
                  <a:lnTo>
                    <a:pt x="1062025" y="0"/>
                  </a:lnTo>
                  <a:lnTo>
                    <a:pt x="1062025" y="541099"/>
                  </a:lnTo>
                  <a:lnTo>
                    <a:pt x="0" y="541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86750" y="3549425"/>
              <a:ext cx="2123676" cy="15655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481987" y="3544662"/>
              <a:ext cx="2133600" cy="1575435"/>
            </a:xfrm>
            <a:custGeom>
              <a:avLst/>
              <a:gdLst/>
              <a:ahLst/>
              <a:cxnLst/>
              <a:rect l="l" t="t" r="r" b="b"/>
              <a:pathLst>
                <a:path w="2133600" h="1575435">
                  <a:moveTo>
                    <a:pt x="0" y="0"/>
                  </a:moveTo>
                  <a:lnTo>
                    <a:pt x="2133201" y="0"/>
                  </a:lnTo>
                  <a:lnTo>
                    <a:pt x="2133201" y="1575124"/>
                  </a:lnTo>
                  <a:lnTo>
                    <a:pt x="0" y="15751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486750" y="4723853"/>
              <a:ext cx="2124075" cy="250825"/>
            </a:xfrm>
            <a:custGeom>
              <a:avLst/>
              <a:gdLst/>
              <a:ahLst/>
              <a:cxnLst/>
              <a:rect l="l" t="t" r="r" b="b"/>
              <a:pathLst>
                <a:path w="2124075" h="250825">
                  <a:moveTo>
                    <a:pt x="0" y="0"/>
                  </a:moveTo>
                  <a:lnTo>
                    <a:pt x="2123699" y="0"/>
                  </a:lnTo>
                  <a:lnTo>
                    <a:pt x="2123699" y="250499"/>
                  </a:lnTo>
                  <a:lnTo>
                    <a:pt x="0" y="2504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99000" y="2875860"/>
              <a:ext cx="1271774" cy="156082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094237" y="2839537"/>
              <a:ext cx="1281430" cy="1607820"/>
            </a:xfrm>
            <a:custGeom>
              <a:avLst/>
              <a:gdLst/>
              <a:ahLst/>
              <a:cxnLst/>
              <a:rect l="l" t="t" r="r" b="b"/>
              <a:pathLst>
                <a:path w="1281429" h="1607820">
                  <a:moveTo>
                    <a:pt x="0" y="0"/>
                  </a:moveTo>
                  <a:lnTo>
                    <a:pt x="1281299" y="0"/>
                  </a:lnTo>
                  <a:lnTo>
                    <a:pt x="1281299" y="1607650"/>
                  </a:lnTo>
                  <a:lnTo>
                    <a:pt x="0" y="160765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5216075" y="1897274"/>
              <a:ext cx="921385" cy="136525"/>
            </a:xfrm>
            <a:custGeom>
              <a:avLst/>
              <a:gdLst/>
              <a:ahLst/>
              <a:cxnLst/>
              <a:rect l="l" t="t" r="r" b="b"/>
              <a:pathLst>
                <a:path w="921385" h="136525">
                  <a:moveTo>
                    <a:pt x="0" y="0"/>
                  </a:moveTo>
                  <a:lnTo>
                    <a:pt x="920999" y="0"/>
                  </a:lnTo>
                  <a:lnTo>
                    <a:pt x="920999" y="135899"/>
                  </a:lnTo>
                  <a:lnTo>
                    <a:pt x="0" y="135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13350" y="3290079"/>
              <a:ext cx="256656" cy="26887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34049" y="3277936"/>
              <a:ext cx="81106" cy="24155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272152" y="1577024"/>
              <a:ext cx="545465" cy="153035"/>
            </a:xfrm>
            <a:custGeom>
              <a:avLst/>
              <a:gdLst/>
              <a:ahLst/>
              <a:cxnLst/>
              <a:rect l="l" t="t" r="r" b="b"/>
              <a:pathLst>
                <a:path w="545465" h="153035">
                  <a:moveTo>
                    <a:pt x="545422" y="0"/>
                  </a:moveTo>
                  <a:lnTo>
                    <a:pt x="0" y="152518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4" name="object 24"/>
            <p:cNvPicPr/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79370" y="1689715"/>
              <a:ext cx="110780" cy="7965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535865" y="2401924"/>
              <a:ext cx="563245" cy="125730"/>
            </a:xfrm>
            <a:custGeom>
              <a:avLst/>
              <a:gdLst/>
              <a:ahLst/>
              <a:cxnLst/>
              <a:rect l="l" t="t" r="r" b="b"/>
              <a:pathLst>
                <a:path w="563245" h="125730">
                  <a:moveTo>
                    <a:pt x="563134" y="0"/>
                  </a:moveTo>
                  <a:lnTo>
                    <a:pt x="0" y="125446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441957" y="2487134"/>
              <a:ext cx="110274" cy="8047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340177" y="3341666"/>
              <a:ext cx="758825" cy="763905"/>
            </a:xfrm>
            <a:custGeom>
              <a:avLst/>
              <a:gdLst/>
              <a:ahLst/>
              <a:cxnLst/>
              <a:rect l="l" t="t" r="r" b="b"/>
              <a:pathLst>
                <a:path w="758825" h="763904">
                  <a:moveTo>
                    <a:pt x="758822" y="763433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69707" y="3270826"/>
              <a:ext cx="102310" cy="10254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755575" y="1668674"/>
              <a:ext cx="549275" cy="136525"/>
            </a:xfrm>
            <a:custGeom>
              <a:avLst/>
              <a:gdLst/>
              <a:ahLst/>
              <a:cxnLst/>
              <a:rect l="l" t="t" r="r" b="b"/>
              <a:pathLst>
                <a:path w="549275" h="136525">
                  <a:moveTo>
                    <a:pt x="0" y="0"/>
                  </a:moveTo>
                  <a:lnTo>
                    <a:pt x="548699" y="0"/>
                  </a:lnTo>
                  <a:lnTo>
                    <a:pt x="548699" y="135899"/>
                  </a:lnTo>
                  <a:lnTo>
                    <a:pt x="0" y="135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0" name="object 30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477000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8 </a:t>
            </a:r>
            <a:r>
              <a:rPr sz="3600" dirty="0">
                <a:solidFill>
                  <a:srgbClr val="D13368"/>
                </a:solidFill>
              </a:rPr>
              <a:t>Duplicate</a:t>
            </a:r>
            <a:r>
              <a:rPr sz="3600" spc="-10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Basic</a:t>
            </a:r>
            <a:r>
              <a:rPr sz="3600" b="1" spc="-12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Capture</a:t>
            </a:r>
            <a:r>
              <a:rPr sz="3600" b="1" spc="-10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sp>
        <p:nvSpPr>
          <p:cNvPr id="31" name="object 31"/>
          <p:cNvSpPr txBox="1"/>
          <p:nvPr/>
        </p:nvSpPr>
        <p:spPr>
          <a:xfrm>
            <a:off x="367542" y="6071612"/>
            <a:ext cx="3516207" cy="474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3740"/>
              </a:lnSpc>
            </a:pPr>
            <a:r>
              <a:rPr sz="3200" b="1" u="heavy" kern="0" spc="-27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WITHOUT</a:t>
            </a:r>
            <a:r>
              <a:rPr sz="3200" b="1" u="heavy" kern="0" spc="-14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3200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32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88077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963333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885182" y="6233243"/>
            <a:ext cx="1307253" cy="624840"/>
          </a:xfrm>
          <a:custGeom>
            <a:avLst/>
            <a:gdLst/>
            <a:ahLst/>
            <a:cxnLst/>
            <a:rect l="l" t="t" r="r" b="b"/>
            <a:pathLst>
              <a:path w="980440" h="468629">
                <a:moveTo>
                  <a:pt x="980114" y="468567"/>
                </a:moveTo>
                <a:lnTo>
                  <a:pt x="963319" y="468567"/>
                </a:lnTo>
                <a:lnTo>
                  <a:pt x="0" y="0"/>
                </a:lnTo>
                <a:lnTo>
                  <a:pt x="980114" y="0"/>
                </a:lnTo>
                <a:lnTo>
                  <a:pt x="980114" y="468567"/>
                </a:lnTo>
                <a:close/>
              </a:path>
            </a:pathLst>
          </a:custGeom>
          <a:solidFill>
            <a:srgbClr val="9B254D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72536" y="6233234"/>
            <a:ext cx="1319107" cy="307841"/>
          </a:xfrm>
          <a:prstGeom prst="rect">
            <a:avLst/>
          </a:prstGeom>
          <a:solidFill>
            <a:srgbClr val="D13368"/>
          </a:solidFill>
        </p:spPr>
        <p:txBody>
          <a:bodyPr vert="horz" wrap="square" lIns="0" tIns="142240" rIns="0" bIns="0" rtlCol="0">
            <a:spAutoFit/>
          </a:bodyPr>
          <a:lstStyle/>
          <a:p>
            <a:pPr marL="113450" defTabSz="1219170">
              <a:spcBef>
                <a:spcPts val="1120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09133" y="1733666"/>
            <a:ext cx="10664612" cy="4979247"/>
            <a:chOff x="381849" y="1300249"/>
            <a:chExt cx="7998459" cy="373443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5862" y="1403625"/>
              <a:ext cx="5452567" cy="245257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98999" y="1851673"/>
              <a:ext cx="1216674" cy="72007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094237" y="1846910"/>
              <a:ext cx="1226820" cy="729615"/>
            </a:xfrm>
            <a:custGeom>
              <a:avLst/>
              <a:gdLst/>
              <a:ahLst/>
              <a:cxnLst/>
              <a:rect l="l" t="t" r="r" b="b"/>
              <a:pathLst>
                <a:path w="1226820" h="729614">
                  <a:moveTo>
                    <a:pt x="0" y="0"/>
                  </a:moveTo>
                  <a:lnTo>
                    <a:pt x="1226199" y="0"/>
                  </a:lnTo>
                  <a:lnTo>
                    <a:pt x="1226199" y="729599"/>
                  </a:lnTo>
                  <a:lnTo>
                    <a:pt x="0" y="729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17574" y="1314667"/>
              <a:ext cx="989849" cy="42073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812812" y="1305012"/>
              <a:ext cx="999490" cy="435609"/>
            </a:xfrm>
            <a:custGeom>
              <a:avLst/>
              <a:gdLst/>
              <a:ahLst/>
              <a:cxnLst/>
              <a:rect l="l" t="t" r="r" b="b"/>
              <a:pathLst>
                <a:path w="999490" h="435610">
                  <a:moveTo>
                    <a:pt x="0" y="0"/>
                  </a:moveTo>
                  <a:lnTo>
                    <a:pt x="999374" y="0"/>
                  </a:lnTo>
                  <a:lnTo>
                    <a:pt x="999374" y="435149"/>
                  </a:lnTo>
                  <a:lnTo>
                    <a:pt x="0" y="4351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91374" y="3734862"/>
              <a:ext cx="1052500" cy="50366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86612" y="3730099"/>
              <a:ext cx="1062355" cy="541655"/>
            </a:xfrm>
            <a:custGeom>
              <a:avLst/>
              <a:gdLst/>
              <a:ahLst/>
              <a:cxnLst/>
              <a:rect l="l" t="t" r="r" b="b"/>
              <a:pathLst>
                <a:path w="1062355" h="541654">
                  <a:moveTo>
                    <a:pt x="0" y="0"/>
                  </a:moveTo>
                  <a:lnTo>
                    <a:pt x="1062025" y="0"/>
                  </a:lnTo>
                  <a:lnTo>
                    <a:pt x="1062025" y="541099"/>
                  </a:lnTo>
                  <a:lnTo>
                    <a:pt x="0" y="541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397348" y="3459350"/>
              <a:ext cx="1554275" cy="15655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392585" y="3454587"/>
              <a:ext cx="1564005" cy="1575435"/>
            </a:xfrm>
            <a:custGeom>
              <a:avLst/>
              <a:gdLst/>
              <a:ahLst/>
              <a:cxnLst/>
              <a:rect l="l" t="t" r="r" b="b"/>
              <a:pathLst>
                <a:path w="1564004" h="1575435">
                  <a:moveTo>
                    <a:pt x="0" y="0"/>
                  </a:moveTo>
                  <a:lnTo>
                    <a:pt x="1563800" y="0"/>
                  </a:lnTo>
                  <a:lnTo>
                    <a:pt x="1563800" y="1575124"/>
                  </a:lnTo>
                  <a:lnTo>
                    <a:pt x="0" y="157512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397350" y="4627979"/>
              <a:ext cx="1554480" cy="265430"/>
            </a:xfrm>
            <a:custGeom>
              <a:avLst/>
              <a:gdLst/>
              <a:ahLst/>
              <a:cxnLst/>
              <a:rect l="l" t="t" r="r" b="b"/>
              <a:pathLst>
                <a:path w="1554479" h="265429">
                  <a:moveTo>
                    <a:pt x="0" y="0"/>
                  </a:moveTo>
                  <a:lnTo>
                    <a:pt x="1554299" y="0"/>
                  </a:lnTo>
                  <a:lnTo>
                    <a:pt x="1554299" y="264899"/>
                  </a:lnTo>
                  <a:lnTo>
                    <a:pt x="0" y="264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98999" y="2875860"/>
              <a:ext cx="1271774" cy="156082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094237" y="2839537"/>
              <a:ext cx="1281430" cy="1607820"/>
            </a:xfrm>
            <a:custGeom>
              <a:avLst/>
              <a:gdLst/>
              <a:ahLst/>
              <a:cxnLst/>
              <a:rect l="l" t="t" r="r" b="b"/>
              <a:pathLst>
                <a:path w="1281429" h="1607820">
                  <a:moveTo>
                    <a:pt x="0" y="0"/>
                  </a:moveTo>
                  <a:lnTo>
                    <a:pt x="1281299" y="0"/>
                  </a:lnTo>
                  <a:lnTo>
                    <a:pt x="1281299" y="1607650"/>
                  </a:lnTo>
                  <a:lnTo>
                    <a:pt x="0" y="160765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5388425" y="2287495"/>
              <a:ext cx="989965" cy="136525"/>
            </a:xfrm>
            <a:custGeom>
              <a:avLst/>
              <a:gdLst/>
              <a:ahLst/>
              <a:cxnLst/>
              <a:rect l="l" t="t" r="r" b="b"/>
              <a:pathLst>
                <a:path w="989964" h="136525">
                  <a:moveTo>
                    <a:pt x="0" y="0"/>
                  </a:moveTo>
                  <a:lnTo>
                    <a:pt x="989699" y="0"/>
                  </a:lnTo>
                  <a:lnTo>
                    <a:pt x="989699" y="135899"/>
                  </a:lnTo>
                  <a:lnTo>
                    <a:pt x="0" y="135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34350" y="3741304"/>
              <a:ext cx="256657" cy="26887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794063" y="3738300"/>
              <a:ext cx="497205" cy="223520"/>
            </a:xfrm>
            <a:custGeom>
              <a:avLst/>
              <a:gdLst/>
              <a:ahLst/>
              <a:cxnLst/>
              <a:rect l="l" t="t" r="r" b="b"/>
              <a:pathLst>
                <a:path w="497204" h="223520">
                  <a:moveTo>
                    <a:pt x="0" y="0"/>
                  </a:moveTo>
                  <a:lnTo>
                    <a:pt x="496932" y="223172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68579" y="3923244"/>
              <a:ext cx="110803" cy="8317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454877" y="1577024"/>
              <a:ext cx="363220" cy="482600"/>
            </a:xfrm>
            <a:custGeom>
              <a:avLst/>
              <a:gdLst/>
              <a:ahLst/>
              <a:cxnLst/>
              <a:rect l="l" t="t" r="r" b="b"/>
              <a:pathLst>
                <a:path w="363220" h="482600">
                  <a:moveTo>
                    <a:pt x="362697" y="0"/>
                  </a:moveTo>
                  <a:lnTo>
                    <a:pt x="0" y="482251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4" name="object 24"/>
            <p:cNvPicPr/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93389" y="2030838"/>
              <a:ext cx="96159" cy="10705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762046" y="2402062"/>
              <a:ext cx="337185" cy="340360"/>
            </a:xfrm>
            <a:custGeom>
              <a:avLst/>
              <a:gdLst/>
              <a:ahLst/>
              <a:cxnLst/>
              <a:rect l="l" t="t" r="r" b="b"/>
              <a:pathLst>
                <a:path w="337184" h="340360">
                  <a:moveTo>
                    <a:pt x="336883" y="0"/>
                  </a:moveTo>
                  <a:lnTo>
                    <a:pt x="0" y="340273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691699" y="2710673"/>
              <a:ext cx="102233" cy="10262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614094" y="3895204"/>
              <a:ext cx="485140" cy="210185"/>
            </a:xfrm>
            <a:custGeom>
              <a:avLst/>
              <a:gdLst/>
              <a:ahLst/>
              <a:cxnLst/>
              <a:rect l="l" t="t" r="r" b="b"/>
              <a:pathLst>
                <a:path w="485140" h="210185">
                  <a:moveTo>
                    <a:pt x="484905" y="209895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525232" y="3851338"/>
              <a:ext cx="110885" cy="82267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444900" y="1817899"/>
              <a:ext cx="888365" cy="136525"/>
            </a:xfrm>
            <a:custGeom>
              <a:avLst/>
              <a:gdLst/>
              <a:ahLst/>
              <a:cxnLst/>
              <a:rect l="l" t="t" r="r" b="b"/>
              <a:pathLst>
                <a:path w="888364" h="136525">
                  <a:moveTo>
                    <a:pt x="0" y="0"/>
                  </a:moveTo>
                  <a:lnTo>
                    <a:pt x="888299" y="0"/>
                  </a:lnTo>
                  <a:lnTo>
                    <a:pt x="888299" y="135899"/>
                  </a:lnTo>
                  <a:lnTo>
                    <a:pt x="0" y="135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0" name="object 30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477000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8 </a:t>
            </a:r>
            <a:r>
              <a:rPr sz="3600" dirty="0">
                <a:solidFill>
                  <a:srgbClr val="D13368"/>
                </a:solidFill>
              </a:rPr>
              <a:t>Duplicate</a:t>
            </a:r>
            <a:r>
              <a:rPr sz="3600" spc="-10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Basic</a:t>
            </a:r>
            <a:r>
              <a:rPr sz="3600" b="1" spc="-12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Capture</a:t>
            </a:r>
            <a:r>
              <a:rPr sz="3600" b="1" spc="-10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sp>
        <p:nvSpPr>
          <p:cNvPr id="32" name="object 32"/>
          <p:cNvSpPr txBox="1"/>
          <p:nvPr/>
        </p:nvSpPr>
        <p:spPr>
          <a:xfrm>
            <a:off x="9669716" y="6530881"/>
            <a:ext cx="806027" cy="171051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defTabSz="1219170">
              <a:spcBef>
                <a:spcPts val="53"/>
              </a:spcBef>
            </a:pP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7542" y="6042243"/>
            <a:ext cx="2729652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b="1" u="heavy" kern="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</a:t>
            </a:r>
            <a:r>
              <a:rPr sz="3200" b="1" u="heavy" kern="0" spc="-147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3200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32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173788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9 </a:t>
            </a:r>
            <a:r>
              <a:rPr sz="3600" dirty="0">
                <a:solidFill>
                  <a:srgbClr val="D13368"/>
                </a:solidFill>
              </a:rPr>
              <a:t>Execute</a:t>
            </a:r>
            <a:r>
              <a:rPr sz="3600" spc="-140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Basic</a:t>
            </a:r>
            <a:r>
              <a:rPr sz="3600" b="1" spc="-14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Capture</a:t>
            </a:r>
            <a:r>
              <a:rPr sz="3600" b="1" spc="-12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grpSp>
        <p:nvGrpSpPr>
          <p:cNvPr id="8" name="object 8"/>
          <p:cNvGrpSpPr/>
          <p:nvPr/>
        </p:nvGrpSpPr>
        <p:grpSpPr>
          <a:xfrm>
            <a:off x="7105296" y="2130527"/>
            <a:ext cx="4786205" cy="3208020"/>
            <a:chOff x="5328972" y="1597895"/>
            <a:chExt cx="3589654" cy="2406015"/>
          </a:xfrm>
        </p:grpSpPr>
        <p:pic>
          <p:nvPicPr>
            <p:cNvPr id="9" name="object 9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444274" y="1607420"/>
              <a:ext cx="3464221" cy="232072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33734" y="1602657"/>
              <a:ext cx="3580129" cy="2396490"/>
            </a:xfrm>
            <a:custGeom>
              <a:avLst/>
              <a:gdLst/>
              <a:ahLst/>
              <a:cxnLst/>
              <a:rect l="l" t="t" r="r" b="b"/>
              <a:pathLst>
                <a:path w="3580129" h="2396490">
                  <a:moveTo>
                    <a:pt x="0" y="0"/>
                  </a:moveTo>
                  <a:lnTo>
                    <a:pt x="3579523" y="0"/>
                  </a:lnTo>
                  <a:lnTo>
                    <a:pt x="3579523" y="2396179"/>
                  </a:lnTo>
                  <a:lnTo>
                    <a:pt x="0" y="239617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313823" y="5543910"/>
            <a:ext cx="351620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b="1" u="heavy" kern="0" spc="-27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WITHOUT</a:t>
            </a:r>
            <a:r>
              <a:rPr sz="3200" b="1" u="heavy" kern="0" spc="-14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3200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32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551283" y="1907432"/>
            <a:ext cx="4619413" cy="4718472"/>
            <a:chOff x="1163462" y="1430574"/>
            <a:chExt cx="3464560" cy="3538854"/>
          </a:xfrm>
        </p:grpSpPr>
        <p:pic>
          <p:nvPicPr>
            <p:cNvPr id="13" name="object 13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72987" y="1440100"/>
              <a:ext cx="3445219" cy="351925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168225" y="1435337"/>
              <a:ext cx="3455035" cy="3529329"/>
            </a:xfrm>
            <a:custGeom>
              <a:avLst/>
              <a:gdLst/>
              <a:ahLst/>
              <a:cxnLst/>
              <a:rect l="l" t="t" r="r" b="b"/>
              <a:pathLst>
                <a:path w="3455035" h="3529329">
                  <a:moveTo>
                    <a:pt x="0" y="0"/>
                  </a:moveTo>
                  <a:lnTo>
                    <a:pt x="3454744" y="0"/>
                  </a:lnTo>
                  <a:lnTo>
                    <a:pt x="3454744" y="3528775"/>
                  </a:lnTo>
                  <a:lnTo>
                    <a:pt x="0" y="35287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510404" y="1891484"/>
            <a:ext cx="4701539" cy="4814993"/>
            <a:chOff x="1132803" y="1418612"/>
            <a:chExt cx="3526154" cy="3611245"/>
          </a:xfrm>
        </p:grpSpPr>
        <p:pic>
          <p:nvPicPr>
            <p:cNvPr id="8" name="object 8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42328" y="1428138"/>
              <a:ext cx="3506549" cy="359182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37565" y="1423375"/>
              <a:ext cx="3516629" cy="3601720"/>
            </a:xfrm>
            <a:custGeom>
              <a:avLst/>
              <a:gdLst/>
              <a:ahLst/>
              <a:cxnLst/>
              <a:rect l="l" t="t" r="r" b="b"/>
              <a:pathLst>
                <a:path w="3516629" h="3601720">
                  <a:moveTo>
                    <a:pt x="0" y="0"/>
                  </a:moveTo>
                  <a:lnTo>
                    <a:pt x="3516074" y="0"/>
                  </a:lnTo>
                  <a:lnTo>
                    <a:pt x="3516074" y="3601349"/>
                  </a:lnTo>
                  <a:lnTo>
                    <a:pt x="0" y="36013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173788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#02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9 </a:t>
            </a:r>
            <a:r>
              <a:rPr sz="3600" dirty="0">
                <a:solidFill>
                  <a:srgbClr val="D13368"/>
                </a:solidFill>
              </a:rPr>
              <a:t>Execute</a:t>
            </a:r>
            <a:r>
              <a:rPr sz="3600" spc="-140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Basic</a:t>
            </a:r>
            <a:r>
              <a:rPr sz="3600" b="1" spc="-14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Capture</a:t>
            </a:r>
            <a:r>
              <a:rPr sz="3600" b="1" spc="-12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grpSp>
        <p:nvGrpSpPr>
          <p:cNvPr id="11" name="object 11"/>
          <p:cNvGrpSpPr/>
          <p:nvPr/>
        </p:nvGrpSpPr>
        <p:grpSpPr>
          <a:xfrm>
            <a:off x="7105296" y="2130527"/>
            <a:ext cx="4786205" cy="3208020"/>
            <a:chOff x="5328972" y="1597895"/>
            <a:chExt cx="3589654" cy="2406015"/>
          </a:xfrm>
        </p:grpSpPr>
        <p:pic>
          <p:nvPicPr>
            <p:cNvPr id="12" name="object 12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444274" y="1607420"/>
              <a:ext cx="3464221" cy="232072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33734" y="1602657"/>
              <a:ext cx="3580129" cy="2396490"/>
            </a:xfrm>
            <a:custGeom>
              <a:avLst/>
              <a:gdLst/>
              <a:ahLst/>
              <a:cxnLst/>
              <a:rect l="l" t="t" r="r" b="b"/>
              <a:pathLst>
                <a:path w="3580129" h="2396490">
                  <a:moveTo>
                    <a:pt x="0" y="0"/>
                  </a:moveTo>
                  <a:lnTo>
                    <a:pt x="3579523" y="0"/>
                  </a:lnTo>
                  <a:lnTo>
                    <a:pt x="3579523" y="2396179"/>
                  </a:lnTo>
                  <a:lnTo>
                    <a:pt x="0" y="239617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472C4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101422" y="5543910"/>
            <a:ext cx="2729652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b="1" u="heavy" kern="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</a:t>
            </a:r>
            <a:r>
              <a:rPr sz="3200" b="1" u="heavy" kern="0" spc="-147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3200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32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131171" y="5"/>
            <a:ext cx="4061460" cy="270764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5" y="101"/>
              <a:ext cx="3046095" cy="2030730"/>
            </a:xfrm>
            <a:custGeom>
              <a:avLst/>
              <a:gdLst/>
              <a:ahLst/>
              <a:cxnLst/>
              <a:rect l="l" t="t" r="r" b="b"/>
              <a:pathLst>
                <a:path w="3046095" h="2030730">
                  <a:moveTo>
                    <a:pt x="1015199" y="0"/>
                  </a:moveTo>
                  <a:lnTo>
                    <a:pt x="0" y="0"/>
                  </a:lnTo>
                  <a:lnTo>
                    <a:pt x="1015199" y="1015199"/>
                  </a:lnTo>
                  <a:lnTo>
                    <a:pt x="1015199" y="0"/>
                  </a:lnTo>
                  <a:close/>
                </a:path>
                <a:path w="3046095" h="2030730">
                  <a:moveTo>
                    <a:pt x="3045612" y="1015276"/>
                  </a:moveTo>
                  <a:lnTo>
                    <a:pt x="2030412" y="1015276"/>
                  </a:lnTo>
                  <a:lnTo>
                    <a:pt x="3045612" y="2030476"/>
                  </a:lnTo>
                  <a:lnTo>
                    <a:pt x="3045612" y="1015276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594699" y="398536"/>
              <a:ext cx="1068549" cy="10685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894834" y="4197651"/>
            <a:ext cx="691811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kern="0" dirty="0">
                <a:latin typeface="Roboto"/>
                <a:cs typeface="Roboto"/>
              </a:rPr>
              <a:t>Replay</a:t>
            </a:r>
            <a:r>
              <a:rPr sz="3200" kern="0" spc="-10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a</a:t>
            </a:r>
            <a:r>
              <a:rPr sz="3200" kern="0" spc="-10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Key</a:t>
            </a:r>
            <a:r>
              <a:rPr sz="3200" kern="0" spc="-10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Fob</a:t>
            </a:r>
            <a:r>
              <a:rPr sz="3200" kern="0" spc="-9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Signal</a:t>
            </a:r>
            <a:r>
              <a:rPr sz="3200" kern="0" spc="-100" dirty="0">
                <a:latin typeface="Roboto"/>
                <a:cs typeface="Roboto"/>
              </a:rPr>
              <a:t> </a:t>
            </a:r>
            <a:r>
              <a:rPr sz="3200" kern="0" spc="-13" dirty="0">
                <a:latin typeface="Roboto"/>
                <a:cs typeface="Roboto"/>
              </a:rPr>
              <a:t>(basic_replay)</a:t>
            </a:r>
            <a:endParaRPr sz="3200" kern="0" dirty="0">
              <a:latin typeface="Roboto"/>
              <a:cs typeface="Roboto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11826"/>
            <a:ext cx="2743200" cy="25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chemeClr val="tx1"/>
                </a:solidFill>
              </a:rPr>
              <a:pPr marL="50799" defTabSz="1219170">
                <a:lnSpc>
                  <a:spcPts val="2193"/>
                </a:lnSpc>
              </a:pPr>
              <a:t>46</a:t>
            </a:fld>
            <a:endParaRPr kern="0" spc="-33" dirty="0">
              <a:solidFill>
                <a:schemeClr val="tx1"/>
              </a:solidFill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3312727"/>
            <a:ext cx="9915525" cy="797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dirty="0"/>
              <a:t>SDR</a:t>
            </a:r>
            <a:r>
              <a:rPr sz="5600" spc="-147" dirty="0"/>
              <a:t> </a:t>
            </a:r>
            <a:r>
              <a:rPr sz="5600" spc="-13" dirty="0"/>
              <a:t>Exercise</a:t>
            </a:r>
            <a:r>
              <a:rPr sz="5600" spc="-147" dirty="0"/>
              <a:t> </a:t>
            </a:r>
            <a:r>
              <a:rPr sz="5600" spc="-33" dirty="0"/>
              <a:t>#03</a:t>
            </a:r>
            <a:endParaRPr sz="5600" dirty="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latin typeface="Roboto"/>
                <a:cs typeface="Roboto"/>
              </a:rPr>
              <a:t>DO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spc="-27" dirty="0">
                <a:latin typeface="Roboto"/>
                <a:cs typeface="Roboto"/>
              </a:rPr>
              <a:t>NOT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dirty="0">
                <a:latin typeface="Roboto"/>
                <a:cs typeface="Roboto"/>
              </a:rPr>
              <a:t>COPY</a:t>
            </a:r>
            <a:r>
              <a:rPr sz="1067" b="1" kern="0" spc="-27" dirty="0">
                <a:latin typeface="Roboto"/>
                <a:cs typeface="Roboto"/>
              </a:rPr>
              <a:t> </a:t>
            </a:r>
            <a:r>
              <a:rPr sz="1067" b="1" kern="0" spc="-33" dirty="0">
                <a:latin typeface="Roboto"/>
                <a:cs typeface="Roboto"/>
              </a:rPr>
              <a:t>OR</a:t>
            </a:r>
            <a:r>
              <a:rPr sz="1067" b="1" kern="0" spc="667" dirty="0">
                <a:latin typeface="Roboto"/>
                <a:cs typeface="Roboto"/>
              </a:rPr>
              <a:t> </a:t>
            </a:r>
            <a:r>
              <a:rPr sz="1067" b="1" kern="0" spc="-13" dirty="0">
                <a:latin typeface="Roboto"/>
                <a:cs typeface="Roboto"/>
              </a:rPr>
              <a:t>REPRODUCE</a:t>
            </a:r>
            <a:endParaRPr sz="1067" kern="0"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473666" y="3393900"/>
            <a:ext cx="9718887" cy="3464560"/>
            <a:chOff x="1855249" y="2545425"/>
            <a:chExt cx="7289165" cy="259842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4775" y="2554950"/>
              <a:ext cx="4957250" cy="224865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60012" y="2550187"/>
              <a:ext cx="4966970" cy="2258695"/>
            </a:xfrm>
            <a:custGeom>
              <a:avLst/>
              <a:gdLst/>
              <a:ahLst/>
              <a:cxnLst/>
              <a:rect l="l" t="t" r="r" b="b"/>
              <a:pathLst>
                <a:path w="4966970" h="2258695">
                  <a:moveTo>
                    <a:pt x="0" y="0"/>
                  </a:moveTo>
                  <a:lnTo>
                    <a:pt x="4966775" y="0"/>
                  </a:lnTo>
                  <a:lnTo>
                    <a:pt x="4966775" y="2258175"/>
                  </a:lnTo>
                  <a:lnTo>
                    <a:pt x="0" y="22581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47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75342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#03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1</a:t>
            </a:r>
            <a:endParaRPr sz="3600"/>
          </a:p>
          <a:p>
            <a:pPr marL="16933"/>
            <a:r>
              <a:rPr sz="3600" dirty="0">
                <a:solidFill>
                  <a:srgbClr val="D13368"/>
                </a:solidFill>
              </a:rPr>
              <a:t>Plugin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and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ensure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HackRF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is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working</a:t>
            </a:r>
            <a:endParaRPr sz="360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241" y="1737529"/>
            <a:ext cx="4410287" cy="1442340"/>
          </a:xfrm>
          <a:prstGeom prst="rect">
            <a:avLst/>
          </a:prstGeom>
        </p:spPr>
        <p:txBody>
          <a:bodyPr vert="horz" wrap="square" lIns="0" tIns="186267" rIns="0" bIns="0" rtlCol="0">
            <a:spAutoFit/>
          </a:bodyPr>
          <a:lstStyle/>
          <a:p>
            <a:pPr marL="585031" indent="-568098" defTabSz="1219170">
              <a:spcBef>
                <a:spcPts val="1467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Plugin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Ensure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connected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defTabSz="1219170"/>
            <a:r>
              <a:rPr sz="2267" b="1" kern="0" spc="-13" dirty="0">
                <a:solidFill>
                  <a:srgbClr val="D13368"/>
                </a:solidFill>
                <a:latin typeface="Courier New"/>
                <a:cs typeface="Courier New"/>
              </a:rPr>
              <a:t>hackrf_info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48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4294967295"/>
          </p:nvPr>
        </p:nvSpPr>
        <p:spPr>
          <a:xfrm>
            <a:off x="4711700" y="2401888"/>
            <a:ext cx="7480300" cy="2341562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6933">
              <a:spcBef>
                <a:spcPts val="960"/>
              </a:spcBef>
            </a:pPr>
            <a:r>
              <a:rPr spc="-33" dirty="0"/>
              <a:t>GUI</a:t>
            </a:r>
          </a:p>
          <a:p>
            <a:pPr marL="626518" marR="296326" indent="-568946">
              <a:lnSpc>
                <a:spcPct val="114999"/>
              </a:lnSpc>
              <a:spcBef>
                <a:spcPts val="400"/>
              </a:spcBef>
              <a:buFont typeface="Roboto"/>
              <a:buAutoNum type="arabicPeriod"/>
              <a:tabLst>
                <a:tab pos="626518" algn="l"/>
              </a:tabLst>
            </a:pP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b="0" spc="-47" dirty="0">
                <a:solidFill>
                  <a:srgbClr val="434343"/>
                </a:solidFill>
              </a:rPr>
              <a:t> </a:t>
            </a:r>
            <a:r>
              <a:rPr b="0" spc="-13" dirty="0">
                <a:solidFill>
                  <a:srgbClr val="434343"/>
                </a:solidFill>
              </a:rPr>
              <a:t>“Application</a:t>
            </a:r>
            <a:r>
              <a:rPr b="0" spc="-40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Menu”</a:t>
            </a:r>
            <a:r>
              <a:rPr b="0" spc="-40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b="0" spc="13" dirty="0">
                <a:solidFill>
                  <a:srgbClr val="434343"/>
                </a:solidFill>
              </a:rPr>
              <a:t> </a:t>
            </a:r>
            <a:r>
              <a:rPr spc="-13" dirty="0">
                <a:solidFill>
                  <a:srgbClr val="434343"/>
                </a:solidFill>
              </a:rPr>
              <a:t>bottom </a:t>
            </a:r>
            <a:r>
              <a:rPr dirty="0">
                <a:solidFill>
                  <a:srgbClr val="434343"/>
                </a:solidFill>
              </a:rPr>
              <a:t>left</a:t>
            </a:r>
            <a:r>
              <a:rPr spc="-67" dirty="0">
                <a:solidFill>
                  <a:srgbClr val="434343"/>
                </a:solidFill>
              </a:rPr>
              <a:t> </a:t>
            </a:r>
            <a:r>
              <a:rPr spc="-13" dirty="0">
                <a:solidFill>
                  <a:srgbClr val="434343"/>
                </a:solidFill>
              </a:rPr>
              <a:t>corner</a:t>
            </a:r>
          </a:p>
          <a:p>
            <a:pPr marL="626518" marR="138003" indent="-568946">
              <a:lnSpc>
                <a:spcPct val="114999"/>
              </a:lnSpc>
              <a:spcBef>
                <a:spcPts val="400"/>
              </a:spcBef>
              <a:buFont typeface="Roboto"/>
              <a:buAutoNum type="arabicPeriod"/>
              <a:tabLst>
                <a:tab pos="626518" algn="l"/>
              </a:tabLst>
            </a:pP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b="0" spc="-5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b="0" spc="-47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Search</a:t>
            </a:r>
            <a:r>
              <a:rPr b="0" spc="-5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box</a:t>
            </a:r>
            <a:r>
              <a:rPr b="0" spc="-47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b="0" spc="-5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“</a:t>
            </a:r>
            <a:r>
              <a:rPr dirty="0">
                <a:solidFill>
                  <a:srgbClr val="434343"/>
                </a:solidFill>
              </a:rPr>
              <a:t>gnuradio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”</a:t>
            </a:r>
            <a:r>
              <a:rPr b="0" spc="-47" dirty="0">
                <a:solidFill>
                  <a:srgbClr val="434343"/>
                </a:solidFill>
              </a:rPr>
              <a:t> </a:t>
            </a:r>
            <a:r>
              <a:rPr b="0" spc="-33" dirty="0">
                <a:solidFill>
                  <a:srgbClr val="434343"/>
                </a:solidFill>
              </a:rPr>
              <a:t>to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ﬁnd</a:t>
            </a:r>
            <a:r>
              <a:rPr b="0" spc="-3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b="0" spc="-20" dirty="0">
                <a:solidFill>
                  <a:srgbClr val="434343"/>
                </a:solidFill>
              </a:rPr>
              <a:t> </a:t>
            </a:r>
            <a:r>
              <a:rPr b="0" spc="-13" dirty="0">
                <a:solidFill>
                  <a:srgbClr val="434343"/>
                </a:solidFill>
              </a:rPr>
              <a:t>application</a:t>
            </a:r>
          </a:p>
          <a:p>
            <a:pPr marL="625671" indent="-568098">
              <a:spcBef>
                <a:spcPts val="833"/>
              </a:spcBef>
              <a:buFont typeface="Roboto"/>
              <a:buAutoNum type="arabicPeriod"/>
              <a:tabLst>
                <a:tab pos="625671" algn="l"/>
              </a:tabLst>
            </a:pP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Click</a:t>
            </a:r>
            <a:r>
              <a:rPr b="0" spc="-47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on</a:t>
            </a:r>
            <a:r>
              <a:rPr b="0" spc="-3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b="0" spc="-3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Gqrx</a:t>
            </a:r>
            <a:r>
              <a:rPr b="0" spc="-27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application</a:t>
            </a:r>
            <a:r>
              <a:rPr b="0" spc="-3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b="0" spc="-33" dirty="0">
                <a:solidFill>
                  <a:srgbClr val="434343"/>
                </a:solidFill>
              </a:rPr>
              <a:t> </a:t>
            </a:r>
            <a:r>
              <a:rPr b="0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r>
              <a:rPr b="0" spc="-27" dirty="0">
                <a:solidFill>
                  <a:srgbClr val="434343"/>
                </a:solidFill>
              </a:rPr>
              <a:t> </a:t>
            </a:r>
            <a:r>
              <a:rPr b="0" spc="-33" dirty="0">
                <a:solidFill>
                  <a:srgbClr val="434343"/>
                </a:solidFill>
              </a:rPr>
              <a:t>it</a:t>
            </a: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579922"/>
            <a:ext cx="11727280" cy="1184213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#03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2</a:t>
            </a:r>
            <a:endParaRPr sz="3600" dirty="0"/>
          </a:p>
          <a:p>
            <a:pPr marL="131230"/>
            <a:r>
              <a:rPr sz="3600" dirty="0">
                <a:solidFill>
                  <a:srgbClr val="D13368"/>
                </a:solidFill>
              </a:rPr>
              <a:t>Launch</a:t>
            </a:r>
            <a:r>
              <a:rPr sz="3600" spc="-8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the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GNU</a:t>
            </a:r>
            <a:r>
              <a:rPr sz="3600" b="1" spc="-80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Radio</a:t>
            </a:r>
            <a:r>
              <a:rPr sz="3600" b="1" spc="-7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Companion</a:t>
            </a:r>
            <a:r>
              <a:rPr sz="3600" b="1" spc="-7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application</a:t>
            </a:r>
            <a:endParaRPr sz="3600" dirty="0"/>
          </a:p>
        </p:txBody>
      </p:sp>
      <p:sp>
        <p:nvSpPr>
          <p:cNvPr id="9" name="object 9"/>
          <p:cNvSpPr txBox="1"/>
          <p:nvPr/>
        </p:nvSpPr>
        <p:spPr>
          <a:xfrm>
            <a:off x="668867" y="1877613"/>
            <a:ext cx="124460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Terminal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241" y="2257598"/>
            <a:ext cx="4083473" cy="7481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  <a:tabLst>
                <a:tab pos="58503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1.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command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below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defTabSz="1219170">
              <a:spcBef>
                <a:spcPts val="127"/>
              </a:spcBef>
            </a:pPr>
            <a:r>
              <a:rPr sz="2267" b="1" kern="0" spc="-33" dirty="0">
                <a:solidFill>
                  <a:srgbClr val="D13368"/>
                </a:solidFill>
                <a:latin typeface="Courier New"/>
                <a:cs typeface="Courier New"/>
              </a:rPr>
              <a:t>gnuradio-</a:t>
            </a:r>
            <a:r>
              <a:rPr sz="2267" b="1" kern="0" spc="-13" dirty="0">
                <a:solidFill>
                  <a:srgbClr val="D13368"/>
                </a:solidFill>
                <a:latin typeface="Courier New"/>
                <a:cs typeface="Courier New"/>
              </a:rPr>
              <a:t>companion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45503" y="4774601"/>
            <a:ext cx="2768600" cy="1374987"/>
            <a:chOff x="4984127" y="3580951"/>
            <a:chExt cx="2076450" cy="103124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93652" y="3590477"/>
              <a:ext cx="2056899" cy="10121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988889" y="3585714"/>
              <a:ext cx="2066925" cy="1021715"/>
            </a:xfrm>
            <a:custGeom>
              <a:avLst/>
              <a:gdLst/>
              <a:ahLst/>
              <a:cxnLst/>
              <a:rect l="l" t="t" r="r" b="b"/>
              <a:pathLst>
                <a:path w="2066925" h="1021714">
                  <a:moveTo>
                    <a:pt x="0" y="0"/>
                  </a:moveTo>
                  <a:lnTo>
                    <a:pt x="2066424" y="0"/>
                  </a:lnTo>
                  <a:lnTo>
                    <a:pt x="2066424" y="1021649"/>
                  </a:lnTo>
                  <a:lnTo>
                    <a:pt x="0" y="10216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654437" y="5611728"/>
            <a:ext cx="110998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Terminal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02900" y="3354066"/>
            <a:ext cx="5613400" cy="2150533"/>
            <a:chOff x="302175" y="2515549"/>
            <a:chExt cx="4210050" cy="1612900"/>
          </a:xfrm>
        </p:grpSpPr>
        <p:pic>
          <p:nvPicPr>
            <p:cNvPr id="16" name="object 16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1700" y="2525074"/>
              <a:ext cx="4190700" cy="159342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06938" y="2520312"/>
              <a:ext cx="4200525" cy="1603375"/>
            </a:xfrm>
            <a:custGeom>
              <a:avLst/>
              <a:gdLst/>
              <a:ahLst/>
              <a:cxnLst/>
              <a:rect l="l" t="t" r="r" b="b"/>
              <a:pathLst>
                <a:path w="4200525" h="1603375">
                  <a:moveTo>
                    <a:pt x="0" y="0"/>
                  </a:moveTo>
                  <a:lnTo>
                    <a:pt x="4200225" y="0"/>
                  </a:lnTo>
                  <a:lnTo>
                    <a:pt x="4200225" y="1602952"/>
                  </a:lnTo>
                  <a:lnTo>
                    <a:pt x="0" y="160295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791659" y="6217565"/>
            <a:ext cx="475827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540"/>
              </a:lnSpc>
            </a:pP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GUI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 descr="$PPTXTitle"/>
          <p:cNvSpPr txBox="1"/>
          <p:nvPr/>
        </p:nvSpPr>
        <p:spPr>
          <a:xfrm>
            <a:off x="512967" y="625745"/>
            <a:ext cx="5426287" cy="11250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spcBef>
                <a:spcPts val="133"/>
              </a:spcBef>
            </a:pP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SDR</a:t>
            </a:r>
            <a:r>
              <a:rPr sz="3600" kern="0" spc="-6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Exercise</a:t>
            </a:r>
            <a:r>
              <a:rPr sz="3600" kern="0" spc="-6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#03</a:t>
            </a:r>
            <a:r>
              <a:rPr sz="3600" kern="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–</a:t>
            </a:r>
            <a:r>
              <a:rPr sz="3600" kern="0" spc="-2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212D73"/>
                </a:solidFill>
                <a:latin typeface="Roboto"/>
                <a:cs typeface="Roboto"/>
              </a:rPr>
              <a:t>Step</a:t>
            </a:r>
            <a:r>
              <a:rPr sz="3600" kern="0" spc="-67" dirty="0">
                <a:solidFill>
                  <a:srgbClr val="212D73"/>
                </a:solidFill>
                <a:latin typeface="Roboto"/>
                <a:cs typeface="Roboto"/>
              </a:rPr>
              <a:t> 3 </a:t>
            </a:r>
            <a:r>
              <a:rPr sz="3600" kern="0" dirty="0">
                <a:solidFill>
                  <a:srgbClr val="D13368"/>
                </a:solidFill>
                <a:latin typeface="Roboto"/>
                <a:cs typeface="Roboto"/>
              </a:rPr>
              <a:t>New</a:t>
            </a:r>
            <a:r>
              <a:rPr sz="3600" kern="0" spc="-9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D13368"/>
                </a:solidFill>
                <a:latin typeface="Roboto"/>
                <a:cs typeface="Roboto"/>
              </a:rPr>
              <a:t>project</a:t>
            </a:r>
            <a:r>
              <a:rPr sz="3600" kern="0" spc="-8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3600" kern="0" spc="-13" dirty="0">
                <a:solidFill>
                  <a:srgbClr val="D13368"/>
                </a:solidFill>
                <a:latin typeface="Roboto"/>
                <a:cs typeface="Roboto"/>
              </a:rPr>
              <a:t>created</a:t>
            </a:r>
            <a:endParaRPr sz="36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0241" y="1877601"/>
            <a:ext cx="891286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  <a:tabLst>
                <a:tab pos="58503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1.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Once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GNU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Radio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launches,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it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will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create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new</a:t>
            </a:r>
            <a:r>
              <a:rPr sz="2400" kern="0" spc="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untitled</a:t>
            </a: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project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16000" y="2793567"/>
            <a:ext cx="10160000" cy="2743200"/>
            <a:chOff x="762000" y="2095175"/>
            <a:chExt cx="7620000" cy="205740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1525" y="2104700"/>
              <a:ext cx="7600949" cy="203834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66762" y="2099937"/>
              <a:ext cx="7610475" cy="2047875"/>
            </a:xfrm>
            <a:custGeom>
              <a:avLst/>
              <a:gdLst/>
              <a:ahLst/>
              <a:cxnLst/>
              <a:rect l="l" t="t" r="r" b="b"/>
              <a:pathLst>
                <a:path w="7610475" h="2047875">
                  <a:moveTo>
                    <a:pt x="0" y="0"/>
                  </a:moveTo>
                  <a:lnTo>
                    <a:pt x="7610474" y="0"/>
                  </a:lnTo>
                  <a:lnTo>
                    <a:pt x="7610474" y="2047874"/>
                  </a:lnTo>
                  <a:lnTo>
                    <a:pt x="0" y="20478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49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" y="3854501"/>
            <a:ext cx="5041336" cy="26898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079068" y="1906875"/>
            <a:ext cx="1161625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Variable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20441" y="2272633"/>
            <a:ext cx="2473113" cy="965222"/>
          </a:xfrm>
          <a:prstGeom prst="rect">
            <a:avLst/>
          </a:prstGeom>
        </p:spPr>
        <p:txBody>
          <a:bodyPr vert="horz" wrap="square" lIns="0" tIns="122767" rIns="0" bIns="0" rtlCol="0">
            <a:spAutoFit/>
          </a:bodyPr>
          <a:lstStyle/>
          <a:p>
            <a:pPr marL="585031" indent="-568098" defTabSz="1219170">
              <a:spcBef>
                <a:spcPts val="96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ID:</a:t>
            </a:r>
            <a:r>
              <a:rPr sz="2400" b="1" kern="0" spc="-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samp_rate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82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Value:</a:t>
            </a:r>
            <a:r>
              <a:rPr sz="2400" b="1" kern="0" spc="-1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4e6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50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4260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#03</a:t>
            </a:r>
            <a:r>
              <a:rPr sz="3600" spc="-60" dirty="0"/>
              <a:t> </a:t>
            </a:r>
            <a:r>
              <a:rPr sz="3600" dirty="0"/>
              <a:t>–</a:t>
            </a:r>
            <a:r>
              <a:rPr sz="3600" spc="-27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4 </a:t>
            </a:r>
            <a:r>
              <a:rPr sz="3600" dirty="0">
                <a:solidFill>
                  <a:srgbClr val="D13368"/>
                </a:solidFill>
              </a:rPr>
              <a:t>Edit</a:t>
            </a:r>
            <a:r>
              <a:rPr sz="3600" spc="-8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default</a:t>
            </a:r>
            <a:r>
              <a:rPr sz="3600" spc="-87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values</a:t>
            </a:r>
            <a:endParaRPr sz="3600"/>
          </a:p>
        </p:txBody>
      </p:sp>
      <p:sp>
        <p:nvSpPr>
          <p:cNvPr id="11" name="object 11"/>
          <p:cNvSpPr txBox="1"/>
          <p:nvPr/>
        </p:nvSpPr>
        <p:spPr>
          <a:xfrm>
            <a:off x="668867" y="1906875"/>
            <a:ext cx="109982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Options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0240" y="2323433"/>
            <a:ext cx="3198707" cy="1283258"/>
          </a:xfrm>
          <a:prstGeom prst="rect">
            <a:avLst/>
          </a:prstGeom>
        </p:spPr>
        <p:txBody>
          <a:bodyPr vert="horz" wrap="square" lIns="0" tIns="71967" rIns="0" bIns="0" rtlCol="0">
            <a:spAutoFit/>
          </a:bodyPr>
          <a:lstStyle/>
          <a:p>
            <a:pPr marL="585031" indent="-568098" defTabSz="1219170">
              <a:spcBef>
                <a:spcPts val="56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ID:</a:t>
            </a:r>
            <a:r>
              <a:rPr sz="2400" b="1" kern="0" spc="-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basic_replay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427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Title:</a:t>
            </a:r>
            <a:r>
              <a:rPr sz="2400" b="1" kern="0" spc="-6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Basic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Replay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433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</a:tabLst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Author:</a:t>
            </a:r>
            <a:r>
              <a:rPr sz="2400" b="1" kern="0" spc="-12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Your</a:t>
            </a:r>
            <a:r>
              <a:rPr sz="2400" kern="0" spc="-1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Name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523350" y="3416300"/>
            <a:ext cx="4733713" cy="1727200"/>
            <a:chOff x="4892512" y="2562225"/>
            <a:chExt cx="3550285" cy="129540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02037" y="2571750"/>
              <a:ext cx="3530624" cy="127592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897275" y="2566987"/>
              <a:ext cx="3540760" cy="1285875"/>
            </a:xfrm>
            <a:custGeom>
              <a:avLst/>
              <a:gdLst/>
              <a:ahLst/>
              <a:cxnLst/>
              <a:rect l="l" t="t" r="r" b="b"/>
              <a:pathLst>
                <a:path w="3540759" h="1285875">
                  <a:moveTo>
                    <a:pt x="0" y="0"/>
                  </a:moveTo>
                  <a:lnTo>
                    <a:pt x="3540149" y="0"/>
                  </a:lnTo>
                  <a:lnTo>
                    <a:pt x="3540149" y="1285449"/>
                  </a:lnTo>
                  <a:lnTo>
                    <a:pt x="0" y="12854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243638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#03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5 </a:t>
            </a:r>
            <a:r>
              <a:rPr sz="3600" dirty="0">
                <a:solidFill>
                  <a:srgbClr val="D13368"/>
                </a:solidFill>
              </a:rPr>
              <a:t>Duplicate</a:t>
            </a:r>
            <a:r>
              <a:rPr sz="3600" spc="-8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Basic</a:t>
            </a:r>
            <a:r>
              <a:rPr sz="3600" b="1" spc="-11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Replay</a:t>
            </a:r>
            <a:r>
              <a:rPr sz="3600" b="1" spc="-100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grpSp>
        <p:nvGrpSpPr>
          <p:cNvPr id="8" name="object 8"/>
          <p:cNvGrpSpPr/>
          <p:nvPr/>
        </p:nvGrpSpPr>
        <p:grpSpPr>
          <a:xfrm>
            <a:off x="721383" y="1799733"/>
            <a:ext cx="10442787" cy="5064760"/>
            <a:chOff x="541037" y="1349800"/>
            <a:chExt cx="7832090" cy="379857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037" y="1349800"/>
              <a:ext cx="7832066" cy="28681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16023" y="3046600"/>
              <a:ext cx="1051549" cy="20968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711260" y="3041837"/>
              <a:ext cx="1061085" cy="2101850"/>
            </a:xfrm>
            <a:custGeom>
              <a:avLst/>
              <a:gdLst/>
              <a:ahLst/>
              <a:cxnLst/>
              <a:rect l="l" t="t" r="r" b="b"/>
              <a:pathLst>
                <a:path w="1061085" h="2101850">
                  <a:moveTo>
                    <a:pt x="0" y="2101662"/>
                  </a:moveTo>
                  <a:lnTo>
                    <a:pt x="0" y="0"/>
                  </a:lnTo>
                  <a:lnTo>
                    <a:pt x="1061074" y="0"/>
                  </a:lnTo>
                  <a:lnTo>
                    <a:pt x="1061074" y="2101662"/>
                  </a:lnTo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540473" y="3002772"/>
              <a:ext cx="226060" cy="2103120"/>
            </a:xfrm>
            <a:custGeom>
              <a:avLst/>
              <a:gdLst/>
              <a:ahLst/>
              <a:cxnLst/>
              <a:rect l="l" t="t" r="r" b="b"/>
              <a:pathLst>
                <a:path w="226060" h="2103120">
                  <a:moveTo>
                    <a:pt x="225701" y="2102752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99662" y="2907290"/>
              <a:ext cx="81621" cy="10836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6550" y="3611625"/>
              <a:ext cx="1315599" cy="153187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511787" y="3606862"/>
              <a:ext cx="1325245" cy="1536700"/>
            </a:xfrm>
            <a:custGeom>
              <a:avLst/>
              <a:gdLst/>
              <a:ahLst/>
              <a:cxnLst/>
              <a:rect l="l" t="t" r="r" b="b"/>
              <a:pathLst>
                <a:path w="1325245" h="1536700">
                  <a:moveTo>
                    <a:pt x="0" y="1536637"/>
                  </a:moveTo>
                  <a:lnTo>
                    <a:pt x="0" y="0"/>
                  </a:lnTo>
                  <a:lnTo>
                    <a:pt x="1325124" y="0"/>
                  </a:lnTo>
                  <a:lnTo>
                    <a:pt x="1325124" y="1536637"/>
                  </a:lnTo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324305" y="3370815"/>
              <a:ext cx="346710" cy="1677670"/>
            </a:xfrm>
            <a:custGeom>
              <a:avLst/>
              <a:gdLst/>
              <a:ahLst/>
              <a:cxnLst/>
              <a:rect l="l" t="t" r="r" b="b"/>
              <a:pathLst>
                <a:path w="346710" h="1677670">
                  <a:moveTo>
                    <a:pt x="346194" y="167725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283964" y="3276624"/>
              <a:ext cx="80681" cy="110076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9157123" y="5718243"/>
            <a:ext cx="2936240" cy="9824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3140"/>
              </a:lnSpc>
            </a:pPr>
            <a:r>
              <a:rPr sz="2667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WITHOUT</a:t>
            </a:r>
            <a:r>
              <a:rPr sz="2667" b="1" u="heavy" kern="0" spc="-1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2667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26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29153" marR="1318226" defTabSz="1219170">
              <a:spcBef>
                <a:spcPts val="203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8901" y="1741134"/>
            <a:ext cx="11128999" cy="4119033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243638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#03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5 </a:t>
            </a:r>
            <a:r>
              <a:rPr sz="3600" dirty="0">
                <a:solidFill>
                  <a:srgbClr val="D13368"/>
                </a:solidFill>
              </a:rPr>
              <a:t>Duplicate</a:t>
            </a:r>
            <a:r>
              <a:rPr sz="3600" spc="-8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Basic</a:t>
            </a:r>
            <a:r>
              <a:rPr sz="3600" b="1" spc="-11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Replay</a:t>
            </a:r>
            <a:r>
              <a:rPr sz="3600" b="1" spc="-100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grpSp>
        <p:nvGrpSpPr>
          <p:cNvPr id="9" name="object 9"/>
          <p:cNvGrpSpPr/>
          <p:nvPr/>
        </p:nvGrpSpPr>
        <p:grpSpPr>
          <a:xfrm>
            <a:off x="3281459" y="3953093"/>
            <a:ext cx="4507653" cy="2911687"/>
            <a:chOff x="2461094" y="2964819"/>
            <a:chExt cx="3380740" cy="2183765"/>
          </a:xfrm>
        </p:grpSpPr>
        <p:pic>
          <p:nvPicPr>
            <p:cNvPr id="10" name="object 10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16023" y="3046600"/>
              <a:ext cx="1051549" cy="20968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711260" y="3041837"/>
              <a:ext cx="1061085" cy="2101850"/>
            </a:xfrm>
            <a:custGeom>
              <a:avLst/>
              <a:gdLst/>
              <a:ahLst/>
              <a:cxnLst/>
              <a:rect l="l" t="t" r="r" b="b"/>
              <a:pathLst>
                <a:path w="1061085" h="2101850">
                  <a:moveTo>
                    <a:pt x="0" y="2101662"/>
                  </a:moveTo>
                  <a:lnTo>
                    <a:pt x="0" y="0"/>
                  </a:lnTo>
                  <a:lnTo>
                    <a:pt x="1061074" y="0"/>
                  </a:lnTo>
                  <a:lnTo>
                    <a:pt x="1061074" y="2101662"/>
                  </a:lnTo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501825" y="3060082"/>
              <a:ext cx="264795" cy="2045970"/>
            </a:xfrm>
            <a:custGeom>
              <a:avLst/>
              <a:gdLst/>
              <a:ahLst/>
              <a:cxnLst/>
              <a:rect l="l" t="t" r="r" b="b"/>
              <a:pathLst>
                <a:path w="264794" h="2045970">
                  <a:moveTo>
                    <a:pt x="264349" y="2045442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61094" y="2964819"/>
              <a:ext cx="81461" cy="10882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6550" y="3611625"/>
              <a:ext cx="1315599" cy="153187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511787" y="3606862"/>
              <a:ext cx="1325245" cy="1536700"/>
            </a:xfrm>
            <a:custGeom>
              <a:avLst/>
              <a:gdLst/>
              <a:ahLst/>
              <a:cxnLst/>
              <a:rect l="l" t="t" r="r" b="b"/>
              <a:pathLst>
                <a:path w="1325245" h="1536700">
                  <a:moveTo>
                    <a:pt x="0" y="1536637"/>
                  </a:moveTo>
                  <a:lnTo>
                    <a:pt x="0" y="0"/>
                  </a:lnTo>
                  <a:lnTo>
                    <a:pt x="1325124" y="0"/>
                  </a:lnTo>
                  <a:lnTo>
                    <a:pt x="1325124" y="1536637"/>
                  </a:lnTo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271203" y="3443591"/>
              <a:ext cx="399415" cy="1604645"/>
            </a:xfrm>
            <a:custGeom>
              <a:avLst/>
              <a:gdLst/>
              <a:ahLst/>
              <a:cxnLst/>
              <a:rect l="l" t="t" r="r" b="b"/>
              <a:pathLst>
                <a:path w="399414" h="1604645">
                  <a:moveTo>
                    <a:pt x="399296" y="1604483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231144" y="3350174"/>
              <a:ext cx="80118" cy="11054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9669717" y="5718243"/>
            <a:ext cx="2424007" cy="9824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15" defTabSz="1219170">
              <a:lnSpc>
                <a:spcPts val="3140"/>
              </a:lnSpc>
            </a:pPr>
            <a:r>
              <a:rPr sz="2667" b="1" u="heavy" kern="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</a:t>
            </a:r>
            <a:r>
              <a:rPr sz="2667" b="1" u="heavy" kern="0" spc="-1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2667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26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6933" marR="1317380" defTabSz="1219170">
              <a:spcBef>
                <a:spcPts val="203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88597" y="1831266"/>
            <a:ext cx="10104120" cy="5027505"/>
            <a:chOff x="1566448" y="1373449"/>
            <a:chExt cx="7578090" cy="3770629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75974" y="1382975"/>
              <a:ext cx="4608780" cy="36618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571211" y="1378212"/>
              <a:ext cx="4618355" cy="3671570"/>
            </a:xfrm>
            <a:custGeom>
              <a:avLst/>
              <a:gdLst/>
              <a:ahLst/>
              <a:cxnLst/>
              <a:rect l="l" t="t" r="r" b="b"/>
              <a:pathLst>
                <a:path w="4618355" h="3671570">
                  <a:moveTo>
                    <a:pt x="0" y="0"/>
                  </a:moveTo>
                  <a:lnTo>
                    <a:pt x="4618305" y="0"/>
                  </a:lnTo>
                  <a:lnTo>
                    <a:pt x="4618305" y="3671349"/>
                  </a:lnTo>
                  <a:lnTo>
                    <a:pt x="0" y="36713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942013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#03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6 </a:t>
            </a:r>
            <a:r>
              <a:rPr sz="3600" dirty="0">
                <a:solidFill>
                  <a:srgbClr val="D13368"/>
                </a:solidFill>
              </a:rPr>
              <a:t>Execute</a:t>
            </a:r>
            <a:r>
              <a:rPr sz="3600" spc="-120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Basic</a:t>
            </a:r>
            <a:r>
              <a:rPr sz="3600" b="1" spc="-13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Replay</a:t>
            </a:r>
            <a:r>
              <a:rPr sz="3600" b="1" spc="-11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sp>
        <p:nvSpPr>
          <p:cNvPr id="10" name="object 10"/>
          <p:cNvSpPr txBox="1"/>
          <p:nvPr/>
        </p:nvSpPr>
        <p:spPr>
          <a:xfrm>
            <a:off x="8313823" y="5573279"/>
            <a:ext cx="3516207" cy="11363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3740"/>
              </a:lnSpc>
            </a:pPr>
            <a:r>
              <a:rPr sz="3200" b="1" u="heavy" kern="0" spc="-27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WITHOUT</a:t>
            </a:r>
            <a:r>
              <a:rPr sz="3200" b="1" u="heavy" kern="0" spc="-14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3200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32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372412" marR="1054074" defTabSz="1219170">
              <a:spcBef>
                <a:spcPts val="257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88600" y="1831266"/>
            <a:ext cx="10104120" cy="5027505"/>
            <a:chOff x="1566450" y="1373449"/>
            <a:chExt cx="7578090" cy="3770629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75975" y="1382975"/>
              <a:ext cx="4615851" cy="36618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571212" y="1378212"/>
              <a:ext cx="4625975" cy="3671570"/>
            </a:xfrm>
            <a:custGeom>
              <a:avLst/>
              <a:gdLst/>
              <a:ahLst/>
              <a:cxnLst/>
              <a:rect l="l" t="t" r="r" b="b"/>
              <a:pathLst>
                <a:path w="4625975" h="3671570">
                  <a:moveTo>
                    <a:pt x="0" y="0"/>
                  </a:moveTo>
                  <a:lnTo>
                    <a:pt x="4625376" y="0"/>
                  </a:lnTo>
                  <a:lnTo>
                    <a:pt x="4625376" y="3671349"/>
                  </a:lnTo>
                  <a:lnTo>
                    <a:pt x="0" y="36713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 descr="$PPTXTitle"/>
          <p:cNvSpPr txBox="1"/>
          <p:nvPr/>
        </p:nvSpPr>
        <p:spPr>
          <a:xfrm>
            <a:off x="0" y="625745"/>
            <a:ext cx="6454027" cy="11250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spcBef>
                <a:spcPts val="133"/>
              </a:spcBef>
            </a:pP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SDR</a:t>
            </a:r>
            <a:r>
              <a:rPr sz="3600" kern="0" spc="-6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Exercise</a:t>
            </a:r>
            <a:r>
              <a:rPr sz="3600" kern="0" spc="-6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595959"/>
                </a:solidFill>
                <a:latin typeface="Roboto"/>
                <a:cs typeface="Roboto"/>
              </a:rPr>
              <a:t>#03</a:t>
            </a:r>
            <a:r>
              <a:rPr sz="3600" kern="0" spc="-33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212D73"/>
                </a:solidFill>
                <a:latin typeface="Roboto"/>
                <a:cs typeface="Roboto"/>
              </a:rPr>
              <a:t>–</a:t>
            </a:r>
            <a:r>
              <a:rPr sz="3600" kern="0" spc="-6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3600" kern="0" dirty="0">
                <a:solidFill>
                  <a:srgbClr val="212D73"/>
                </a:solidFill>
                <a:latin typeface="Roboto"/>
                <a:cs typeface="Roboto"/>
              </a:rPr>
              <a:t>Step</a:t>
            </a:r>
            <a:r>
              <a:rPr sz="3600" kern="0" spc="-67" dirty="0">
                <a:solidFill>
                  <a:srgbClr val="212D73"/>
                </a:solidFill>
                <a:latin typeface="Roboto"/>
                <a:cs typeface="Roboto"/>
              </a:rPr>
              <a:t> 6 </a:t>
            </a:r>
            <a:r>
              <a:rPr sz="3600" kern="0" dirty="0">
                <a:solidFill>
                  <a:srgbClr val="D13368"/>
                </a:solidFill>
                <a:latin typeface="Roboto"/>
                <a:cs typeface="Roboto"/>
              </a:rPr>
              <a:t>Execute</a:t>
            </a:r>
            <a:r>
              <a:rPr sz="3600" kern="0" spc="-1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3600" b="1" kern="0" dirty="0">
                <a:solidFill>
                  <a:srgbClr val="D13368"/>
                </a:solidFill>
                <a:latin typeface="Roboto"/>
                <a:cs typeface="Roboto"/>
              </a:rPr>
              <a:t>Basic</a:t>
            </a:r>
            <a:r>
              <a:rPr sz="3600" b="1" kern="0" spc="-1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3600" b="1" kern="0" dirty="0">
                <a:solidFill>
                  <a:srgbClr val="D13368"/>
                </a:solidFill>
                <a:latin typeface="Roboto"/>
                <a:cs typeface="Roboto"/>
              </a:rPr>
              <a:t>Replay</a:t>
            </a:r>
            <a:r>
              <a:rPr sz="3600" b="1" kern="0" spc="-11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3600" kern="0" spc="-13" dirty="0">
                <a:solidFill>
                  <a:srgbClr val="D13368"/>
                </a:solidFill>
                <a:latin typeface="Roboto"/>
                <a:cs typeface="Roboto"/>
              </a:rPr>
              <a:t>Project</a:t>
            </a:r>
            <a:endParaRPr sz="3600" kern="0" dirty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01422" y="5543910"/>
            <a:ext cx="2729652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b="1" u="heavy" kern="0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WITH</a:t>
            </a:r>
            <a:r>
              <a:rPr sz="3200" b="1" u="heavy" kern="0" spc="-147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 </a:t>
            </a:r>
            <a:r>
              <a:rPr sz="3200" b="1" u="heavy" kern="0" spc="-13" dirty="0">
                <a:solidFill>
                  <a:srgbClr val="D13368"/>
                </a:solidFill>
                <a:uFill>
                  <a:solidFill>
                    <a:srgbClr val="D13368"/>
                  </a:solidFill>
                </a:uFill>
                <a:latin typeface="Roboto"/>
                <a:cs typeface="Roboto"/>
              </a:rPr>
              <a:t>SLIDERS</a:t>
            </a:r>
            <a:endParaRPr sz="32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131171" y="5"/>
            <a:ext cx="4061460" cy="270764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5" y="101"/>
              <a:ext cx="3046095" cy="2030730"/>
            </a:xfrm>
            <a:custGeom>
              <a:avLst/>
              <a:gdLst/>
              <a:ahLst/>
              <a:cxnLst/>
              <a:rect l="l" t="t" r="r" b="b"/>
              <a:pathLst>
                <a:path w="3046095" h="2030730">
                  <a:moveTo>
                    <a:pt x="1015199" y="0"/>
                  </a:moveTo>
                  <a:lnTo>
                    <a:pt x="0" y="0"/>
                  </a:lnTo>
                  <a:lnTo>
                    <a:pt x="1015199" y="1015199"/>
                  </a:lnTo>
                  <a:lnTo>
                    <a:pt x="1015199" y="0"/>
                  </a:lnTo>
                  <a:close/>
                </a:path>
                <a:path w="3046095" h="2030730">
                  <a:moveTo>
                    <a:pt x="3045612" y="1015276"/>
                  </a:moveTo>
                  <a:lnTo>
                    <a:pt x="2030412" y="1015276"/>
                  </a:lnTo>
                  <a:lnTo>
                    <a:pt x="3045612" y="2030476"/>
                  </a:lnTo>
                  <a:lnTo>
                    <a:pt x="3045612" y="1015276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94834" y="4311951"/>
            <a:ext cx="782404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kern="0" dirty="0">
                <a:latin typeface="Roboto"/>
                <a:cs typeface="Roboto"/>
              </a:rPr>
              <a:t>Decode</a:t>
            </a:r>
            <a:r>
              <a:rPr sz="3200" kern="0" spc="-12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Key</a:t>
            </a:r>
            <a:r>
              <a:rPr sz="3200" kern="0" spc="-12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Fob</a:t>
            </a:r>
            <a:r>
              <a:rPr sz="3200" kern="0" spc="-120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Signal</a:t>
            </a:r>
            <a:r>
              <a:rPr sz="3200" kern="0" spc="-120" dirty="0">
                <a:latin typeface="Roboto"/>
                <a:cs typeface="Roboto"/>
              </a:rPr>
              <a:t> </a:t>
            </a:r>
            <a:r>
              <a:rPr sz="3200" kern="0" spc="-13" dirty="0">
                <a:latin typeface="Roboto"/>
                <a:cs typeface="Roboto"/>
              </a:rPr>
              <a:t>(advanced_capture)</a:t>
            </a:r>
            <a:endParaRPr sz="3200" kern="0" dirty="0">
              <a:latin typeface="Roboto"/>
              <a:cs typeface="Roboto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11826"/>
            <a:ext cx="2743200" cy="25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chemeClr val="tx1"/>
                </a:solidFill>
              </a:rPr>
              <a:pPr marL="50799" defTabSz="1219170">
                <a:lnSpc>
                  <a:spcPts val="2193"/>
                </a:lnSpc>
              </a:pPr>
              <a:t>55</a:t>
            </a:fld>
            <a:endParaRPr kern="0" spc="-33" dirty="0">
              <a:solidFill>
                <a:schemeClr val="tx1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3363254"/>
            <a:ext cx="9594850" cy="797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dirty="0"/>
              <a:t>SDR</a:t>
            </a:r>
            <a:r>
              <a:rPr sz="5600" spc="-147" dirty="0"/>
              <a:t> </a:t>
            </a:r>
            <a:r>
              <a:rPr sz="5600" spc="-13" dirty="0"/>
              <a:t>Exercise</a:t>
            </a:r>
            <a:r>
              <a:rPr sz="5600" spc="-147" dirty="0"/>
              <a:t> </a:t>
            </a:r>
            <a:r>
              <a:rPr sz="5600" spc="-33" dirty="0"/>
              <a:t>#04</a:t>
            </a:r>
            <a:endParaRPr sz="5600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latin typeface="Roboto"/>
                <a:cs typeface="Roboto"/>
              </a:rPr>
              <a:t>DO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spc="-27" dirty="0">
                <a:latin typeface="Roboto"/>
                <a:cs typeface="Roboto"/>
              </a:rPr>
              <a:t>NOT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dirty="0">
                <a:latin typeface="Roboto"/>
                <a:cs typeface="Roboto"/>
              </a:rPr>
              <a:t>COPY</a:t>
            </a:r>
            <a:r>
              <a:rPr sz="1067" b="1" kern="0" spc="-27" dirty="0">
                <a:latin typeface="Roboto"/>
                <a:cs typeface="Roboto"/>
              </a:rPr>
              <a:t> </a:t>
            </a:r>
            <a:r>
              <a:rPr sz="1067" b="1" kern="0" spc="-33" dirty="0">
                <a:latin typeface="Roboto"/>
                <a:cs typeface="Roboto"/>
              </a:rPr>
              <a:t>OR</a:t>
            </a:r>
            <a:r>
              <a:rPr sz="1067" b="1" kern="0" spc="667" dirty="0">
                <a:latin typeface="Roboto"/>
                <a:cs typeface="Roboto"/>
              </a:rPr>
              <a:t> </a:t>
            </a:r>
            <a:r>
              <a:rPr sz="1067" b="1" kern="0" spc="-13" dirty="0">
                <a:latin typeface="Roboto"/>
                <a:cs typeface="Roboto"/>
              </a:rPr>
              <a:t>REPRODUCE</a:t>
            </a:r>
            <a:endParaRPr sz="1067" kern="0"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88077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963333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4583" y="1806234"/>
            <a:ext cx="11397827" cy="5052060"/>
            <a:chOff x="595937" y="1354675"/>
            <a:chExt cx="8548370" cy="3789045"/>
          </a:xfrm>
        </p:grpSpPr>
        <p:sp>
          <p:nvSpPr>
            <p:cNvPr id="5" name="object 5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95937" y="1354675"/>
              <a:ext cx="7952123" cy="36901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216053" y="4674933"/>
              <a:ext cx="2911475" cy="468630"/>
            </a:xfrm>
            <a:custGeom>
              <a:avLst/>
              <a:gdLst/>
              <a:ahLst/>
              <a:cxnLst/>
              <a:rect l="l" t="t" r="r" b="b"/>
              <a:pathLst>
                <a:path w="2911475" h="468629">
                  <a:moveTo>
                    <a:pt x="963333" y="0"/>
                  </a:moveTo>
                  <a:lnTo>
                    <a:pt x="0" y="468566"/>
                  </a:lnTo>
                  <a:lnTo>
                    <a:pt x="963333" y="468566"/>
                  </a:lnTo>
                  <a:lnTo>
                    <a:pt x="963333" y="0"/>
                  </a:lnTo>
                  <a:close/>
                </a:path>
                <a:path w="2911475" h="468629">
                  <a:moveTo>
                    <a:pt x="2911297" y="468566"/>
                  </a:moveTo>
                  <a:lnTo>
                    <a:pt x="1947964" y="0"/>
                  </a:lnTo>
                  <a:lnTo>
                    <a:pt x="1947964" y="468566"/>
                  </a:lnTo>
                  <a:lnTo>
                    <a:pt x="2911297" y="468566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179403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56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73818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#04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1</a:t>
            </a:r>
            <a:r>
              <a:rPr sz="3600" spc="90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Duplicate</a:t>
            </a:r>
            <a:r>
              <a:rPr sz="3600" spc="-120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Advanced</a:t>
            </a:r>
            <a:r>
              <a:rPr sz="3600" b="1" spc="-14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Capture</a:t>
            </a:r>
            <a:r>
              <a:rPr sz="3600" b="1" spc="-11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sp>
        <p:nvSpPr>
          <p:cNvPr id="11" name="object 11"/>
          <p:cNvSpPr txBox="1"/>
          <p:nvPr/>
        </p:nvSpPr>
        <p:spPr>
          <a:xfrm>
            <a:off x="9686650" y="6385255"/>
            <a:ext cx="1078653" cy="318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1219170">
              <a:lnSpc>
                <a:spcPts val="1200"/>
              </a:lnSpc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defTabSz="1219170"/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147850" y="1770633"/>
            <a:ext cx="9044940" cy="5087620"/>
            <a:chOff x="2360887" y="1327974"/>
            <a:chExt cx="6783705" cy="3815715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3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70412" y="1337499"/>
              <a:ext cx="4403174" cy="36498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365649" y="1332737"/>
              <a:ext cx="4413250" cy="3659504"/>
            </a:xfrm>
            <a:custGeom>
              <a:avLst/>
              <a:gdLst/>
              <a:ahLst/>
              <a:cxnLst/>
              <a:rect l="l" t="t" r="r" b="b"/>
              <a:pathLst>
                <a:path w="4413250" h="3659504">
                  <a:moveTo>
                    <a:pt x="0" y="0"/>
                  </a:moveTo>
                  <a:lnTo>
                    <a:pt x="4412699" y="0"/>
                  </a:lnTo>
                  <a:lnTo>
                    <a:pt x="4412699" y="3659350"/>
                  </a:lnTo>
                  <a:lnTo>
                    <a:pt x="0" y="365935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57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7078663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#04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2</a:t>
            </a:r>
            <a:r>
              <a:rPr sz="3600" spc="90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Execute</a:t>
            </a:r>
            <a:r>
              <a:rPr sz="3600" spc="-152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Advanced</a:t>
            </a:r>
            <a:r>
              <a:rPr sz="3600" b="1" spc="-167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Capture</a:t>
            </a:r>
            <a:r>
              <a:rPr sz="3600" b="1" spc="-13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Project</a:t>
            </a:r>
            <a:endParaRPr sz="360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43599" y="4045664"/>
            <a:ext cx="11049000" cy="2812627"/>
            <a:chOff x="857699" y="3034248"/>
            <a:chExt cx="8286750" cy="210947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7225" y="3043773"/>
              <a:ext cx="6419849" cy="15811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62462" y="3039011"/>
              <a:ext cx="6429375" cy="1590675"/>
            </a:xfrm>
            <a:custGeom>
              <a:avLst/>
              <a:gdLst/>
              <a:ahLst/>
              <a:cxnLst/>
              <a:rect l="l" t="t" r="r" b="b"/>
              <a:pathLst>
                <a:path w="6429375" h="1590675">
                  <a:moveTo>
                    <a:pt x="0" y="0"/>
                  </a:moveTo>
                  <a:lnTo>
                    <a:pt x="6429374" y="0"/>
                  </a:lnTo>
                  <a:lnTo>
                    <a:pt x="6429374" y="1590650"/>
                  </a:lnTo>
                  <a:lnTo>
                    <a:pt x="0" y="159065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rgbClr val="FFFFFF"/>
                </a:solidFill>
              </a:rPr>
              <a:pPr marL="50799" defTabSz="1219170">
                <a:lnSpc>
                  <a:spcPts val="2193"/>
                </a:lnSpc>
              </a:pPr>
              <a:t>58</a:t>
            </a:fld>
            <a:endParaRPr kern="0" spc="-33" dirty="0">
              <a:solidFill>
                <a:srgbClr val="FFFFFF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14363"/>
            <a:ext cx="15192375" cy="1292225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SDR</a:t>
            </a:r>
            <a:r>
              <a:rPr sz="3600" spc="-67" dirty="0"/>
              <a:t> </a:t>
            </a:r>
            <a:r>
              <a:rPr sz="3600" dirty="0"/>
              <a:t>Exercise</a:t>
            </a:r>
            <a:r>
              <a:rPr sz="3600" spc="-67" dirty="0"/>
              <a:t> </a:t>
            </a:r>
            <a:r>
              <a:rPr sz="3600" dirty="0"/>
              <a:t>#04</a:t>
            </a:r>
            <a:r>
              <a:rPr sz="3600" spc="-33" dirty="0"/>
              <a:t> </a:t>
            </a:r>
            <a:r>
              <a:rPr sz="3600" dirty="0">
                <a:solidFill>
                  <a:srgbClr val="212D73"/>
                </a:solidFill>
              </a:rPr>
              <a:t>–</a:t>
            </a:r>
            <a:r>
              <a:rPr sz="3600" spc="-60" dirty="0">
                <a:solidFill>
                  <a:srgbClr val="212D73"/>
                </a:solidFill>
              </a:rPr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67" dirty="0">
                <a:solidFill>
                  <a:srgbClr val="212D73"/>
                </a:solidFill>
              </a:rPr>
              <a:t> 3</a:t>
            </a:r>
            <a:endParaRPr sz="3600"/>
          </a:p>
          <a:p>
            <a:pPr marL="131230"/>
            <a:r>
              <a:rPr sz="3600" dirty="0">
                <a:solidFill>
                  <a:srgbClr val="D13368"/>
                </a:solidFill>
              </a:rPr>
              <a:t>View</a:t>
            </a:r>
            <a:r>
              <a:rPr sz="3600" spc="-6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Binary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data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feed</a:t>
            </a:r>
            <a:r>
              <a:rPr sz="3600" spc="-6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from</a:t>
            </a:r>
            <a:r>
              <a:rPr sz="3600" spc="-13" dirty="0">
                <a:solidFill>
                  <a:srgbClr val="D13368"/>
                </a:solidFill>
              </a:rPr>
              <a:t> </a:t>
            </a:r>
            <a:r>
              <a:rPr sz="3600" b="1" dirty="0">
                <a:solidFill>
                  <a:srgbClr val="D13368"/>
                </a:solidFill>
              </a:rPr>
              <a:t>Advanced</a:t>
            </a:r>
            <a:r>
              <a:rPr sz="3600" b="1" spc="-60" dirty="0">
                <a:solidFill>
                  <a:srgbClr val="D13368"/>
                </a:solidFill>
              </a:rPr>
              <a:t> </a:t>
            </a:r>
            <a:r>
              <a:rPr sz="3600" b="1" spc="-13" dirty="0">
                <a:solidFill>
                  <a:srgbClr val="D13368"/>
                </a:solidFill>
              </a:rPr>
              <a:t>Capture</a:t>
            </a:r>
            <a:endParaRPr sz="360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8265" y="1877602"/>
            <a:ext cx="8469207" cy="201508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16454" indent="-499521" defTabSz="1219170">
              <a:lnSpc>
                <a:spcPts val="2733"/>
              </a:lnSpc>
              <a:spcBef>
                <a:spcPts val="133"/>
              </a:spcBef>
              <a:buSzPct val="77777"/>
              <a:buFontTx/>
              <a:buAutoNum type="arabicPeriod"/>
              <a:tabLst>
                <a:tab pos="516454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terminal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window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16454" indent="-499521" defTabSz="1219170">
              <a:lnSpc>
                <a:spcPts val="2733"/>
              </a:lnSpc>
              <a:buSzPct val="77777"/>
              <a:buFontTx/>
              <a:buAutoNum type="arabicPeriod"/>
              <a:tabLst>
                <a:tab pos="516454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following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commands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view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data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feed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signal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26039" defTabSz="1219170">
              <a:lnSpc>
                <a:spcPts val="2585"/>
              </a:lnSpc>
              <a:spcBef>
                <a:spcPts val="1325"/>
              </a:spcBef>
            </a:pP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nc</a:t>
            </a:r>
            <a:r>
              <a:rPr sz="2267" b="1" kern="0" spc="-87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127.0.0.1</a:t>
            </a:r>
            <a:r>
              <a:rPr sz="2267" b="1" kern="0" spc="-87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12345</a:t>
            </a:r>
            <a:r>
              <a:rPr sz="2267" b="1" kern="0" spc="-87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|</a:t>
            </a:r>
            <a:r>
              <a:rPr sz="2267" b="1" kern="0" spc="-87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spc="-33" dirty="0">
                <a:solidFill>
                  <a:srgbClr val="D13368"/>
                </a:solidFill>
                <a:latin typeface="Courier New"/>
                <a:cs typeface="Courier New"/>
              </a:rPr>
              <a:t>xxd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1126039" defTabSz="1219170">
              <a:lnSpc>
                <a:spcPts val="2585"/>
              </a:lnSpc>
            </a:pP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nc</a:t>
            </a:r>
            <a:r>
              <a:rPr sz="2267" b="1" kern="0" spc="-7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127.0.0.1</a:t>
            </a:r>
            <a:r>
              <a:rPr sz="2267" b="1" kern="0" spc="-7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12345</a:t>
            </a:r>
            <a:r>
              <a:rPr sz="2267" b="1" kern="0" spc="-7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|</a:t>
            </a:r>
            <a:r>
              <a:rPr sz="2267" b="1" kern="0" spc="-7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xxd</a:t>
            </a:r>
            <a:r>
              <a:rPr sz="2267" b="1" kern="0" spc="-7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|</a:t>
            </a:r>
            <a:r>
              <a:rPr sz="2267" b="1" kern="0" spc="-7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grep</a:t>
            </a:r>
            <a:r>
              <a:rPr sz="2267" b="1" kern="0" spc="-7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spc="-33" dirty="0">
                <a:solidFill>
                  <a:srgbClr val="D13368"/>
                </a:solidFill>
                <a:latin typeface="Courier New"/>
                <a:cs typeface="Courier New"/>
              </a:rPr>
              <a:t>101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516454" indent="-499521" defTabSz="1219170">
              <a:spcBef>
                <a:spcPts val="780"/>
              </a:spcBef>
              <a:buSzPct val="77777"/>
              <a:buFontTx/>
              <a:buAutoNum type="arabicPeriod" startAt="3"/>
              <a:tabLst>
                <a:tab pos="516454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Press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button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key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fob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see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binary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data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feed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131171" y="5"/>
            <a:ext cx="4061460" cy="270764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212D73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3849AB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7890C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8" y="9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212D73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8" name="object 8"/>
            <p:cNvSpPr/>
            <p:nvPr/>
          </p:nvSpPr>
          <p:spPr>
            <a:xfrm>
              <a:off x="8128789" y="101537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4">
                  <a:moveTo>
                    <a:pt x="1015199" y="1015200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1015199" y="1015200"/>
                  </a:lnTo>
                  <a:close/>
                </a:path>
              </a:pathLst>
            </a:custGeom>
            <a:solidFill>
              <a:srgbClr val="7890C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11826"/>
            <a:ext cx="2743200" cy="25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chemeClr val="tx1"/>
                </a:solidFill>
              </a:rPr>
              <a:pPr marL="50799" defTabSz="1219170">
                <a:lnSpc>
                  <a:spcPts val="2193"/>
                </a:lnSpc>
              </a:pPr>
              <a:t>59</a:t>
            </a:fld>
            <a:endParaRPr kern="0" spc="-33" dirty="0">
              <a:solidFill>
                <a:schemeClr val="tx1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3363194"/>
            <a:ext cx="10166350" cy="797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dirty="0"/>
              <a:t>Live</a:t>
            </a:r>
            <a:r>
              <a:rPr sz="5600" spc="-133" dirty="0"/>
              <a:t> </a:t>
            </a:r>
            <a:r>
              <a:rPr sz="5600" dirty="0"/>
              <a:t>Spooﬁng</a:t>
            </a:r>
            <a:r>
              <a:rPr sz="5600" spc="-120" dirty="0"/>
              <a:t> </a:t>
            </a:r>
            <a:r>
              <a:rPr sz="5600" dirty="0"/>
              <a:t>of</a:t>
            </a:r>
            <a:r>
              <a:rPr sz="5600" spc="-120" dirty="0"/>
              <a:t> </a:t>
            </a:r>
            <a:r>
              <a:rPr sz="5600" dirty="0"/>
              <a:t>GPS</a:t>
            </a:r>
            <a:r>
              <a:rPr sz="5600" spc="-120" dirty="0"/>
              <a:t> </a:t>
            </a:r>
            <a:r>
              <a:rPr sz="5600" spc="-13" dirty="0"/>
              <a:t>Satellites</a:t>
            </a:r>
            <a:endParaRPr sz="5600" dirty="0"/>
          </a:p>
        </p:txBody>
      </p:sp>
      <p:sp>
        <p:nvSpPr>
          <p:cNvPr id="10" name="object 10"/>
          <p:cNvSpPr txBox="1"/>
          <p:nvPr/>
        </p:nvSpPr>
        <p:spPr>
          <a:xfrm>
            <a:off x="894834" y="4292901"/>
            <a:ext cx="302683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kern="0" dirty="0">
                <a:latin typeface="Roboto"/>
                <a:cs typeface="Roboto"/>
              </a:rPr>
              <a:t>Overview</a:t>
            </a:r>
            <a:r>
              <a:rPr sz="3200" kern="0" spc="-9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of</a:t>
            </a:r>
            <a:r>
              <a:rPr sz="3200" kern="0" spc="-93" dirty="0">
                <a:latin typeface="Roboto"/>
                <a:cs typeface="Roboto"/>
              </a:rPr>
              <a:t> </a:t>
            </a:r>
            <a:r>
              <a:rPr sz="3200" kern="0" spc="-33" dirty="0">
                <a:latin typeface="Roboto"/>
                <a:cs typeface="Roboto"/>
              </a:rPr>
              <a:t>GPS</a:t>
            </a:r>
            <a:endParaRPr sz="3200" kern="0" dirty="0"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60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753427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GPS</a:t>
            </a:r>
            <a:r>
              <a:rPr sz="3600" spc="-33" dirty="0"/>
              <a:t> </a:t>
            </a:r>
            <a:r>
              <a:rPr sz="3600" dirty="0"/>
              <a:t>Spooﬁng</a:t>
            </a:r>
            <a:r>
              <a:rPr sz="3600" spc="-33" dirty="0"/>
              <a:t> </a:t>
            </a:r>
            <a:r>
              <a:rPr sz="3600" dirty="0"/>
              <a:t>–</a:t>
            </a:r>
            <a:r>
              <a:rPr sz="3600" spc="-13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33" dirty="0">
                <a:solidFill>
                  <a:srgbClr val="212D73"/>
                </a:solidFill>
              </a:rPr>
              <a:t> </a:t>
            </a:r>
            <a:r>
              <a:rPr sz="3600" spc="-67" dirty="0">
                <a:solidFill>
                  <a:srgbClr val="212D73"/>
                </a:solidFill>
              </a:rPr>
              <a:t>1</a:t>
            </a:r>
            <a:endParaRPr sz="3600"/>
          </a:p>
          <a:p>
            <a:pPr marL="16933"/>
            <a:r>
              <a:rPr sz="3600" dirty="0">
                <a:solidFill>
                  <a:srgbClr val="D13368"/>
                </a:solidFill>
              </a:rPr>
              <a:t>Plugin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and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ensure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HackRF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is</a:t>
            </a:r>
            <a:r>
              <a:rPr sz="3600" spc="-3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working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10241" y="1737529"/>
            <a:ext cx="4410287" cy="1442340"/>
          </a:xfrm>
          <a:prstGeom prst="rect">
            <a:avLst/>
          </a:prstGeom>
        </p:spPr>
        <p:txBody>
          <a:bodyPr vert="horz" wrap="square" lIns="0" tIns="186267" rIns="0" bIns="0" rtlCol="0">
            <a:spAutoFit/>
          </a:bodyPr>
          <a:lstStyle/>
          <a:p>
            <a:pPr marL="585031" indent="-568098" defTabSz="1219170">
              <a:spcBef>
                <a:spcPts val="1467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Plugin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Ensure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hackRF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connected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defTabSz="1219170"/>
            <a:r>
              <a:rPr sz="2267" b="1" kern="0" spc="-13" dirty="0">
                <a:solidFill>
                  <a:srgbClr val="D13368"/>
                </a:solidFill>
                <a:latin typeface="Courier New"/>
                <a:cs typeface="Courier New"/>
              </a:rPr>
              <a:t>hackrf_info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73666" y="3393900"/>
            <a:ext cx="6635327" cy="3024293"/>
            <a:chOff x="1855249" y="2545425"/>
            <a:chExt cx="4976495" cy="22682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4775" y="2554950"/>
              <a:ext cx="4957250" cy="22486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60012" y="2550187"/>
              <a:ext cx="4966970" cy="2258695"/>
            </a:xfrm>
            <a:custGeom>
              <a:avLst/>
              <a:gdLst/>
              <a:ahLst/>
              <a:cxnLst/>
              <a:rect l="l" t="t" r="r" b="b"/>
              <a:pathLst>
                <a:path w="4966970" h="2258695">
                  <a:moveTo>
                    <a:pt x="0" y="0"/>
                  </a:moveTo>
                  <a:lnTo>
                    <a:pt x="4966775" y="0"/>
                  </a:lnTo>
                  <a:lnTo>
                    <a:pt x="4966775" y="2258175"/>
                  </a:lnTo>
                  <a:lnTo>
                    <a:pt x="0" y="225817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61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910157"/>
            <a:ext cx="9096375" cy="685615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Backup</a:t>
            </a:r>
            <a:r>
              <a:rPr sz="3600" spc="-20" dirty="0"/>
              <a:t> </a:t>
            </a:r>
            <a:r>
              <a:rPr sz="3600" dirty="0">
                <a:solidFill>
                  <a:srgbClr val="2A3890"/>
                </a:solidFill>
              </a:rPr>
              <a:t>-</a:t>
            </a:r>
            <a:r>
              <a:rPr sz="3600" spc="-1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Install</a:t>
            </a:r>
            <a:r>
              <a:rPr sz="3600" spc="-20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gps-sdr-</a:t>
            </a:r>
            <a:r>
              <a:rPr sz="3600" spc="-33" dirty="0">
                <a:solidFill>
                  <a:srgbClr val="2A3890"/>
                </a:solidFill>
              </a:rPr>
              <a:t>sim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748341" y="1935309"/>
            <a:ext cx="7590367" cy="1283258"/>
          </a:xfrm>
          <a:prstGeom prst="rect">
            <a:avLst/>
          </a:prstGeom>
        </p:spPr>
        <p:txBody>
          <a:bodyPr vert="horz" wrap="square" lIns="0" tIns="71967" rIns="0" bIns="0" rtlCol="0">
            <a:spAutoFit/>
          </a:bodyPr>
          <a:lstStyle/>
          <a:p>
            <a:pPr marL="585031" indent="-568098" defTabSz="1219170">
              <a:spcBef>
                <a:spcPts val="567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git</a:t>
            </a:r>
            <a:r>
              <a:rPr sz="2400" kern="0" spc="1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clone</a:t>
            </a:r>
            <a:r>
              <a:rPr sz="2400" kern="0" spc="1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u="heavy" kern="0" spc="-27" dirty="0">
                <a:solidFill>
                  <a:srgbClr val="F06292"/>
                </a:solidFill>
                <a:uFill>
                  <a:solidFill>
                    <a:srgbClr val="F06292"/>
                  </a:solidFill>
                </a:uFill>
                <a:latin typeface="Roboto"/>
                <a:cs typeface="Roboto"/>
                <a:hlinkClick r:id="rId3"/>
              </a:rPr>
              <a:t>https://github.com/osqzss/gps-</a:t>
            </a:r>
            <a:r>
              <a:rPr sz="2400" u="heavy" kern="0" spc="-13" dirty="0">
                <a:solidFill>
                  <a:srgbClr val="F06292"/>
                </a:solidFill>
                <a:uFill>
                  <a:solidFill>
                    <a:srgbClr val="F06292"/>
                  </a:solidFill>
                </a:uFill>
                <a:latin typeface="Roboto"/>
                <a:cs typeface="Roboto"/>
                <a:hlinkClick r:id="rId3"/>
              </a:rPr>
              <a:t>sdr-sim.git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427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cd</a:t>
            </a:r>
            <a:r>
              <a:rPr sz="2400" kern="0" spc="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gps-sdr-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sim/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4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gcc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gpssim.c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lm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O3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gps-sdr-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sim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62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178550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GPS</a:t>
            </a:r>
            <a:r>
              <a:rPr sz="3600" spc="-33" dirty="0"/>
              <a:t> </a:t>
            </a:r>
            <a:r>
              <a:rPr sz="3600" dirty="0"/>
              <a:t>Spooﬁng</a:t>
            </a:r>
            <a:r>
              <a:rPr sz="3600" spc="-33" dirty="0"/>
              <a:t> </a:t>
            </a:r>
            <a:r>
              <a:rPr sz="3600" dirty="0"/>
              <a:t>–</a:t>
            </a:r>
            <a:r>
              <a:rPr sz="3600" spc="-13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33" dirty="0">
                <a:solidFill>
                  <a:srgbClr val="212D73"/>
                </a:solidFill>
              </a:rPr>
              <a:t> </a:t>
            </a:r>
            <a:r>
              <a:rPr sz="3600" spc="-67" dirty="0">
                <a:solidFill>
                  <a:srgbClr val="212D73"/>
                </a:solidFill>
              </a:rPr>
              <a:t>2 </a:t>
            </a:r>
            <a:r>
              <a:rPr sz="3600" dirty="0">
                <a:solidFill>
                  <a:srgbClr val="D13368"/>
                </a:solidFill>
              </a:rPr>
              <a:t>Download</a:t>
            </a:r>
            <a:r>
              <a:rPr sz="3600" spc="-5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latest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GNSS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archive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10241" y="1906863"/>
            <a:ext cx="8653780" cy="127385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marR="6773" indent="-568946" defTabSz="1219170">
              <a:spcBef>
                <a:spcPts val="1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Go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to </a:t>
            </a:r>
            <a:r>
              <a:rPr sz="2000" u="heavy" kern="0" spc="-13" dirty="0">
                <a:solidFill>
                  <a:srgbClr val="F06292"/>
                </a:solidFill>
                <a:uFill>
                  <a:solidFill>
                    <a:srgbClr val="F06292"/>
                  </a:solidFill>
                </a:uFill>
                <a:latin typeface="Roboto"/>
                <a:cs typeface="Roboto"/>
                <a:hlinkClick r:id="rId3"/>
              </a:rPr>
              <a:t>https://cddis.nasa.gov/archive/gnss/data/daily/2024/brdc/</a:t>
            </a:r>
            <a:endParaRPr sz="2000" kern="0" dirty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Download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latest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archive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from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today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(brdc0370.24n)</a:t>
            </a:r>
            <a:endParaRPr sz="2000" kern="0" dirty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Place the</a:t>
            </a:r>
            <a:r>
              <a:rPr sz="2000" kern="0" spc="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ﬁle</a:t>
            </a:r>
            <a:r>
              <a:rPr sz="2000" kern="0" spc="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000" kern="0" spc="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b="1" kern="0" spc="-33" dirty="0">
                <a:solidFill>
                  <a:srgbClr val="D13368"/>
                </a:solidFill>
                <a:latin typeface="Courier New"/>
                <a:cs typeface="Courier New"/>
              </a:rPr>
              <a:t>/usr/src/gps-sdr-</a:t>
            </a:r>
            <a:r>
              <a:rPr sz="2000" b="1" kern="0" dirty="0">
                <a:solidFill>
                  <a:srgbClr val="D13368"/>
                </a:solidFill>
                <a:latin typeface="Courier New"/>
                <a:cs typeface="Courier New"/>
              </a:rPr>
              <a:t>sim</a:t>
            </a:r>
            <a:r>
              <a:rPr sz="2000" b="1" kern="0" spc="13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directory</a:t>
            </a:r>
            <a:endParaRPr sz="2000" kern="0" dirty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56234" y="3538734"/>
            <a:ext cx="7879533" cy="313323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63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5195888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GPS</a:t>
            </a:r>
            <a:r>
              <a:rPr sz="3600" spc="-33" dirty="0"/>
              <a:t> </a:t>
            </a:r>
            <a:r>
              <a:rPr sz="3600" dirty="0"/>
              <a:t>Spooﬁng</a:t>
            </a:r>
            <a:r>
              <a:rPr sz="3600" spc="-33" dirty="0"/>
              <a:t> </a:t>
            </a:r>
            <a:r>
              <a:rPr sz="3600" dirty="0"/>
              <a:t>–</a:t>
            </a:r>
            <a:r>
              <a:rPr sz="3600" spc="-13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33" dirty="0">
                <a:solidFill>
                  <a:srgbClr val="212D73"/>
                </a:solidFill>
              </a:rPr>
              <a:t> </a:t>
            </a:r>
            <a:r>
              <a:rPr sz="3600" spc="-67" dirty="0">
                <a:solidFill>
                  <a:srgbClr val="212D73"/>
                </a:solidFill>
              </a:rPr>
              <a:t>3 </a:t>
            </a:r>
            <a:r>
              <a:rPr sz="3600" dirty="0">
                <a:solidFill>
                  <a:srgbClr val="D13368"/>
                </a:solidFill>
              </a:rPr>
              <a:t>Select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a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location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to</a:t>
            </a:r>
            <a:r>
              <a:rPr sz="3600" spc="-40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spoof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10240" y="1737530"/>
            <a:ext cx="6644640" cy="1629506"/>
          </a:xfrm>
          <a:prstGeom prst="rect">
            <a:avLst/>
          </a:prstGeom>
        </p:spPr>
        <p:txBody>
          <a:bodyPr vert="horz" wrap="square" lIns="0" tIns="186267" rIns="0" bIns="0" rtlCol="0">
            <a:spAutoFit/>
          </a:bodyPr>
          <a:lstStyle/>
          <a:p>
            <a:pPr marL="585031" indent="-568098" defTabSz="1219170">
              <a:spcBef>
                <a:spcPts val="1467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Navigate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u="heavy" kern="0" spc="-13" dirty="0">
                <a:solidFill>
                  <a:srgbClr val="F06292"/>
                </a:solidFill>
                <a:uFill>
                  <a:solidFill>
                    <a:srgbClr val="F06292"/>
                  </a:solidFill>
                </a:uFill>
                <a:latin typeface="Roboto"/>
                <a:cs typeface="Roboto"/>
                <a:hlinkClick r:id="rId3"/>
              </a:rPr>
              <a:t>maps.google.com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Find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location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spoof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spcBef>
                <a:spcPts val="1333"/>
              </a:spcBef>
              <a:buFont typeface="Roboto"/>
              <a:buAutoNum type="arabicPeriod"/>
              <a:tabLst>
                <a:tab pos="5850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Copy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longitude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latitude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from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URL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6884" y="3474367"/>
            <a:ext cx="6238233" cy="314593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64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4835525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GPS</a:t>
            </a:r>
            <a:r>
              <a:rPr sz="3600" spc="-33" dirty="0"/>
              <a:t> </a:t>
            </a:r>
            <a:r>
              <a:rPr sz="3600" dirty="0"/>
              <a:t>Spooﬁng</a:t>
            </a:r>
            <a:r>
              <a:rPr sz="3600" spc="-33" dirty="0"/>
              <a:t> </a:t>
            </a:r>
            <a:r>
              <a:rPr sz="3600" dirty="0"/>
              <a:t>–</a:t>
            </a:r>
            <a:r>
              <a:rPr sz="3600" spc="-13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33" dirty="0">
                <a:solidFill>
                  <a:srgbClr val="212D73"/>
                </a:solidFill>
              </a:rPr>
              <a:t> </a:t>
            </a:r>
            <a:r>
              <a:rPr sz="3600" spc="-67" dirty="0">
                <a:solidFill>
                  <a:srgbClr val="212D73"/>
                </a:solidFill>
              </a:rPr>
              <a:t>5 </a:t>
            </a:r>
            <a:r>
              <a:rPr sz="3600" dirty="0">
                <a:solidFill>
                  <a:srgbClr val="D13368"/>
                </a:solidFill>
              </a:rPr>
              <a:t>Generate</a:t>
            </a:r>
            <a:r>
              <a:rPr sz="3600" spc="-120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constellations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68867" y="1906875"/>
            <a:ext cx="10114279" cy="169198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625671" indent="-568098" defTabSz="1219170">
              <a:spcBef>
                <a:spcPts val="133"/>
              </a:spcBef>
              <a:buFont typeface="Roboto"/>
              <a:buAutoNum type="arabicPeriod"/>
              <a:tabLst>
                <a:tab pos="62567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Go</a:t>
            </a:r>
            <a:r>
              <a:rPr sz="2400" kern="0" spc="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gps-sdr-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sim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6102" defTabSz="1219170"/>
            <a:r>
              <a:rPr sz="2267" b="1" kern="0" dirty="0">
                <a:solidFill>
                  <a:srgbClr val="D13368"/>
                </a:solidFill>
                <a:latin typeface="Courier New"/>
                <a:cs typeface="Courier New"/>
              </a:rPr>
              <a:t>cd</a:t>
            </a:r>
            <a:r>
              <a:rPr sz="2267" b="1" kern="0" spc="180" dirty="0">
                <a:solidFill>
                  <a:srgbClr val="D13368"/>
                </a:solidFill>
                <a:latin typeface="Courier New"/>
                <a:cs typeface="Courier New"/>
              </a:rPr>
              <a:t> </a:t>
            </a:r>
            <a:r>
              <a:rPr sz="2267" b="1" kern="0" spc="-33" dirty="0">
                <a:solidFill>
                  <a:srgbClr val="D13368"/>
                </a:solidFill>
                <a:latin typeface="Courier New"/>
                <a:cs typeface="Courier New"/>
              </a:rPr>
              <a:t>/usr/src/gps-sdr-sim</a:t>
            </a:r>
            <a:endParaRPr sz="2267" kern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625671" indent="-568098" defTabSz="1219170">
              <a:spcBef>
                <a:spcPts val="400"/>
              </a:spcBef>
              <a:buFont typeface="Roboto"/>
              <a:buAutoNum type="arabicPeriod" startAt="2"/>
              <a:tabLst>
                <a:tab pos="62567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following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command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6933" defTabSz="1219170">
              <a:spcBef>
                <a:spcPts val="1333"/>
              </a:spcBef>
            </a:pP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./gps-sdr-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sim</a:t>
            </a:r>
            <a:r>
              <a:rPr sz="2400" b="1" kern="0" spc="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e</a:t>
            </a:r>
            <a:r>
              <a:rPr sz="2400" b="1" kern="0" spc="1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brdc2050.23n</a:t>
            </a:r>
            <a:r>
              <a:rPr sz="2400" b="1" kern="0" spc="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l</a:t>
            </a:r>
            <a:r>
              <a:rPr sz="2400" b="1" kern="0" spc="1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-81.056276,52.7882491,17z</a:t>
            </a:r>
            <a:r>
              <a:rPr sz="2400" b="1" kern="0" spc="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b</a:t>
            </a:r>
            <a:r>
              <a:rPr sz="2400" b="1" kern="0" spc="1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8</a:t>
            </a:r>
            <a:r>
              <a:rPr sz="2400" b="1" kern="0" spc="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d</a:t>
            </a:r>
            <a:r>
              <a:rPr sz="2400" b="1" kern="0" spc="1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500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50749" y="3658467"/>
            <a:ext cx="3891280" cy="3136053"/>
            <a:chOff x="3113062" y="2743850"/>
            <a:chExt cx="2918460" cy="2352040"/>
          </a:xfrm>
        </p:grpSpPr>
        <p:pic>
          <p:nvPicPr>
            <p:cNvPr id="5" name="object 5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22587" y="2753375"/>
              <a:ext cx="2898820" cy="233244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117824" y="2748612"/>
              <a:ext cx="2908935" cy="2342515"/>
            </a:xfrm>
            <a:custGeom>
              <a:avLst/>
              <a:gdLst/>
              <a:ahLst/>
              <a:cxnLst/>
              <a:rect l="l" t="t" r="r" b="b"/>
              <a:pathLst>
                <a:path w="2908935" h="2342515">
                  <a:moveTo>
                    <a:pt x="0" y="0"/>
                  </a:moveTo>
                  <a:lnTo>
                    <a:pt x="2908346" y="0"/>
                  </a:lnTo>
                  <a:lnTo>
                    <a:pt x="2908346" y="2341974"/>
                  </a:lnTo>
                  <a:lnTo>
                    <a:pt x="0" y="23419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65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6508750" cy="112553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3600" dirty="0"/>
              <a:t>GPS</a:t>
            </a:r>
            <a:r>
              <a:rPr sz="3600" spc="-33" dirty="0"/>
              <a:t> </a:t>
            </a:r>
            <a:r>
              <a:rPr sz="3600" dirty="0"/>
              <a:t>Spooﬁng</a:t>
            </a:r>
            <a:r>
              <a:rPr sz="3600" spc="-33" dirty="0"/>
              <a:t> </a:t>
            </a:r>
            <a:r>
              <a:rPr sz="3600" dirty="0"/>
              <a:t>–</a:t>
            </a:r>
            <a:r>
              <a:rPr sz="3600" spc="-13" dirty="0"/>
              <a:t> </a:t>
            </a:r>
            <a:r>
              <a:rPr sz="3600" dirty="0">
                <a:solidFill>
                  <a:srgbClr val="212D73"/>
                </a:solidFill>
              </a:rPr>
              <a:t>Step</a:t>
            </a:r>
            <a:r>
              <a:rPr sz="3600" spc="-33" dirty="0">
                <a:solidFill>
                  <a:srgbClr val="212D73"/>
                </a:solidFill>
              </a:rPr>
              <a:t> </a:t>
            </a:r>
            <a:r>
              <a:rPr sz="3600" spc="-67" dirty="0">
                <a:solidFill>
                  <a:srgbClr val="212D73"/>
                </a:solidFill>
              </a:rPr>
              <a:t>6</a:t>
            </a:r>
            <a:r>
              <a:rPr sz="3600" spc="900" dirty="0">
                <a:solidFill>
                  <a:srgbClr val="212D73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Transmit</a:t>
            </a:r>
            <a:r>
              <a:rPr sz="3600" spc="-93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Spoofed</a:t>
            </a:r>
            <a:r>
              <a:rPr sz="3600" spc="-87" dirty="0">
                <a:solidFill>
                  <a:srgbClr val="D13368"/>
                </a:solidFill>
              </a:rPr>
              <a:t> </a:t>
            </a:r>
            <a:r>
              <a:rPr sz="3600" dirty="0">
                <a:solidFill>
                  <a:srgbClr val="D13368"/>
                </a:solidFill>
              </a:rPr>
              <a:t>GPS</a:t>
            </a:r>
            <a:r>
              <a:rPr sz="3600" spc="-93" dirty="0">
                <a:solidFill>
                  <a:srgbClr val="D13368"/>
                </a:solidFill>
              </a:rPr>
              <a:t> </a:t>
            </a:r>
            <a:r>
              <a:rPr sz="3600" spc="-13" dirty="0">
                <a:solidFill>
                  <a:srgbClr val="D13368"/>
                </a:solidFill>
              </a:rPr>
              <a:t>Location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68867" y="1737541"/>
            <a:ext cx="9788312" cy="1093462"/>
          </a:xfrm>
          <a:prstGeom prst="rect">
            <a:avLst/>
          </a:prstGeom>
        </p:spPr>
        <p:txBody>
          <a:bodyPr vert="horz" wrap="square" lIns="0" tIns="186267" rIns="0" bIns="0" rtlCol="0">
            <a:spAutoFit/>
          </a:bodyPr>
          <a:lstStyle/>
          <a:p>
            <a:pPr marL="57572" defTabSz="1219170">
              <a:spcBef>
                <a:spcPts val="1467"/>
              </a:spcBef>
              <a:tabLst>
                <a:tab pos="625671" algn="l"/>
              </a:tabLst>
            </a:pPr>
            <a:r>
              <a:rPr sz="2400" b="1" kern="0" spc="-33" dirty="0">
                <a:solidFill>
                  <a:srgbClr val="434343"/>
                </a:solidFill>
                <a:latin typeface="Roboto"/>
                <a:cs typeface="Roboto"/>
              </a:rPr>
              <a:t>1.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following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command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6933" defTabSz="1219170">
              <a:spcBef>
                <a:spcPts val="1333"/>
              </a:spcBef>
            </a:pP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hackrf_transfer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p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1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t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gpssim.bin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f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1575420000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s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2600000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a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1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x</a:t>
            </a:r>
            <a:r>
              <a:rPr sz="2400" b="1" kern="0" spc="-4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212D73"/>
                </a:solidFill>
                <a:latin typeface="Roboto"/>
                <a:cs typeface="Roboto"/>
              </a:rPr>
              <a:t>30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17465" y="3048466"/>
            <a:ext cx="7281865" cy="35580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0267" y="1359690"/>
            <a:ext cx="7943427" cy="27264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lnSpc>
                <a:spcPct val="114999"/>
              </a:lnSpc>
              <a:spcBef>
                <a:spcPts val="133"/>
              </a:spcBef>
            </a:pP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RDS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system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for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transmitting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small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amounts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digital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information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along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with</a:t>
            </a:r>
            <a:r>
              <a:rPr sz="1867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FM</a:t>
            </a:r>
            <a:r>
              <a:rPr sz="1867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radio</a:t>
            </a:r>
            <a:r>
              <a:rPr sz="1867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broadcasts.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6933" defTabSz="1219170">
              <a:spcBef>
                <a:spcPts val="1933"/>
              </a:spcBef>
            </a:pP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Information</a:t>
            </a:r>
            <a:r>
              <a:rPr sz="1867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transmitted: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625671" indent="-447875" defTabSz="1219170">
              <a:spcBef>
                <a:spcPts val="1933"/>
              </a:spcBef>
              <a:buClr>
                <a:srgbClr val="000000"/>
              </a:buClr>
              <a:buFont typeface="Arial"/>
              <a:buChar char="●"/>
              <a:tabLst>
                <a:tab pos="625671" algn="l"/>
              </a:tabLst>
            </a:pP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Program</a:t>
            </a:r>
            <a:r>
              <a:rPr sz="1867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Service</a:t>
            </a:r>
            <a:r>
              <a:rPr sz="1867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(PS):</a:t>
            </a:r>
            <a:r>
              <a:rPr sz="1867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Displays</a:t>
            </a:r>
            <a:r>
              <a:rPr sz="1867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1867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station's</a:t>
            </a:r>
            <a:r>
              <a:rPr sz="1867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identiﬁer.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626518" marR="220128" indent="-448722" defTabSz="1219170">
              <a:lnSpc>
                <a:spcPct val="114999"/>
              </a:lnSpc>
              <a:buClr>
                <a:srgbClr val="000000"/>
              </a:buClr>
              <a:buFont typeface="Arial"/>
              <a:buChar char="●"/>
              <a:tabLst>
                <a:tab pos="626518" algn="l"/>
              </a:tabLst>
            </a:pP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Radio</a:t>
            </a:r>
            <a:r>
              <a:rPr sz="1867" kern="0" spc="-8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Text</a:t>
            </a:r>
            <a:r>
              <a:rPr sz="1867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(RT):</a:t>
            </a:r>
            <a:r>
              <a:rPr sz="1867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Additional</a:t>
            </a:r>
            <a:r>
              <a:rPr sz="1867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text</a:t>
            </a:r>
            <a:r>
              <a:rPr sz="1867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information</a:t>
            </a:r>
            <a:r>
              <a:rPr sz="1867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related</a:t>
            </a:r>
            <a:r>
              <a:rPr sz="1867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1867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1867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broadcast content.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625671" indent="-447875" defTabSz="1219170">
              <a:spcBef>
                <a:spcPts val="339"/>
              </a:spcBef>
              <a:buClr>
                <a:srgbClr val="000000"/>
              </a:buClr>
              <a:buFont typeface="Arial"/>
              <a:buChar char="●"/>
              <a:tabLst>
                <a:tab pos="625671" algn="l"/>
              </a:tabLst>
            </a:pP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Clock</a:t>
            </a:r>
            <a:r>
              <a:rPr sz="1867" kern="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Time:</a:t>
            </a:r>
            <a:r>
              <a:rPr sz="1867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RDS</a:t>
            </a:r>
            <a:r>
              <a:rPr sz="1867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can</a:t>
            </a:r>
            <a:r>
              <a:rPr sz="1867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synchronize</a:t>
            </a:r>
            <a:r>
              <a:rPr sz="1867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1867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clock</a:t>
            </a:r>
            <a:r>
              <a:rPr sz="1867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1867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compatible</a:t>
            </a:r>
            <a:r>
              <a:rPr sz="1867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receivers.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0267" y="4832377"/>
            <a:ext cx="3134360" cy="83539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Frequency</a:t>
            </a:r>
            <a:r>
              <a:rPr sz="1867" kern="0" spc="-9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range</a:t>
            </a:r>
            <a:r>
              <a:rPr sz="1867" kern="0" spc="-8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(USA):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625671" indent="-447875" defTabSz="1219170">
              <a:spcBef>
                <a:spcPts val="1933"/>
              </a:spcBef>
              <a:buFont typeface="Arial"/>
              <a:buChar char="●"/>
              <a:tabLst>
                <a:tab pos="625671" algn="l"/>
              </a:tabLst>
            </a:pPr>
            <a:r>
              <a:rPr sz="1867" kern="0" spc="-13" dirty="0">
                <a:solidFill>
                  <a:srgbClr val="434343"/>
                </a:solidFill>
                <a:latin typeface="Roboto"/>
                <a:cs typeface="Roboto"/>
              </a:rPr>
              <a:t>87.5MHz</a:t>
            </a:r>
            <a:r>
              <a:rPr sz="1867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1867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dirty="0">
                <a:solidFill>
                  <a:srgbClr val="434343"/>
                </a:solidFill>
                <a:latin typeface="Roboto"/>
                <a:cs typeface="Roboto"/>
              </a:rPr>
              <a:t>108.0</a:t>
            </a:r>
            <a:r>
              <a:rPr sz="1867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1867" kern="0" spc="-27" dirty="0">
                <a:solidFill>
                  <a:srgbClr val="434343"/>
                </a:solidFill>
                <a:latin typeface="Roboto"/>
                <a:cs typeface="Roboto"/>
              </a:rPr>
              <a:t>MHz.</a:t>
            </a:r>
            <a:endParaRPr sz="18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66</a:t>
            </a:fld>
            <a:endParaRPr kern="0" spc="-33" dirty="0"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509588"/>
            <a:ext cx="10714038" cy="6318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/>
              <a:t>RDS</a:t>
            </a:r>
            <a:r>
              <a:rPr spc="-47" dirty="0"/>
              <a:t> </a:t>
            </a:r>
            <a:r>
              <a:rPr dirty="0"/>
              <a:t>Overview</a:t>
            </a:r>
            <a:r>
              <a:rPr spc="-27" dirty="0"/>
              <a:t> </a:t>
            </a:r>
            <a:r>
              <a:rPr dirty="0">
                <a:solidFill>
                  <a:srgbClr val="2A3890"/>
                </a:solidFill>
              </a:rPr>
              <a:t>-</a:t>
            </a:r>
            <a:r>
              <a:rPr spc="-47" dirty="0">
                <a:solidFill>
                  <a:srgbClr val="2A3890"/>
                </a:solidFill>
              </a:rPr>
              <a:t> </a:t>
            </a:r>
            <a:r>
              <a:rPr dirty="0">
                <a:solidFill>
                  <a:srgbClr val="2A3890"/>
                </a:solidFill>
              </a:rPr>
              <a:t>What</a:t>
            </a:r>
            <a:r>
              <a:rPr spc="-47" dirty="0">
                <a:solidFill>
                  <a:srgbClr val="2A3890"/>
                </a:solidFill>
              </a:rPr>
              <a:t> </a:t>
            </a:r>
            <a:r>
              <a:rPr dirty="0">
                <a:solidFill>
                  <a:srgbClr val="2A3890"/>
                </a:solidFill>
              </a:rPr>
              <a:t>is</a:t>
            </a:r>
            <a:r>
              <a:rPr spc="-47" dirty="0">
                <a:solidFill>
                  <a:srgbClr val="2A3890"/>
                </a:solidFill>
              </a:rPr>
              <a:t> </a:t>
            </a:r>
            <a:r>
              <a:rPr dirty="0">
                <a:solidFill>
                  <a:srgbClr val="2A3890"/>
                </a:solidFill>
              </a:rPr>
              <a:t>the</a:t>
            </a:r>
            <a:r>
              <a:rPr spc="-47" dirty="0">
                <a:solidFill>
                  <a:srgbClr val="2A3890"/>
                </a:solidFill>
              </a:rPr>
              <a:t> </a:t>
            </a:r>
            <a:r>
              <a:rPr dirty="0">
                <a:solidFill>
                  <a:srgbClr val="2A3890"/>
                </a:solidFill>
              </a:rPr>
              <a:t>Radio</a:t>
            </a:r>
            <a:r>
              <a:rPr spc="-47" dirty="0">
                <a:solidFill>
                  <a:srgbClr val="2A3890"/>
                </a:solidFill>
              </a:rPr>
              <a:t> </a:t>
            </a:r>
            <a:r>
              <a:rPr dirty="0">
                <a:solidFill>
                  <a:srgbClr val="2A3890"/>
                </a:solidFill>
              </a:rPr>
              <a:t>Data</a:t>
            </a:r>
            <a:r>
              <a:rPr spc="-47" dirty="0">
                <a:solidFill>
                  <a:srgbClr val="2A3890"/>
                </a:solidFill>
              </a:rPr>
              <a:t> </a:t>
            </a:r>
            <a:r>
              <a:rPr spc="-13" dirty="0">
                <a:solidFill>
                  <a:srgbClr val="2A3890"/>
                </a:solidFill>
              </a:rPr>
              <a:t>System?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80793" y="1233000"/>
            <a:ext cx="2030040" cy="18835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35234" y="3483603"/>
            <a:ext cx="3756765" cy="271799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398667" y="509412"/>
            <a:ext cx="7991687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4000" kern="0" dirty="0">
                <a:solidFill>
                  <a:srgbClr val="595959"/>
                </a:solidFill>
                <a:latin typeface="Roboto"/>
                <a:cs typeface="Roboto"/>
              </a:rPr>
              <a:t>RDS</a:t>
            </a:r>
            <a:r>
              <a:rPr sz="4000" kern="0" spc="-33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4000" kern="0" dirty="0">
                <a:solidFill>
                  <a:srgbClr val="2A3890"/>
                </a:solidFill>
                <a:latin typeface="Roboto"/>
                <a:cs typeface="Roboto"/>
              </a:rPr>
              <a:t>–</a:t>
            </a:r>
            <a:r>
              <a:rPr sz="4000" kern="0" spc="-40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4000" kern="0" dirty="0">
                <a:solidFill>
                  <a:srgbClr val="2A3890"/>
                </a:solidFill>
                <a:latin typeface="Roboto"/>
                <a:cs typeface="Roboto"/>
              </a:rPr>
              <a:t>Receiving</a:t>
            </a:r>
            <a:r>
              <a:rPr sz="4000" kern="0" spc="-33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4000" kern="0" dirty="0">
                <a:solidFill>
                  <a:srgbClr val="2A3890"/>
                </a:solidFill>
                <a:latin typeface="Roboto"/>
                <a:cs typeface="Roboto"/>
              </a:rPr>
              <a:t>and</a:t>
            </a:r>
            <a:r>
              <a:rPr sz="4000" kern="0" spc="-40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4000" kern="0" dirty="0">
                <a:solidFill>
                  <a:srgbClr val="2A3890"/>
                </a:solidFill>
                <a:latin typeface="Roboto"/>
                <a:cs typeface="Roboto"/>
              </a:rPr>
              <a:t>decoding</a:t>
            </a:r>
            <a:r>
              <a:rPr sz="4000" kern="0" spc="-33" dirty="0">
                <a:solidFill>
                  <a:srgbClr val="2A3890"/>
                </a:solidFill>
                <a:latin typeface="Roboto"/>
                <a:cs typeface="Roboto"/>
              </a:rPr>
              <a:t> RDS</a:t>
            </a:r>
            <a:endParaRPr sz="40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1433" y="1365942"/>
            <a:ext cx="7308427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spcBef>
                <a:spcPts val="133"/>
              </a:spcBef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$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sudo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xdg-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/usr/src/gr-rds/examples/rds_rx.grc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Replace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RTL-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SDR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Source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with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Osmocom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source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block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02983" y="2223934"/>
            <a:ext cx="9288817" cy="4497541"/>
            <a:chOff x="977237" y="1667950"/>
            <a:chExt cx="7106284" cy="3475990"/>
          </a:xfrm>
        </p:grpSpPr>
        <p:pic>
          <p:nvPicPr>
            <p:cNvPr id="5" name="object 5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82000" y="1667950"/>
              <a:ext cx="7101224" cy="347554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82000" y="2941650"/>
              <a:ext cx="917575" cy="790575"/>
            </a:xfrm>
            <a:custGeom>
              <a:avLst/>
              <a:gdLst/>
              <a:ahLst/>
              <a:cxnLst/>
              <a:rect l="l" t="t" r="r" b="b"/>
              <a:pathLst>
                <a:path w="917575" h="790575">
                  <a:moveTo>
                    <a:pt x="0" y="0"/>
                  </a:moveTo>
                  <a:lnTo>
                    <a:pt x="917399" y="0"/>
                  </a:lnTo>
                  <a:lnTo>
                    <a:pt x="917399" y="790499"/>
                  </a:lnTo>
                  <a:lnTo>
                    <a:pt x="0" y="790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67</a:t>
            </a:fld>
            <a:endParaRPr kern="0" spc="-33" dirty="0"/>
          </a:p>
        </p:txBody>
      </p:sp>
    </p:spTree>
    <p:custDataLst>
      <p:tags r:id="rId1"/>
    </p:custData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68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14363"/>
            <a:ext cx="15192375" cy="738187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>
                <a:solidFill>
                  <a:srgbClr val="2A3890"/>
                </a:solidFill>
              </a:rPr>
              <a:t>RDS-</a:t>
            </a:r>
            <a:r>
              <a:rPr sz="3600" spc="-6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Receiving</a:t>
            </a:r>
            <a:r>
              <a:rPr sz="3600" spc="-6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and</a:t>
            </a:r>
            <a:r>
              <a:rPr sz="3600" spc="-6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decoding</a:t>
            </a:r>
            <a:r>
              <a:rPr sz="3600" spc="-6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RDS</a:t>
            </a:r>
            <a:r>
              <a:rPr sz="3600" spc="-67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continued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792993" y="1352550"/>
            <a:ext cx="9874673" cy="4715933"/>
            <a:chOff x="869064" y="1114499"/>
            <a:chExt cx="7406005" cy="3536950"/>
          </a:xfrm>
        </p:grpSpPr>
        <p:pic>
          <p:nvPicPr>
            <p:cNvPr id="4" name="object 4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69064" y="1114499"/>
              <a:ext cx="7405872" cy="353670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925475" y="1916849"/>
              <a:ext cx="3270250" cy="393700"/>
            </a:xfrm>
            <a:custGeom>
              <a:avLst/>
              <a:gdLst/>
              <a:ahLst/>
              <a:cxnLst/>
              <a:rect l="l" t="t" r="r" b="b"/>
              <a:pathLst>
                <a:path w="3270250" h="393700">
                  <a:moveTo>
                    <a:pt x="0" y="0"/>
                  </a:moveTo>
                  <a:lnTo>
                    <a:pt x="3269699" y="0"/>
                  </a:lnTo>
                  <a:lnTo>
                    <a:pt x="3269699" y="393599"/>
                  </a:lnTo>
                  <a:lnTo>
                    <a:pt x="0" y="393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398667" y="509412"/>
            <a:ext cx="5483013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4000" kern="0" dirty="0">
                <a:solidFill>
                  <a:srgbClr val="595959"/>
                </a:solidFill>
                <a:latin typeface="Roboto"/>
                <a:cs typeface="Roboto"/>
              </a:rPr>
              <a:t>RDS</a:t>
            </a:r>
            <a:r>
              <a:rPr sz="4000" kern="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4000" kern="0" dirty="0">
                <a:solidFill>
                  <a:srgbClr val="2A3890"/>
                </a:solidFill>
                <a:latin typeface="Roboto"/>
                <a:cs typeface="Roboto"/>
              </a:rPr>
              <a:t>–</a:t>
            </a:r>
            <a:r>
              <a:rPr sz="4000" kern="0" spc="-133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4000" kern="0" spc="-13" dirty="0">
                <a:solidFill>
                  <a:srgbClr val="2A3890"/>
                </a:solidFill>
                <a:latin typeface="Roboto"/>
                <a:cs typeface="Roboto"/>
              </a:rPr>
              <a:t>Transmitting</a:t>
            </a:r>
            <a:r>
              <a:rPr sz="4000" kern="0" spc="-60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4000" kern="0" spc="-33" dirty="0">
                <a:solidFill>
                  <a:srgbClr val="2A3890"/>
                </a:solidFill>
                <a:latin typeface="Roboto"/>
                <a:cs typeface="Roboto"/>
              </a:rPr>
              <a:t>RDS</a:t>
            </a:r>
            <a:endParaRPr sz="40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1434" y="1365941"/>
            <a:ext cx="7891780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spcBef>
                <a:spcPts val="133"/>
              </a:spcBef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$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sudo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xdg-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/usr/src/gr-rds/examples/rds_tx.grc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Adjust</a:t>
            </a:r>
            <a:r>
              <a:rPr sz="2400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transmit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frequency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by</a:t>
            </a:r>
            <a:r>
              <a:rPr sz="2400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modifying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freq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variable</a:t>
            </a:r>
            <a:r>
              <a:rPr sz="2400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block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40066" y="2588665"/>
            <a:ext cx="8111913" cy="4138507"/>
            <a:chOff x="1530049" y="1941499"/>
            <a:chExt cx="6083935" cy="3103880"/>
          </a:xfrm>
        </p:grpSpPr>
        <p:pic>
          <p:nvPicPr>
            <p:cNvPr id="5" name="object 5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30049" y="1941499"/>
              <a:ext cx="6083899" cy="31032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818050" y="2102299"/>
              <a:ext cx="307975" cy="205104"/>
            </a:xfrm>
            <a:custGeom>
              <a:avLst/>
              <a:gdLst/>
              <a:ahLst/>
              <a:cxnLst/>
              <a:rect l="l" t="t" r="r" b="b"/>
              <a:pathLst>
                <a:path w="307975" h="205105">
                  <a:moveTo>
                    <a:pt x="0" y="0"/>
                  </a:moveTo>
                  <a:lnTo>
                    <a:pt x="307799" y="0"/>
                  </a:lnTo>
                  <a:lnTo>
                    <a:pt x="307799" y="204899"/>
                  </a:lnTo>
                  <a:lnTo>
                    <a:pt x="0" y="204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69</a:t>
            </a:fld>
            <a:endParaRPr kern="0" spc="-33" dirty="0"/>
          </a:p>
        </p:txBody>
      </p:sp>
    </p:spTree>
    <p:custDataLst>
      <p:tags r:id="rId1"/>
    </p:custData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398667" y="509412"/>
            <a:ext cx="7845213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4000" kern="0" dirty="0">
                <a:solidFill>
                  <a:srgbClr val="595959"/>
                </a:solidFill>
                <a:latin typeface="Roboto"/>
                <a:cs typeface="Roboto"/>
              </a:rPr>
              <a:t>RDS</a:t>
            </a:r>
            <a:r>
              <a:rPr sz="4000" kern="0" spc="-4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4000" kern="0" dirty="0">
                <a:solidFill>
                  <a:srgbClr val="2A3890"/>
                </a:solidFill>
                <a:latin typeface="Roboto"/>
                <a:cs typeface="Roboto"/>
              </a:rPr>
              <a:t>–</a:t>
            </a:r>
            <a:r>
              <a:rPr sz="4000" kern="0" spc="-127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4000" kern="0" spc="-13" dirty="0">
                <a:solidFill>
                  <a:srgbClr val="2A3890"/>
                </a:solidFill>
                <a:latin typeface="Roboto"/>
                <a:cs typeface="Roboto"/>
              </a:rPr>
              <a:t>Transmitting</a:t>
            </a:r>
            <a:r>
              <a:rPr sz="4000" kern="0" spc="-53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4000" kern="0" dirty="0">
                <a:solidFill>
                  <a:srgbClr val="2A3890"/>
                </a:solidFill>
                <a:latin typeface="Roboto"/>
                <a:cs typeface="Roboto"/>
              </a:rPr>
              <a:t>RDS</a:t>
            </a:r>
            <a:r>
              <a:rPr sz="4000" kern="0" spc="-47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4000" kern="0" spc="-13" dirty="0">
                <a:solidFill>
                  <a:srgbClr val="2A3890"/>
                </a:solidFill>
                <a:latin typeface="Roboto"/>
                <a:cs typeface="Roboto"/>
              </a:rPr>
              <a:t>continued</a:t>
            </a:r>
            <a:endParaRPr sz="40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1433" y="1365941"/>
            <a:ext cx="103157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Replace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Audio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source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block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with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Wav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ﬁle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source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change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ports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2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28416" y="1887401"/>
            <a:ext cx="9321800" cy="4728633"/>
            <a:chOff x="846312" y="1415550"/>
            <a:chExt cx="6991350" cy="3546475"/>
          </a:xfrm>
        </p:grpSpPr>
        <p:pic>
          <p:nvPicPr>
            <p:cNvPr id="5" name="object 5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85024" y="1415550"/>
              <a:ext cx="6952622" cy="35464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51074" y="3907900"/>
              <a:ext cx="549275" cy="393700"/>
            </a:xfrm>
            <a:custGeom>
              <a:avLst/>
              <a:gdLst/>
              <a:ahLst/>
              <a:cxnLst/>
              <a:rect l="l" t="t" r="r" b="b"/>
              <a:pathLst>
                <a:path w="549275" h="393700">
                  <a:moveTo>
                    <a:pt x="0" y="0"/>
                  </a:moveTo>
                  <a:lnTo>
                    <a:pt x="548699" y="0"/>
                  </a:lnTo>
                  <a:lnTo>
                    <a:pt x="548699" y="393599"/>
                  </a:lnTo>
                  <a:lnTo>
                    <a:pt x="0" y="393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70</a:t>
            </a:fld>
            <a:endParaRPr kern="0" spc="-33" dirty="0"/>
          </a:p>
        </p:txBody>
      </p:sp>
    </p:spTree>
    <p:custDataLst>
      <p:tags r:id="rId1"/>
    </p:custData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71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67377" y="679150"/>
            <a:ext cx="10822506" cy="685615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RDS</a:t>
            </a:r>
            <a:r>
              <a:rPr sz="3600" spc="-87" dirty="0"/>
              <a:t> </a:t>
            </a:r>
            <a:r>
              <a:rPr sz="3600" dirty="0">
                <a:solidFill>
                  <a:srgbClr val="2A3890"/>
                </a:solidFill>
              </a:rPr>
              <a:t>–</a:t>
            </a:r>
            <a:r>
              <a:rPr sz="3600" spc="-147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Transmitting</a:t>
            </a:r>
            <a:r>
              <a:rPr sz="3600" spc="-8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RDS</a:t>
            </a:r>
            <a:r>
              <a:rPr sz="3600" spc="-87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continued</a:t>
            </a:r>
            <a:endParaRPr sz="3600" dirty="0"/>
          </a:p>
        </p:txBody>
      </p:sp>
      <p:grpSp>
        <p:nvGrpSpPr>
          <p:cNvPr id="3" name="object 3"/>
          <p:cNvGrpSpPr/>
          <p:nvPr/>
        </p:nvGrpSpPr>
        <p:grpSpPr>
          <a:xfrm>
            <a:off x="1537716" y="1436634"/>
            <a:ext cx="9110979" cy="5095239"/>
            <a:chOff x="1153287" y="1077475"/>
            <a:chExt cx="6833234" cy="3821429"/>
          </a:xfrm>
        </p:grpSpPr>
        <p:pic>
          <p:nvPicPr>
            <p:cNvPr id="4" name="object 4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58049" y="1077475"/>
              <a:ext cx="6827909" cy="38209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58049" y="2791125"/>
              <a:ext cx="5402580" cy="1461770"/>
            </a:xfrm>
            <a:custGeom>
              <a:avLst/>
              <a:gdLst/>
              <a:ahLst/>
              <a:cxnLst/>
              <a:rect l="l" t="t" r="r" b="b"/>
              <a:pathLst>
                <a:path w="5402580" h="1461770">
                  <a:moveTo>
                    <a:pt x="0" y="1067974"/>
                  </a:moveTo>
                  <a:lnTo>
                    <a:pt x="548699" y="1067974"/>
                  </a:lnTo>
                  <a:lnTo>
                    <a:pt x="548699" y="1461574"/>
                  </a:lnTo>
                  <a:lnTo>
                    <a:pt x="0" y="1461574"/>
                  </a:lnTo>
                  <a:lnTo>
                    <a:pt x="0" y="1067974"/>
                  </a:lnTo>
                  <a:close/>
                </a:path>
                <a:path w="5402580" h="1461770">
                  <a:moveTo>
                    <a:pt x="3339474" y="0"/>
                  </a:moveTo>
                  <a:lnTo>
                    <a:pt x="5402574" y="0"/>
                  </a:lnTo>
                  <a:lnTo>
                    <a:pt x="5402574" y="443399"/>
                  </a:lnTo>
                  <a:lnTo>
                    <a:pt x="3339474" y="443399"/>
                  </a:lnTo>
                  <a:lnTo>
                    <a:pt x="333947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72</a:t>
            </a:fld>
            <a:endParaRPr kern="0" spc="-33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583777"/>
            <a:ext cx="10264240" cy="685615"/>
          </a:xfrm>
          <a:prstGeom prst="rect">
            <a:avLst/>
          </a:prstGeom>
        </p:spPr>
        <p:txBody>
          <a:bodyPr vert="horz" wrap="square" lIns="0" tIns="182033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RDS</a:t>
            </a:r>
            <a:r>
              <a:rPr sz="3600" spc="-87" dirty="0"/>
              <a:t> </a:t>
            </a:r>
            <a:r>
              <a:rPr sz="3600" dirty="0">
                <a:solidFill>
                  <a:srgbClr val="2A3890"/>
                </a:solidFill>
              </a:rPr>
              <a:t>–</a:t>
            </a:r>
            <a:r>
              <a:rPr sz="3600" spc="-147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Transmitting</a:t>
            </a:r>
            <a:r>
              <a:rPr sz="3600" spc="-8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RDS</a:t>
            </a:r>
            <a:r>
              <a:rPr sz="3600" spc="-87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continued</a:t>
            </a:r>
            <a:endParaRPr sz="3600" dirty="0"/>
          </a:p>
        </p:txBody>
      </p:sp>
      <p:pic>
        <p:nvPicPr>
          <p:cNvPr id="3" name="object 3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4067" y="1448167"/>
            <a:ext cx="9103879" cy="509453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96000" y="-232"/>
            <a:ext cx="6096000" cy="6858000"/>
            <a:chOff x="4572000" y="-174"/>
            <a:chExt cx="4572000" cy="5143500"/>
          </a:xfrm>
        </p:grpSpPr>
        <p:sp>
          <p:nvSpPr>
            <p:cNvPr id="3" name="object 3"/>
            <p:cNvSpPr/>
            <p:nvPr/>
          </p:nvSpPr>
          <p:spPr>
            <a:xfrm>
              <a:off x="4572000" y="-174"/>
              <a:ext cx="4572000" cy="5143500"/>
            </a:xfrm>
            <a:custGeom>
              <a:avLst/>
              <a:gdLst/>
              <a:ahLst/>
              <a:cxnLst/>
              <a:rect l="l" t="t" r="r" b="b"/>
              <a:pathLst>
                <a:path w="4572000" h="5143500">
                  <a:moveTo>
                    <a:pt x="45719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571999" y="0"/>
                  </a:lnTo>
                  <a:lnTo>
                    <a:pt x="4571999" y="5143499"/>
                  </a:lnTo>
                  <a:close/>
                </a:path>
              </a:pathLst>
            </a:custGeom>
            <a:solidFill>
              <a:srgbClr val="2A3890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5029675" y="4495499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>
                  <a:moveTo>
                    <a:pt x="0" y="0"/>
                  </a:moveTo>
                  <a:lnTo>
                    <a:pt x="468299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1377941" y="6297871"/>
            <a:ext cx="298027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867" kern="0" spc="-33" dirty="0">
                <a:solidFill>
                  <a:srgbClr val="FFFFFF"/>
                </a:solidFill>
                <a:latin typeface="Arial"/>
                <a:cs typeface="Arial"/>
              </a:rPr>
              <a:t>48</a:t>
            </a:r>
            <a:endParaRPr sz="186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2770188"/>
            <a:ext cx="4689475" cy="1266825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algn="ctr">
              <a:spcBef>
                <a:spcPts val="173"/>
              </a:spcBef>
            </a:pPr>
            <a:r>
              <a:rPr sz="5000" spc="-13" dirty="0">
                <a:solidFill>
                  <a:srgbClr val="2A3890"/>
                </a:solidFill>
              </a:rPr>
              <a:t>Walkthrough</a:t>
            </a:r>
            <a:endParaRPr sz="5000"/>
          </a:p>
          <a:p>
            <a:pPr algn="ctr">
              <a:spcBef>
                <a:spcPts val="127"/>
              </a:spcBef>
            </a:pPr>
            <a:r>
              <a:rPr sz="3000" dirty="0">
                <a:solidFill>
                  <a:srgbClr val="2A3890"/>
                </a:solidFill>
              </a:rPr>
              <a:t>WPA2</a:t>
            </a:r>
            <a:r>
              <a:rPr sz="3000" spc="-40" dirty="0">
                <a:solidFill>
                  <a:srgbClr val="2A3890"/>
                </a:solidFill>
              </a:rPr>
              <a:t> </a:t>
            </a:r>
            <a:r>
              <a:rPr sz="3000" dirty="0">
                <a:solidFill>
                  <a:srgbClr val="2A3890"/>
                </a:solidFill>
              </a:rPr>
              <a:t>Handshake</a:t>
            </a:r>
            <a:r>
              <a:rPr sz="3000" spc="-40" dirty="0">
                <a:solidFill>
                  <a:srgbClr val="2A3890"/>
                </a:solidFill>
              </a:rPr>
              <a:t> </a:t>
            </a:r>
            <a:r>
              <a:rPr sz="3000" spc="-13" dirty="0">
                <a:solidFill>
                  <a:srgbClr val="2A3890"/>
                </a:solidFill>
              </a:rPr>
              <a:t>Cracking</a:t>
            </a:r>
            <a:endParaRPr sz="3000"/>
          </a:p>
        </p:txBody>
      </p:sp>
      <p:sp>
        <p:nvSpPr>
          <p:cNvPr id="7" name="object 7"/>
          <p:cNvSpPr txBox="1"/>
          <p:nvPr/>
        </p:nvSpPr>
        <p:spPr>
          <a:xfrm>
            <a:off x="6804067" y="2320883"/>
            <a:ext cx="3281680" cy="2123658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505447" indent="-488514" defTabSz="1219170">
              <a:spcBef>
                <a:spcPts val="560"/>
              </a:spcBef>
              <a:buFont typeface="Arial"/>
              <a:buChar char="●"/>
              <a:tabLst>
                <a:tab pos="505447" algn="l"/>
              </a:tabLst>
            </a:pP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Setup</a:t>
            </a:r>
            <a:r>
              <a:rPr sz="2400" kern="0" spc="-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Monitor</a:t>
            </a:r>
            <a:r>
              <a:rPr sz="2400" kern="0" spc="-6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FFFFFF"/>
                </a:solidFill>
                <a:latin typeface="Roboto"/>
                <a:cs typeface="Roboto"/>
              </a:rPr>
              <a:t>Mode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05447" indent="-488514" defTabSz="1219170">
              <a:spcBef>
                <a:spcPts val="433"/>
              </a:spcBef>
              <a:buFont typeface="Arial"/>
              <a:buChar char="●"/>
              <a:tabLst>
                <a:tab pos="505447" algn="l"/>
              </a:tabLst>
            </a:pP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Find</a:t>
            </a:r>
            <a:r>
              <a:rPr sz="2400" kern="0" spc="-33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SSID</a:t>
            </a:r>
            <a:r>
              <a:rPr sz="2400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to</a:t>
            </a:r>
            <a:r>
              <a:rPr sz="2400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Roboto"/>
                <a:cs typeface="Roboto"/>
              </a:rPr>
              <a:t>Attack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05447" indent="-488514" defTabSz="1219170">
              <a:spcBef>
                <a:spcPts val="433"/>
              </a:spcBef>
              <a:buFont typeface="Arial"/>
              <a:buChar char="●"/>
              <a:tabLst>
                <a:tab pos="505447" algn="l"/>
              </a:tabLst>
            </a:pP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Deauth</a:t>
            </a:r>
            <a:r>
              <a:rPr sz="2400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Roboto"/>
                <a:cs typeface="Roboto"/>
              </a:rPr>
              <a:t>Client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05447" indent="-488514" defTabSz="1219170">
              <a:spcBef>
                <a:spcPts val="433"/>
              </a:spcBef>
              <a:buFont typeface="Arial"/>
              <a:buChar char="●"/>
              <a:tabLst>
                <a:tab pos="505447" algn="l"/>
              </a:tabLst>
            </a:pP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Capture</a:t>
            </a:r>
            <a:r>
              <a:rPr sz="2400" kern="0" spc="-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Roboto"/>
                <a:cs typeface="Roboto"/>
              </a:rPr>
              <a:t>Handshake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05447" indent="-488514" defTabSz="1219170">
              <a:spcBef>
                <a:spcPts val="433"/>
              </a:spcBef>
              <a:buFont typeface="Arial"/>
              <a:buChar char="●"/>
              <a:tabLst>
                <a:tab pos="505447" algn="l"/>
              </a:tabLst>
            </a:pPr>
            <a:r>
              <a:rPr sz="2400" kern="0" dirty="0">
                <a:solidFill>
                  <a:srgbClr val="FFFFFF"/>
                </a:solidFill>
                <a:latin typeface="Roboto"/>
                <a:cs typeface="Roboto"/>
              </a:rPr>
              <a:t>Crack</a:t>
            </a:r>
            <a:r>
              <a:rPr sz="2400" kern="0" spc="-10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FFFFFF"/>
                </a:solidFill>
                <a:latin typeface="Roboto"/>
                <a:cs typeface="Roboto"/>
              </a:rPr>
              <a:t>Handshake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86216" y="3093733"/>
            <a:ext cx="11106573" cy="3764280"/>
            <a:chOff x="814662" y="2320300"/>
            <a:chExt cx="8329930" cy="282321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3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662" y="2320300"/>
              <a:ext cx="7514675" cy="237194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74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33901" y="760814"/>
            <a:ext cx="10130707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53" dirty="0"/>
              <a:t> </a:t>
            </a:r>
            <a:r>
              <a:rPr sz="3600" dirty="0"/>
              <a:t>1</a:t>
            </a:r>
            <a:r>
              <a:rPr sz="3600" spc="-53" dirty="0"/>
              <a:t> </a:t>
            </a:r>
            <a:r>
              <a:rPr sz="3600" dirty="0"/>
              <a:t>-</a:t>
            </a:r>
            <a:r>
              <a:rPr sz="3600" spc="-47" dirty="0"/>
              <a:t> </a:t>
            </a:r>
            <a:r>
              <a:rPr sz="3600" dirty="0">
                <a:solidFill>
                  <a:srgbClr val="2A3890"/>
                </a:solidFill>
              </a:rPr>
              <a:t>Setup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Monitor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spc="-27" dirty="0">
                <a:solidFill>
                  <a:srgbClr val="2A3890"/>
                </a:solidFill>
              </a:rPr>
              <a:t>Mode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9568" y="1859448"/>
            <a:ext cx="5739553" cy="1153115"/>
          </a:xfrm>
          <a:prstGeom prst="rect">
            <a:avLst/>
          </a:prstGeom>
        </p:spPr>
        <p:txBody>
          <a:bodyPr vert="horz" wrap="square" lIns="0" tIns="65193" rIns="0" bIns="0" rtlCol="0">
            <a:spAutoFit/>
          </a:bodyPr>
          <a:lstStyle/>
          <a:p>
            <a:pPr marL="555398" indent="-538467" defTabSz="1219170">
              <a:spcBef>
                <a:spcPts val="513"/>
              </a:spcBef>
              <a:buFont typeface="Roboto"/>
              <a:buAutoNum type="arabicPeriod"/>
              <a:tabLst>
                <a:tab pos="555398" algn="l"/>
              </a:tabLst>
            </a:pPr>
            <a:r>
              <a:rPr sz="2133" kern="0" dirty="0">
                <a:solidFill>
                  <a:srgbClr val="434343"/>
                </a:solidFill>
                <a:latin typeface="Roboto"/>
                <a:cs typeface="Roboto"/>
              </a:rPr>
              <a:t>Connect</a:t>
            </a:r>
            <a:r>
              <a:rPr sz="2133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133" kern="0" dirty="0">
                <a:solidFill>
                  <a:srgbClr val="434343"/>
                </a:solidFill>
                <a:latin typeface="Roboto"/>
                <a:cs typeface="Roboto"/>
              </a:rPr>
              <a:t>your</a:t>
            </a:r>
            <a:r>
              <a:rPr sz="2133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133" kern="0" spc="-27" dirty="0">
                <a:solidFill>
                  <a:srgbClr val="434343"/>
                </a:solidFill>
                <a:latin typeface="Roboto"/>
                <a:cs typeface="Roboto"/>
              </a:rPr>
              <a:t>Wi-</a:t>
            </a:r>
            <a:r>
              <a:rPr sz="2133" kern="0" dirty="0">
                <a:solidFill>
                  <a:srgbClr val="434343"/>
                </a:solidFill>
                <a:latin typeface="Roboto"/>
                <a:cs typeface="Roboto"/>
              </a:rPr>
              <a:t>Fi</a:t>
            </a:r>
            <a:r>
              <a:rPr sz="2133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133" kern="0" spc="-13" dirty="0">
                <a:solidFill>
                  <a:srgbClr val="434343"/>
                </a:solidFill>
                <a:latin typeface="Roboto"/>
                <a:cs typeface="Roboto"/>
              </a:rPr>
              <a:t>Adapter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55398" indent="-538467" defTabSz="1219170">
              <a:spcBef>
                <a:spcPts val="387"/>
              </a:spcBef>
              <a:buClr>
                <a:srgbClr val="374151"/>
              </a:buClr>
              <a:buFont typeface="Roboto"/>
              <a:buAutoNum type="arabicPeriod"/>
              <a:tabLst>
                <a:tab pos="555398" algn="l"/>
              </a:tabLst>
            </a:pPr>
            <a:r>
              <a:rPr sz="2133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133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133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133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133" kern="0" dirty="0">
                <a:solidFill>
                  <a:srgbClr val="434343"/>
                </a:solidFill>
                <a:latin typeface="Roboto"/>
                <a:cs typeface="Roboto"/>
              </a:rPr>
              <a:t>terminal</a:t>
            </a:r>
            <a:r>
              <a:rPr sz="2133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133" kern="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2133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133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64984" lvl="1" indent="-530847" defTabSz="1219170">
              <a:spcBef>
                <a:spcPts val="387"/>
              </a:spcBef>
              <a:buFont typeface="Arial"/>
              <a:buAutoNum type="alphaLcPeriod"/>
              <a:tabLst>
                <a:tab pos="1164984" algn="l"/>
              </a:tabLst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 airmon-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133" b="1" kern="0" spc="-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start</a:t>
            </a:r>
            <a:r>
              <a:rPr sz="2133" b="1" kern="0" spc="-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&lt;&lt;wiﬁadapter&gt;&gt;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27700" y="2918699"/>
            <a:ext cx="10364893" cy="3939540"/>
            <a:chOff x="1370775" y="2189024"/>
            <a:chExt cx="7773670" cy="2954655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3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70775" y="2189024"/>
              <a:ext cx="5412749" cy="262144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75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863690"/>
            <a:ext cx="9716821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60" dirty="0"/>
              <a:t> </a:t>
            </a:r>
            <a:r>
              <a:rPr sz="3600" dirty="0"/>
              <a:t>2</a:t>
            </a:r>
            <a:r>
              <a:rPr sz="3600" spc="-53" dirty="0"/>
              <a:t> </a:t>
            </a:r>
            <a:r>
              <a:rPr sz="3600" dirty="0"/>
              <a:t>-</a:t>
            </a:r>
            <a:r>
              <a:rPr sz="3600" spc="-47" dirty="0"/>
              <a:t> </a:t>
            </a:r>
            <a:r>
              <a:rPr sz="3600" dirty="0">
                <a:solidFill>
                  <a:srgbClr val="2A3890"/>
                </a:solidFill>
              </a:rPr>
              <a:t>Analyze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Available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Wi-</a:t>
            </a:r>
            <a:r>
              <a:rPr sz="3600" dirty="0">
                <a:solidFill>
                  <a:srgbClr val="2A3890"/>
                </a:solidFill>
              </a:rPr>
              <a:t>Fi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Networks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0240" y="1843617"/>
            <a:ext cx="5024120" cy="829224"/>
          </a:xfrm>
          <a:prstGeom prst="rect">
            <a:avLst/>
          </a:prstGeom>
        </p:spPr>
        <p:txBody>
          <a:bodyPr vert="horz" wrap="square" lIns="0" tIns="79587" rIns="0" bIns="0" rtlCol="0">
            <a:spAutoFit/>
          </a:bodyPr>
          <a:lstStyle/>
          <a:p>
            <a:pPr marL="585031" indent="-568098" defTabSz="1219170">
              <a:spcBef>
                <a:spcPts val="627"/>
              </a:spcBef>
              <a:buClr>
                <a:srgbClr val="374151"/>
              </a:buClr>
              <a:buFont typeface="Roboto"/>
              <a:buAutoNum type="arabicPeriod"/>
              <a:tabLst>
                <a:tab pos="585031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30847" defTabSz="1219170">
              <a:spcBef>
                <a:spcPts val="447"/>
              </a:spcBef>
              <a:buFont typeface="Arial"/>
              <a:buAutoNum type="alphaLcPeriod"/>
              <a:tabLst>
                <a:tab pos="1194617" algn="l"/>
              </a:tabLst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133" b="1" kern="0" spc="-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airodump-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ng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[wiﬁadapter]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31117" y="2781599"/>
            <a:ext cx="11561233" cy="4076700"/>
            <a:chOff x="473337" y="2086199"/>
            <a:chExt cx="8670925" cy="3057525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3337" y="2086199"/>
              <a:ext cx="7207624" cy="264119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76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807723"/>
            <a:ext cx="10275086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33" dirty="0"/>
              <a:t> </a:t>
            </a:r>
            <a:r>
              <a:rPr sz="3600" dirty="0"/>
              <a:t>3</a:t>
            </a:r>
            <a:r>
              <a:rPr sz="3600" spc="-33" dirty="0"/>
              <a:t> </a:t>
            </a:r>
            <a:r>
              <a:rPr sz="3600" dirty="0"/>
              <a:t>-</a:t>
            </a:r>
            <a:r>
              <a:rPr sz="3600" spc="-20" dirty="0"/>
              <a:t> </a:t>
            </a:r>
            <a:r>
              <a:rPr sz="3600" dirty="0">
                <a:solidFill>
                  <a:srgbClr val="2A3890"/>
                </a:solidFill>
              </a:rPr>
              <a:t>Analyze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Networks</a:t>
            </a:r>
            <a:r>
              <a:rPr sz="3600" spc="-2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on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a</a:t>
            </a:r>
            <a:r>
              <a:rPr sz="3600" spc="-2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Speciﬁc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Channel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0241" y="1843617"/>
            <a:ext cx="6513407" cy="829224"/>
          </a:xfrm>
          <a:prstGeom prst="rect">
            <a:avLst/>
          </a:prstGeom>
        </p:spPr>
        <p:txBody>
          <a:bodyPr vert="horz" wrap="square" lIns="0" tIns="79587" rIns="0" bIns="0" rtlCol="0">
            <a:spAutoFit/>
          </a:bodyPr>
          <a:lstStyle/>
          <a:p>
            <a:pPr marL="585031" indent="-568098" defTabSz="1219170">
              <a:spcBef>
                <a:spcPts val="627"/>
              </a:spcBef>
              <a:buClr>
                <a:srgbClr val="374151"/>
              </a:buClr>
              <a:buFont typeface="Roboto"/>
              <a:buAutoNum type="arabicPeriod"/>
              <a:tabLst>
                <a:tab pos="585031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30847" defTabSz="1219170">
              <a:spcBef>
                <a:spcPts val="447"/>
              </a:spcBef>
              <a:buFont typeface="Arial"/>
              <a:buAutoNum type="alphaLcPeriod"/>
              <a:tabLst>
                <a:tab pos="1194617" algn="l"/>
              </a:tabLst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airodump-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133" b="1" kern="0" spc="-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c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 [channel]</a:t>
            </a:r>
            <a:r>
              <a:rPr sz="2133" b="1" kern="0" spc="-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[wiﬁadapter]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77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820035"/>
            <a:ext cx="9601317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40" dirty="0"/>
              <a:t> </a:t>
            </a:r>
            <a:r>
              <a:rPr sz="3600" dirty="0"/>
              <a:t>4</a:t>
            </a:r>
            <a:r>
              <a:rPr sz="3600" spc="-40" dirty="0"/>
              <a:t> </a:t>
            </a:r>
            <a:r>
              <a:rPr sz="3600" dirty="0"/>
              <a:t>-</a:t>
            </a:r>
            <a:r>
              <a:rPr sz="3600" spc="-27" dirty="0"/>
              <a:t> </a:t>
            </a:r>
            <a:r>
              <a:rPr sz="3600" dirty="0">
                <a:solidFill>
                  <a:srgbClr val="2A3890"/>
                </a:solidFill>
              </a:rPr>
              <a:t>Analyze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Speciﬁc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Access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Point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(BSSID)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8" name="object 8"/>
          <p:cNvSpPr txBox="1"/>
          <p:nvPr/>
        </p:nvSpPr>
        <p:spPr>
          <a:xfrm>
            <a:off x="710240" y="1843629"/>
            <a:ext cx="10195560" cy="829224"/>
          </a:xfrm>
          <a:prstGeom prst="rect">
            <a:avLst/>
          </a:prstGeom>
        </p:spPr>
        <p:txBody>
          <a:bodyPr vert="horz" wrap="square" lIns="0" tIns="79587" rIns="0" bIns="0" rtlCol="0">
            <a:spAutoFit/>
          </a:bodyPr>
          <a:lstStyle/>
          <a:p>
            <a:pPr marL="585031" indent="-568098" defTabSz="1219170">
              <a:spcBef>
                <a:spcPts val="627"/>
              </a:spcBef>
              <a:buClr>
                <a:srgbClr val="374151"/>
              </a:buClr>
              <a:buFont typeface="Roboto"/>
              <a:buAutoNum type="arabicPeriod"/>
              <a:tabLst>
                <a:tab pos="585031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30847" defTabSz="1219170">
              <a:spcBef>
                <a:spcPts val="447"/>
              </a:spcBef>
              <a:buFont typeface="Arial"/>
              <a:buAutoNum type="alphaLcPeriod"/>
              <a:tabLst>
                <a:tab pos="1194617" algn="l"/>
              </a:tabLst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airodump-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channel</a:t>
            </a:r>
            <a:r>
              <a:rPr sz="2133" b="1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161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bssid</a:t>
            </a:r>
            <a:r>
              <a:rPr sz="2133" b="1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94:83:C4:1D:7D:1A</a:t>
            </a:r>
            <a:r>
              <a:rPr sz="2133" b="1" kern="0" spc="4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[wiﬁadapter]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9567" y="2947032"/>
            <a:ext cx="10746131" cy="245504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78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749732"/>
            <a:ext cx="8099776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27" dirty="0"/>
              <a:t> </a:t>
            </a:r>
            <a:r>
              <a:rPr sz="3600" dirty="0"/>
              <a:t>4</a:t>
            </a:r>
            <a:r>
              <a:rPr sz="3600" spc="-20" dirty="0"/>
              <a:t> </a:t>
            </a:r>
            <a:r>
              <a:rPr sz="3600" dirty="0"/>
              <a:t>-</a:t>
            </a:r>
            <a:r>
              <a:rPr sz="3600" spc="-20" dirty="0"/>
              <a:t> </a:t>
            </a:r>
            <a:r>
              <a:rPr sz="3600" dirty="0">
                <a:solidFill>
                  <a:srgbClr val="2A3890"/>
                </a:solidFill>
              </a:rPr>
              <a:t>Deauth</a:t>
            </a:r>
            <a:r>
              <a:rPr sz="3600" spc="-20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Clients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8" name="object 8"/>
          <p:cNvSpPr txBox="1"/>
          <p:nvPr/>
        </p:nvSpPr>
        <p:spPr>
          <a:xfrm>
            <a:off x="710241" y="1843629"/>
            <a:ext cx="10469879" cy="829224"/>
          </a:xfrm>
          <a:prstGeom prst="rect">
            <a:avLst/>
          </a:prstGeom>
        </p:spPr>
        <p:txBody>
          <a:bodyPr vert="horz" wrap="square" lIns="0" tIns="79587" rIns="0" bIns="0" rtlCol="0">
            <a:spAutoFit/>
          </a:bodyPr>
          <a:lstStyle/>
          <a:p>
            <a:pPr marL="585031" indent="-568098" defTabSz="1219170">
              <a:spcBef>
                <a:spcPts val="627"/>
              </a:spcBef>
              <a:buClr>
                <a:srgbClr val="374151"/>
              </a:buClr>
              <a:buFont typeface="Roboto"/>
              <a:buAutoNum type="arabicPeriod"/>
              <a:tabLst>
                <a:tab pos="585031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30847" defTabSz="1219170">
              <a:spcBef>
                <a:spcPts val="447"/>
              </a:spcBef>
              <a:buFont typeface="Arial"/>
              <a:buAutoNum type="alphaLcPeriod"/>
              <a:tabLst>
                <a:tab pos="1194617" algn="l"/>
              </a:tabLst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aireplay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deauth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2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a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94:83:C4:1D:7D:1A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c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04:D6:AA:5B:50:99</a:t>
            </a:r>
            <a:r>
              <a:rPr sz="2133" b="1" kern="0" spc="4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wlan1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900" y="3285732"/>
            <a:ext cx="11505003" cy="166139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79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744995"/>
            <a:ext cx="9216307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33" dirty="0"/>
              <a:t> </a:t>
            </a:r>
            <a:r>
              <a:rPr sz="3600" dirty="0"/>
              <a:t>5</a:t>
            </a:r>
            <a:r>
              <a:rPr sz="3600" spc="-33" dirty="0"/>
              <a:t> </a:t>
            </a:r>
            <a:r>
              <a:rPr sz="3600" dirty="0"/>
              <a:t>-</a:t>
            </a:r>
            <a:r>
              <a:rPr sz="3600" spc="-27" dirty="0"/>
              <a:t> </a:t>
            </a:r>
            <a:r>
              <a:rPr sz="3600" dirty="0">
                <a:solidFill>
                  <a:srgbClr val="2A3890"/>
                </a:solidFill>
              </a:rPr>
              <a:t>Capture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Handshake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8" name="object 8"/>
          <p:cNvSpPr txBox="1"/>
          <p:nvPr/>
        </p:nvSpPr>
        <p:spPr>
          <a:xfrm>
            <a:off x="710240" y="1843629"/>
            <a:ext cx="11209867" cy="829224"/>
          </a:xfrm>
          <a:prstGeom prst="rect">
            <a:avLst/>
          </a:prstGeom>
        </p:spPr>
        <p:txBody>
          <a:bodyPr vert="horz" wrap="square" lIns="0" tIns="79587" rIns="0" bIns="0" rtlCol="0">
            <a:spAutoFit/>
          </a:bodyPr>
          <a:lstStyle/>
          <a:p>
            <a:pPr marL="585031" indent="-568098" defTabSz="1219170">
              <a:spcBef>
                <a:spcPts val="627"/>
              </a:spcBef>
              <a:buClr>
                <a:srgbClr val="374151"/>
              </a:buClr>
              <a:buFont typeface="Roboto"/>
              <a:buAutoNum type="arabicPeriod"/>
              <a:tabLst>
                <a:tab pos="585031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30847" defTabSz="1219170">
              <a:spcBef>
                <a:spcPts val="447"/>
              </a:spcBef>
              <a:buFont typeface="Arial"/>
              <a:buAutoNum type="alphaLcPeriod"/>
              <a:tabLst>
                <a:tab pos="1194617" algn="l"/>
              </a:tabLst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133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airodump-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133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channel</a:t>
            </a:r>
            <a:r>
              <a:rPr sz="2133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161</a:t>
            </a:r>
            <a:r>
              <a:rPr sz="2133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bssid</a:t>
            </a:r>
            <a:r>
              <a:rPr sz="2133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94:83:C4:1D:7D:1A</a:t>
            </a:r>
            <a:r>
              <a:rPr sz="2133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write</a:t>
            </a:r>
            <a:r>
              <a:rPr sz="2133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capture</a:t>
            </a:r>
            <a:r>
              <a:rPr sz="2133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wlan0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9567" y="2947032"/>
            <a:ext cx="10746131" cy="245504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360967" y="2828232"/>
            <a:ext cx="9831493" cy="4030133"/>
            <a:chOff x="1770725" y="2121174"/>
            <a:chExt cx="7373620" cy="302260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3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0725" y="2121174"/>
              <a:ext cx="4899924" cy="2829924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80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717202"/>
            <a:ext cx="11112484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47" dirty="0"/>
              <a:t> </a:t>
            </a:r>
            <a:r>
              <a:rPr sz="3600" dirty="0"/>
              <a:t>6</a:t>
            </a:r>
            <a:r>
              <a:rPr sz="3600" spc="-47" dirty="0"/>
              <a:t> </a:t>
            </a:r>
            <a:r>
              <a:rPr sz="3600" dirty="0"/>
              <a:t>-</a:t>
            </a:r>
            <a:r>
              <a:rPr sz="3600" spc="-40" dirty="0"/>
              <a:t> </a:t>
            </a:r>
            <a:r>
              <a:rPr sz="3600" dirty="0">
                <a:solidFill>
                  <a:srgbClr val="2A3890"/>
                </a:solidFill>
              </a:rPr>
              <a:t>Crack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Handshake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0240" y="1843629"/>
            <a:ext cx="5987627" cy="829224"/>
          </a:xfrm>
          <a:prstGeom prst="rect">
            <a:avLst/>
          </a:prstGeom>
        </p:spPr>
        <p:txBody>
          <a:bodyPr vert="horz" wrap="square" lIns="0" tIns="79587" rIns="0" bIns="0" rtlCol="0">
            <a:spAutoFit/>
          </a:bodyPr>
          <a:lstStyle/>
          <a:p>
            <a:pPr marL="585031" indent="-568098" defTabSz="1219170">
              <a:spcBef>
                <a:spcPts val="627"/>
              </a:spcBef>
              <a:buClr>
                <a:srgbClr val="374151"/>
              </a:buClr>
              <a:buFont typeface="Roboto"/>
              <a:buAutoNum type="arabicPeriod"/>
              <a:tabLst>
                <a:tab pos="585031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30847" defTabSz="1219170">
              <a:spcBef>
                <a:spcPts val="447"/>
              </a:spcBef>
              <a:buFont typeface="Arial"/>
              <a:buAutoNum type="alphaLcPeriod"/>
              <a:tabLst>
                <a:tab pos="1194617" algn="l"/>
              </a:tabLst>
            </a:pPr>
            <a:r>
              <a:rPr sz="2133" b="1" kern="0" spc="-33" dirty="0">
                <a:solidFill>
                  <a:srgbClr val="D13368"/>
                </a:solidFill>
                <a:latin typeface="Roboto"/>
                <a:cs typeface="Roboto"/>
              </a:rPr>
              <a:t>aircrack-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ng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&lt;ﬁle-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name&gt;</a:t>
            </a:r>
            <a:r>
              <a:rPr sz="2133" b="1" kern="0" spc="5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w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rockyou.txt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20333" y="1685224"/>
            <a:ext cx="2834640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For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rockyou.txt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visit: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6933" defTabSz="1219170"/>
            <a:r>
              <a:rPr sz="2400" kern="0" spc="-13" dirty="0">
                <a:solidFill>
                  <a:srgbClr val="0F0F0F"/>
                </a:solidFill>
                <a:latin typeface="Roboto"/>
                <a:cs typeface="Roboto"/>
              </a:rPr>
              <a:t>chv.link/autoisac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131171" y="5"/>
            <a:ext cx="4061460" cy="270764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5" y="101"/>
              <a:ext cx="3046095" cy="2030730"/>
            </a:xfrm>
            <a:custGeom>
              <a:avLst/>
              <a:gdLst/>
              <a:ahLst/>
              <a:cxnLst/>
              <a:rect l="l" t="t" r="r" b="b"/>
              <a:pathLst>
                <a:path w="3046095" h="2030730">
                  <a:moveTo>
                    <a:pt x="1015199" y="0"/>
                  </a:moveTo>
                  <a:lnTo>
                    <a:pt x="0" y="0"/>
                  </a:lnTo>
                  <a:lnTo>
                    <a:pt x="1015199" y="1015199"/>
                  </a:lnTo>
                  <a:lnTo>
                    <a:pt x="1015199" y="0"/>
                  </a:lnTo>
                  <a:close/>
                </a:path>
                <a:path w="3046095" h="2030730">
                  <a:moveTo>
                    <a:pt x="3045612" y="1015276"/>
                  </a:moveTo>
                  <a:lnTo>
                    <a:pt x="2030412" y="1015276"/>
                  </a:lnTo>
                  <a:lnTo>
                    <a:pt x="3045612" y="2030476"/>
                  </a:lnTo>
                  <a:lnTo>
                    <a:pt x="3045612" y="1015276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11826"/>
            <a:ext cx="2743200" cy="25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chemeClr val="tx1"/>
                </a:solidFill>
              </a:rPr>
              <a:pPr marL="50799" defTabSz="1219170">
                <a:lnSpc>
                  <a:spcPts val="2193"/>
                </a:lnSpc>
              </a:pPr>
              <a:t>81</a:t>
            </a:fld>
            <a:endParaRPr kern="0" spc="-33" dirty="0">
              <a:solidFill>
                <a:schemeClr val="tx1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2932281"/>
            <a:ext cx="5951538" cy="797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spc="-13" dirty="0"/>
              <a:t>Exercise</a:t>
            </a:r>
            <a:r>
              <a:rPr sz="5600" spc="-267" dirty="0"/>
              <a:t> </a:t>
            </a:r>
            <a:r>
              <a:rPr sz="5600" spc="-33" dirty="0"/>
              <a:t>#01</a:t>
            </a:r>
            <a:endParaRPr sz="5600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latin typeface="Roboto"/>
                <a:cs typeface="Roboto"/>
              </a:rPr>
              <a:t>DO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spc="-27" dirty="0">
                <a:latin typeface="Roboto"/>
                <a:cs typeface="Roboto"/>
              </a:rPr>
              <a:t>NOT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dirty="0">
                <a:latin typeface="Roboto"/>
                <a:cs typeface="Roboto"/>
              </a:rPr>
              <a:t>COPY</a:t>
            </a:r>
            <a:r>
              <a:rPr sz="1067" b="1" kern="0" spc="-27" dirty="0">
                <a:latin typeface="Roboto"/>
                <a:cs typeface="Roboto"/>
              </a:rPr>
              <a:t> </a:t>
            </a:r>
            <a:r>
              <a:rPr sz="1067" b="1" kern="0" spc="-33" dirty="0">
                <a:latin typeface="Roboto"/>
                <a:cs typeface="Roboto"/>
              </a:rPr>
              <a:t>OR</a:t>
            </a:r>
            <a:r>
              <a:rPr sz="1067" b="1" kern="0" spc="667" dirty="0">
                <a:latin typeface="Roboto"/>
                <a:cs typeface="Roboto"/>
              </a:rPr>
              <a:t> </a:t>
            </a:r>
            <a:r>
              <a:rPr sz="1067" b="1" kern="0" spc="-13" dirty="0">
                <a:latin typeface="Roboto"/>
                <a:cs typeface="Roboto"/>
              </a:rPr>
              <a:t>REPRODUCE</a:t>
            </a:r>
            <a:endParaRPr sz="1067" kern="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834" y="3702351"/>
            <a:ext cx="486748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b="1" kern="0" dirty="0">
                <a:latin typeface="Roboto"/>
                <a:cs typeface="Roboto"/>
              </a:rPr>
              <a:t>Mobile</a:t>
            </a:r>
            <a:r>
              <a:rPr sz="3200" b="1" kern="0" spc="-87" dirty="0">
                <a:latin typeface="Roboto"/>
                <a:cs typeface="Roboto"/>
              </a:rPr>
              <a:t> </a:t>
            </a:r>
            <a:r>
              <a:rPr sz="3200" b="1" kern="0" dirty="0">
                <a:latin typeface="Roboto"/>
                <a:cs typeface="Roboto"/>
              </a:rPr>
              <a:t>App:</a:t>
            </a:r>
            <a:r>
              <a:rPr sz="3200" b="1" kern="0" spc="-67" dirty="0">
                <a:latin typeface="Roboto"/>
                <a:cs typeface="Roboto"/>
              </a:rPr>
              <a:t> </a:t>
            </a:r>
            <a:r>
              <a:rPr sz="3200" kern="0" spc="-33" dirty="0">
                <a:latin typeface="Roboto"/>
                <a:cs typeface="Roboto"/>
              </a:rPr>
              <a:t>Wi-</a:t>
            </a:r>
            <a:r>
              <a:rPr sz="3200" kern="0" dirty="0">
                <a:latin typeface="Roboto"/>
                <a:cs typeface="Roboto"/>
              </a:rPr>
              <a:t>Fi</a:t>
            </a:r>
            <a:r>
              <a:rPr sz="3200" kern="0" spc="-80" dirty="0">
                <a:latin typeface="Roboto"/>
                <a:cs typeface="Roboto"/>
              </a:rPr>
              <a:t> </a:t>
            </a:r>
            <a:r>
              <a:rPr sz="3200" kern="0" spc="-13" dirty="0">
                <a:latin typeface="Roboto"/>
                <a:cs typeface="Roboto"/>
              </a:rPr>
              <a:t>Analyzer</a:t>
            </a:r>
            <a:endParaRPr sz="3200" kern="0" dirty="0"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82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7607300" cy="5715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Step</a:t>
            </a:r>
            <a:r>
              <a:rPr sz="3600" spc="-33" dirty="0"/>
              <a:t> </a:t>
            </a:r>
            <a:r>
              <a:rPr sz="3600" dirty="0"/>
              <a:t>1</a:t>
            </a:r>
            <a:r>
              <a:rPr sz="3600" spc="-27" dirty="0"/>
              <a:t> </a:t>
            </a:r>
            <a:r>
              <a:rPr sz="3600" dirty="0"/>
              <a:t>-</a:t>
            </a:r>
            <a:r>
              <a:rPr sz="3600" spc="-27" dirty="0"/>
              <a:t> </a:t>
            </a:r>
            <a:r>
              <a:rPr sz="3600" dirty="0">
                <a:solidFill>
                  <a:srgbClr val="2A3890"/>
                </a:solidFill>
              </a:rPr>
              <a:t>Download</a:t>
            </a:r>
            <a:r>
              <a:rPr sz="3600" spc="-27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Wi-</a:t>
            </a:r>
            <a:r>
              <a:rPr sz="3600" dirty="0">
                <a:solidFill>
                  <a:srgbClr val="2A3890"/>
                </a:solidFill>
              </a:rPr>
              <a:t>Fi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Analyzer</a:t>
            </a:r>
            <a:r>
              <a:rPr sz="3600" spc="-27" dirty="0">
                <a:solidFill>
                  <a:srgbClr val="2A3890"/>
                </a:solidFill>
              </a:rPr>
              <a:t> </a:t>
            </a:r>
            <a:r>
              <a:rPr sz="3600" spc="-33" dirty="0">
                <a:solidFill>
                  <a:srgbClr val="2A3890"/>
                </a:solidFill>
              </a:rPr>
              <a:t>App</a:t>
            </a:r>
            <a:endParaRPr sz="3600" dirty="0"/>
          </a:p>
        </p:txBody>
      </p:sp>
      <p:sp>
        <p:nvSpPr>
          <p:cNvPr id="8" name="object 8"/>
          <p:cNvSpPr txBox="1"/>
          <p:nvPr/>
        </p:nvSpPr>
        <p:spPr>
          <a:xfrm>
            <a:off x="512967" y="1181159"/>
            <a:ext cx="6320367" cy="196391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267" kern="0" dirty="0">
                <a:solidFill>
                  <a:srgbClr val="2A3890"/>
                </a:solidFill>
                <a:latin typeface="Roboto"/>
                <a:cs typeface="Roboto"/>
              </a:rPr>
              <a:t>Mobile</a:t>
            </a:r>
            <a:r>
              <a:rPr sz="2267" kern="0" spc="-47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267" kern="0" dirty="0">
                <a:solidFill>
                  <a:srgbClr val="2A3890"/>
                </a:solidFill>
                <a:latin typeface="Roboto"/>
                <a:cs typeface="Roboto"/>
              </a:rPr>
              <a:t>App:</a:t>
            </a:r>
            <a:r>
              <a:rPr sz="2267" kern="0" spc="-47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267" kern="0" spc="-27" dirty="0">
                <a:solidFill>
                  <a:srgbClr val="2A3890"/>
                </a:solidFill>
                <a:latin typeface="Roboto"/>
                <a:cs typeface="Roboto"/>
              </a:rPr>
              <a:t>Wi-</a:t>
            </a:r>
            <a:r>
              <a:rPr sz="2267" kern="0" dirty="0">
                <a:solidFill>
                  <a:srgbClr val="2A3890"/>
                </a:solidFill>
                <a:latin typeface="Roboto"/>
                <a:cs typeface="Roboto"/>
              </a:rPr>
              <a:t>Fi</a:t>
            </a:r>
            <a:r>
              <a:rPr sz="2267" kern="0" spc="-47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2267" kern="0" spc="-13" dirty="0">
                <a:solidFill>
                  <a:srgbClr val="2A3890"/>
                </a:solidFill>
                <a:latin typeface="Roboto"/>
                <a:cs typeface="Roboto"/>
              </a:rPr>
              <a:t>Analyzer</a:t>
            </a:r>
            <a:endParaRPr sz="22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defTabSz="1219170">
              <a:spcBef>
                <a:spcPts val="272"/>
              </a:spcBef>
            </a:pPr>
            <a:endParaRPr sz="2267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782300" indent="-568098" defTabSz="1219170">
              <a:buClr>
                <a:srgbClr val="374151"/>
              </a:buClr>
              <a:buFont typeface="Roboto"/>
              <a:buAutoNum type="arabicPeriod"/>
              <a:tabLst>
                <a:tab pos="782300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Google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Play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or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Apple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App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Store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782300" indent="-568098" defTabSz="1219170">
              <a:spcBef>
                <a:spcPts val="433"/>
              </a:spcBef>
              <a:buClr>
                <a:srgbClr val="374151"/>
              </a:buClr>
              <a:buFont typeface="Roboto"/>
              <a:buAutoNum type="arabicPeriod"/>
              <a:tabLst>
                <a:tab pos="782300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Type</a:t>
            </a:r>
            <a:r>
              <a:rPr sz="24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“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wiﬁ</a:t>
            </a:r>
            <a:r>
              <a:rPr sz="2400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analyzer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”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or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“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wiﬁ</a:t>
            </a:r>
            <a:r>
              <a:rPr sz="2400" b="1" kern="0" spc="-6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monitor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”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782300" indent="-568098" defTabSz="1219170">
              <a:spcBef>
                <a:spcPts val="427"/>
              </a:spcBef>
              <a:buClr>
                <a:srgbClr val="374151"/>
              </a:buClr>
              <a:buFont typeface="Roboto"/>
              <a:buAutoNum type="arabicPeriod"/>
              <a:tabLst>
                <a:tab pos="782300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Download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app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with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best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ratings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99200" y="3416297"/>
            <a:ext cx="5521960" cy="2789767"/>
            <a:chOff x="674400" y="2562222"/>
            <a:chExt cx="4141470" cy="2092325"/>
          </a:xfrm>
        </p:grpSpPr>
        <p:pic>
          <p:nvPicPr>
            <p:cNvPr id="10" name="object 10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0046" y="2641420"/>
              <a:ext cx="4006178" cy="195082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79162" y="2566985"/>
              <a:ext cx="4131945" cy="2082800"/>
            </a:xfrm>
            <a:custGeom>
              <a:avLst/>
              <a:gdLst/>
              <a:ahLst/>
              <a:cxnLst/>
              <a:rect l="l" t="t" r="r" b="b"/>
              <a:pathLst>
                <a:path w="4131945" h="2082800">
                  <a:moveTo>
                    <a:pt x="0" y="0"/>
                  </a:moveTo>
                  <a:lnTo>
                    <a:pt x="4131824" y="0"/>
                  </a:lnTo>
                  <a:lnTo>
                    <a:pt x="4131824" y="2082274"/>
                  </a:lnTo>
                  <a:lnTo>
                    <a:pt x="0" y="20822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358967" y="1479467"/>
            <a:ext cx="4257887" cy="4300220"/>
            <a:chOff x="5519225" y="1109600"/>
            <a:chExt cx="3193415" cy="3225165"/>
          </a:xfrm>
        </p:grpSpPr>
        <p:pic>
          <p:nvPicPr>
            <p:cNvPr id="13" name="object 13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28750" y="1119125"/>
              <a:ext cx="3173745" cy="32058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523987" y="1114362"/>
              <a:ext cx="3183890" cy="3215640"/>
            </a:xfrm>
            <a:custGeom>
              <a:avLst/>
              <a:gdLst/>
              <a:ahLst/>
              <a:cxnLst/>
              <a:rect l="l" t="t" r="r" b="b"/>
              <a:pathLst>
                <a:path w="3183890" h="3215640">
                  <a:moveTo>
                    <a:pt x="0" y="0"/>
                  </a:moveTo>
                  <a:lnTo>
                    <a:pt x="3183270" y="0"/>
                  </a:lnTo>
                  <a:lnTo>
                    <a:pt x="3183270" y="3215425"/>
                  </a:lnTo>
                  <a:lnTo>
                    <a:pt x="0" y="321542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01966" y="1668699"/>
            <a:ext cx="3990340" cy="5190067"/>
            <a:chOff x="6151474" y="1251524"/>
            <a:chExt cx="2992755" cy="389255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61000" y="1261049"/>
              <a:ext cx="2149250" cy="336339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156237" y="1256287"/>
              <a:ext cx="2159000" cy="3373120"/>
            </a:xfrm>
            <a:custGeom>
              <a:avLst/>
              <a:gdLst/>
              <a:ahLst/>
              <a:cxnLst/>
              <a:rect l="l" t="t" r="r" b="b"/>
              <a:pathLst>
                <a:path w="2159000" h="3373120">
                  <a:moveTo>
                    <a:pt x="0" y="0"/>
                  </a:moveTo>
                  <a:lnTo>
                    <a:pt x="2158775" y="0"/>
                  </a:lnTo>
                  <a:lnTo>
                    <a:pt x="2158775" y="3372923"/>
                  </a:lnTo>
                  <a:lnTo>
                    <a:pt x="0" y="337292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83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713378"/>
            <a:ext cx="10101831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53" dirty="0"/>
              <a:t> </a:t>
            </a:r>
            <a:r>
              <a:rPr sz="3600" dirty="0"/>
              <a:t>2</a:t>
            </a:r>
            <a:r>
              <a:rPr sz="3600" spc="-47" dirty="0"/>
              <a:t> </a:t>
            </a:r>
            <a:r>
              <a:rPr sz="3600" dirty="0"/>
              <a:t>-</a:t>
            </a:r>
            <a:r>
              <a:rPr sz="3600" spc="-40" dirty="0"/>
              <a:t> </a:t>
            </a:r>
            <a:r>
              <a:rPr sz="3600" dirty="0">
                <a:solidFill>
                  <a:srgbClr val="2A3890"/>
                </a:solidFill>
              </a:rPr>
              <a:t>Check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the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Different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Views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dirty="0">
                <a:solidFill>
                  <a:srgbClr val="2A3890"/>
                </a:solidFill>
              </a:rPr>
              <a:t>Mobile</a:t>
            </a:r>
            <a:r>
              <a:rPr sz="2267" spc="-47" dirty="0">
                <a:solidFill>
                  <a:srgbClr val="2A3890"/>
                </a:solidFill>
              </a:rPr>
              <a:t> </a:t>
            </a:r>
            <a:r>
              <a:rPr sz="2267" dirty="0">
                <a:solidFill>
                  <a:srgbClr val="2A3890"/>
                </a:solidFill>
              </a:rPr>
              <a:t>App:</a:t>
            </a:r>
            <a:r>
              <a:rPr sz="2267" spc="-47" dirty="0">
                <a:solidFill>
                  <a:srgbClr val="2A3890"/>
                </a:solidFill>
              </a:rPr>
              <a:t> </a:t>
            </a:r>
            <a:r>
              <a:rPr sz="2267" spc="-27" dirty="0">
                <a:solidFill>
                  <a:srgbClr val="2A3890"/>
                </a:solidFill>
              </a:rPr>
              <a:t>Wi-</a:t>
            </a:r>
            <a:r>
              <a:rPr sz="2267" dirty="0">
                <a:solidFill>
                  <a:srgbClr val="2A3890"/>
                </a:solidFill>
              </a:rPr>
              <a:t>Fi</a:t>
            </a:r>
            <a:r>
              <a:rPr sz="2267" spc="-47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Analyzer</a:t>
            </a:r>
            <a:endParaRPr sz="2267" dirty="0"/>
          </a:p>
        </p:txBody>
      </p:sp>
      <p:grpSp>
        <p:nvGrpSpPr>
          <p:cNvPr id="10" name="object 10"/>
          <p:cNvGrpSpPr/>
          <p:nvPr/>
        </p:nvGrpSpPr>
        <p:grpSpPr>
          <a:xfrm>
            <a:off x="815099" y="1743634"/>
            <a:ext cx="2891367" cy="4510193"/>
            <a:chOff x="611324" y="1307725"/>
            <a:chExt cx="2168525" cy="3382645"/>
          </a:xfrm>
        </p:grpSpPr>
        <p:pic>
          <p:nvPicPr>
            <p:cNvPr id="11" name="object 11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0850" y="1317250"/>
              <a:ext cx="2149250" cy="336340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16087" y="1312487"/>
              <a:ext cx="2159000" cy="3373120"/>
            </a:xfrm>
            <a:custGeom>
              <a:avLst/>
              <a:gdLst/>
              <a:ahLst/>
              <a:cxnLst/>
              <a:rect l="l" t="t" r="r" b="b"/>
              <a:pathLst>
                <a:path w="2159000" h="3373120">
                  <a:moveTo>
                    <a:pt x="0" y="0"/>
                  </a:moveTo>
                  <a:lnTo>
                    <a:pt x="2158775" y="0"/>
                  </a:lnTo>
                  <a:lnTo>
                    <a:pt x="2158775" y="3372926"/>
                  </a:lnTo>
                  <a:lnTo>
                    <a:pt x="0" y="337292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508533" y="1668700"/>
            <a:ext cx="2891367" cy="4510193"/>
            <a:chOff x="3381399" y="1251524"/>
            <a:chExt cx="2168525" cy="3382645"/>
          </a:xfrm>
        </p:grpSpPr>
        <p:pic>
          <p:nvPicPr>
            <p:cNvPr id="14" name="object 14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390924" y="1261049"/>
              <a:ext cx="2149250" cy="336340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386162" y="1256287"/>
              <a:ext cx="2159000" cy="3373120"/>
            </a:xfrm>
            <a:custGeom>
              <a:avLst/>
              <a:gdLst/>
              <a:ahLst/>
              <a:cxnLst/>
              <a:rect l="l" t="t" r="r" b="b"/>
              <a:pathLst>
                <a:path w="2159000" h="3373120">
                  <a:moveTo>
                    <a:pt x="0" y="0"/>
                  </a:moveTo>
                  <a:lnTo>
                    <a:pt x="2158775" y="0"/>
                  </a:lnTo>
                  <a:lnTo>
                    <a:pt x="2158775" y="3372926"/>
                  </a:lnTo>
                  <a:lnTo>
                    <a:pt x="0" y="337292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605152" y="6218002"/>
            <a:ext cx="1310640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840"/>
              </a:lnSpc>
            </a:pP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Channels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98683" y="6218002"/>
            <a:ext cx="2147147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840"/>
              </a:lnSpc>
            </a:pP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Signal</a:t>
            </a:r>
            <a:r>
              <a:rPr sz="2400" b="1" kern="0" spc="-11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Strength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131171" y="5"/>
            <a:ext cx="4061460" cy="270764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5" y="101"/>
              <a:ext cx="3046095" cy="2030730"/>
            </a:xfrm>
            <a:custGeom>
              <a:avLst/>
              <a:gdLst/>
              <a:ahLst/>
              <a:cxnLst/>
              <a:rect l="l" t="t" r="r" b="b"/>
              <a:pathLst>
                <a:path w="3046095" h="2030730">
                  <a:moveTo>
                    <a:pt x="1015199" y="0"/>
                  </a:moveTo>
                  <a:lnTo>
                    <a:pt x="0" y="0"/>
                  </a:lnTo>
                  <a:lnTo>
                    <a:pt x="1015199" y="1015199"/>
                  </a:lnTo>
                  <a:lnTo>
                    <a:pt x="1015199" y="0"/>
                  </a:lnTo>
                  <a:close/>
                </a:path>
                <a:path w="3046095" h="2030730">
                  <a:moveTo>
                    <a:pt x="3045612" y="1015276"/>
                  </a:moveTo>
                  <a:lnTo>
                    <a:pt x="2030412" y="1015276"/>
                  </a:lnTo>
                  <a:lnTo>
                    <a:pt x="3045612" y="2030476"/>
                  </a:lnTo>
                  <a:lnTo>
                    <a:pt x="3045612" y="1015276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11826"/>
            <a:ext cx="2743200" cy="25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chemeClr val="tx1"/>
                </a:solidFill>
              </a:rPr>
              <a:pPr marL="50799" defTabSz="1219170">
                <a:lnSpc>
                  <a:spcPts val="2193"/>
                </a:lnSpc>
              </a:pPr>
              <a:t>84</a:t>
            </a:fld>
            <a:endParaRPr kern="0" spc="-33" dirty="0">
              <a:solidFill>
                <a:schemeClr val="tx1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2756800"/>
            <a:ext cx="5951538" cy="797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spc="-13" dirty="0"/>
              <a:t>Exercise</a:t>
            </a:r>
            <a:r>
              <a:rPr sz="5600" spc="-267" dirty="0"/>
              <a:t> </a:t>
            </a:r>
            <a:r>
              <a:rPr sz="5600" spc="-33" dirty="0"/>
              <a:t>#02</a:t>
            </a:r>
            <a:endParaRPr sz="5600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latin typeface="Roboto"/>
                <a:cs typeface="Roboto"/>
              </a:rPr>
              <a:t>DO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spc="-27" dirty="0">
                <a:latin typeface="Roboto"/>
                <a:cs typeface="Roboto"/>
              </a:rPr>
              <a:t>NOT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dirty="0">
                <a:latin typeface="Roboto"/>
                <a:cs typeface="Roboto"/>
              </a:rPr>
              <a:t>COPY</a:t>
            </a:r>
            <a:r>
              <a:rPr sz="1067" b="1" kern="0" spc="-27" dirty="0">
                <a:latin typeface="Roboto"/>
                <a:cs typeface="Roboto"/>
              </a:rPr>
              <a:t> </a:t>
            </a:r>
            <a:r>
              <a:rPr sz="1067" b="1" kern="0" spc="-33" dirty="0">
                <a:latin typeface="Roboto"/>
                <a:cs typeface="Roboto"/>
              </a:rPr>
              <a:t>OR</a:t>
            </a:r>
            <a:r>
              <a:rPr sz="1067" b="1" kern="0" spc="667" dirty="0">
                <a:latin typeface="Roboto"/>
                <a:cs typeface="Roboto"/>
              </a:rPr>
              <a:t> </a:t>
            </a:r>
            <a:r>
              <a:rPr sz="1067" b="1" kern="0" spc="-13" dirty="0">
                <a:latin typeface="Roboto"/>
                <a:cs typeface="Roboto"/>
              </a:rPr>
              <a:t>REPRODUCE</a:t>
            </a:r>
            <a:endParaRPr sz="1067" kern="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834" y="3702351"/>
            <a:ext cx="6328833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kern="0" dirty="0">
                <a:latin typeface="Roboto"/>
                <a:cs typeface="Roboto"/>
              </a:rPr>
              <a:t>Break</a:t>
            </a:r>
            <a:r>
              <a:rPr sz="3200" kern="0" spc="-113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into</a:t>
            </a:r>
            <a:r>
              <a:rPr sz="3200" kern="0" spc="-107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the</a:t>
            </a:r>
            <a:r>
              <a:rPr sz="3200" kern="0" spc="-107" dirty="0">
                <a:latin typeface="Roboto"/>
                <a:cs typeface="Roboto"/>
              </a:rPr>
              <a:t> </a:t>
            </a:r>
            <a:r>
              <a:rPr sz="3200" kern="0" dirty="0">
                <a:latin typeface="Roboto"/>
                <a:cs typeface="Roboto"/>
              </a:rPr>
              <a:t>Network</a:t>
            </a:r>
            <a:r>
              <a:rPr sz="3200" kern="0" spc="-107" dirty="0">
                <a:latin typeface="Roboto"/>
                <a:cs typeface="Roboto"/>
              </a:rPr>
              <a:t> </a:t>
            </a:r>
            <a:r>
              <a:rPr sz="3200" kern="0" spc="-13" dirty="0">
                <a:latin typeface="Roboto"/>
                <a:cs typeface="Roboto"/>
              </a:rPr>
              <a:t>“HackISAC”</a:t>
            </a:r>
            <a:endParaRPr sz="3200" kern="0"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85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11079163" cy="5715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Step</a:t>
            </a:r>
            <a:r>
              <a:rPr sz="3600" spc="-53" dirty="0"/>
              <a:t> </a:t>
            </a:r>
            <a:r>
              <a:rPr sz="3600" dirty="0"/>
              <a:t>1</a:t>
            </a:r>
            <a:r>
              <a:rPr sz="3600" spc="-47" dirty="0"/>
              <a:t> </a:t>
            </a:r>
            <a:r>
              <a:rPr sz="3600" dirty="0"/>
              <a:t>-</a:t>
            </a:r>
            <a:r>
              <a:rPr sz="3600" spc="-53" dirty="0"/>
              <a:t> </a:t>
            </a:r>
            <a:r>
              <a:rPr sz="3600" dirty="0">
                <a:solidFill>
                  <a:srgbClr val="2A3890"/>
                </a:solidFill>
              </a:rPr>
              <a:t>Download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Wordlist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&amp;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Identify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Wireless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Adapter</a:t>
            </a:r>
            <a:endParaRPr sz="3600" dirty="0"/>
          </a:p>
        </p:txBody>
      </p:sp>
      <p:sp>
        <p:nvSpPr>
          <p:cNvPr id="8" name="object 8"/>
          <p:cNvSpPr txBox="1"/>
          <p:nvPr/>
        </p:nvSpPr>
        <p:spPr>
          <a:xfrm>
            <a:off x="716029" y="1400574"/>
            <a:ext cx="8349827" cy="1372834"/>
          </a:xfrm>
          <a:prstGeom prst="rect">
            <a:avLst/>
          </a:prstGeom>
        </p:spPr>
        <p:txBody>
          <a:bodyPr vert="horz" wrap="square" lIns="0" tIns="74507" rIns="0" bIns="0" rtlCol="0">
            <a:spAutoFit/>
          </a:bodyPr>
          <a:lstStyle/>
          <a:p>
            <a:pPr marL="599425" indent="-582492" defTabSz="1219170">
              <a:spcBef>
                <a:spcPts val="587"/>
              </a:spcBef>
              <a:buClr>
                <a:srgbClr val="374151"/>
              </a:buClr>
              <a:buFont typeface="Roboto"/>
              <a:buAutoNum type="arabicPeriod"/>
              <a:tabLst>
                <a:tab pos="599425" algn="l"/>
              </a:tabLst>
            </a:pPr>
            <a:r>
              <a:rPr sz="2533" kern="0" dirty="0">
                <a:solidFill>
                  <a:srgbClr val="434343"/>
                </a:solidFill>
                <a:latin typeface="Roboto"/>
                <a:cs typeface="Roboto"/>
              </a:rPr>
              <a:t>Download</a:t>
            </a:r>
            <a:r>
              <a:rPr sz="2533" kern="0" spc="-1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b="1" kern="0" dirty="0">
                <a:solidFill>
                  <a:srgbClr val="D13368"/>
                </a:solidFill>
                <a:latin typeface="Roboto"/>
                <a:cs typeface="Roboto"/>
              </a:rPr>
              <a:t>rockyou.txt</a:t>
            </a:r>
            <a:r>
              <a:rPr sz="2533" b="1" kern="0" spc="-11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533" kern="0" dirty="0">
                <a:solidFill>
                  <a:srgbClr val="434343"/>
                </a:solidFill>
                <a:latin typeface="Roboto"/>
                <a:cs typeface="Roboto"/>
              </a:rPr>
              <a:t>from</a:t>
            </a:r>
            <a:r>
              <a:rPr sz="2533" kern="0" spc="-1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b="1" kern="0" spc="-13" dirty="0">
                <a:solidFill>
                  <a:srgbClr val="D13368"/>
                </a:solidFill>
                <a:latin typeface="Roboto"/>
                <a:cs typeface="Roboto"/>
              </a:rPr>
              <a:t>chv.link/autoisac</a:t>
            </a:r>
            <a:endParaRPr sz="2533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99425" indent="-582492" defTabSz="1219170">
              <a:spcBef>
                <a:spcPts val="460"/>
              </a:spcBef>
              <a:buClr>
                <a:srgbClr val="374151"/>
              </a:buClr>
              <a:buFont typeface="Roboto"/>
              <a:buAutoNum type="arabicPeriod"/>
              <a:tabLst>
                <a:tab pos="599425" algn="l"/>
              </a:tabLst>
            </a:pPr>
            <a:r>
              <a:rPr sz="2533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533" kern="0" spc="-1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kern="0" spc="-27" dirty="0">
                <a:solidFill>
                  <a:srgbClr val="434343"/>
                </a:solidFill>
                <a:latin typeface="Roboto"/>
                <a:cs typeface="Roboto"/>
              </a:rPr>
              <a:t>Terminal</a:t>
            </a:r>
            <a:r>
              <a:rPr sz="2533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kern="0" spc="-13" dirty="0">
                <a:solidFill>
                  <a:srgbClr val="434343"/>
                </a:solidFill>
                <a:latin typeface="Roboto"/>
                <a:cs typeface="Roboto"/>
              </a:rPr>
              <a:t>(DragonOS)</a:t>
            </a:r>
            <a:endParaRPr sz="2533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09010" lvl="1" indent="-573179" defTabSz="1219170">
              <a:spcBef>
                <a:spcPts val="453"/>
              </a:spcBef>
              <a:buFont typeface="Arial"/>
              <a:buAutoNum type="alphaLcPeriod"/>
              <a:tabLst>
                <a:tab pos="1209010" algn="l"/>
              </a:tabLst>
            </a:pPr>
            <a:r>
              <a:rPr sz="2533" b="1" kern="0" dirty="0">
                <a:solidFill>
                  <a:srgbClr val="D13368"/>
                </a:solidFill>
                <a:latin typeface="Roboto"/>
                <a:cs typeface="Roboto"/>
              </a:rPr>
              <a:t>$</a:t>
            </a:r>
            <a:r>
              <a:rPr sz="2533" b="1" kern="0" spc="-8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533" b="1" kern="0" dirty="0">
                <a:solidFill>
                  <a:srgbClr val="D13368"/>
                </a:solidFill>
                <a:latin typeface="Roboto"/>
                <a:cs typeface="Roboto"/>
              </a:rPr>
              <a:t>ifconﬁg</a:t>
            </a:r>
            <a:r>
              <a:rPr sz="2533" b="1" kern="0" spc="-6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533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533" kern="0" spc="-7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kern="0" dirty="0">
                <a:solidFill>
                  <a:srgbClr val="434343"/>
                </a:solidFill>
                <a:latin typeface="Roboto"/>
                <a:cs typeface="Roboto"/>
              </a:rPr>
              <a:t>identify</a:t>
            </a:r>
            <a:r>
              <a:rPr sz="2533" kern="0" spc="-8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kern="0" dirty="0">
                <a:solidFill>
                  <a:srgbClr val="434343"/>
                </a:solidFill>
                <a:latin typeface="Roboto"/>
                <a:cs typeface="Roboto"/>
              </a:rPr>
              <a:t>your</a:t>
            </a:r>
            <a:r>
              <a:rPr sz="2533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b="1" kern="0" dirty="0">
                <a:solidFill>
                  <a:srgbClr val="D13368"/>
                </a:solidFill>
                <a:latin typeface="Roboto"/>
                <a:cs typeface="Roboto"/>
              </a:rPr>
              <a:t>wireless</a:t>
            </a:r>
            <a:r>
              <a:rPr sz="2533" b="1" kern="0" spc="-7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533" b="1" kern="0" spc="-27" dirty="0">
                <a:solidFill>
                  <a:srgbClr val="D13368"/>
                </a:solidFill>
                <a:latin typeface="Roboto"/>
                <a:cs typeface="Roboto"/>
              </a:rPr>
              <a:t>adapter’s</a:t>
            </a:r>
            <a:r>
              <a:rPr sz="2533" b="1" kern="0" spc="-8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533" b="1" kern="0" spc="-27" dirty="0">
                <a:solidFill>
                  <a:srgbClr val="D13368"/>
                </a:solidFill>
                <a:latin typeface="Roboto"/>
                <a:cs typeface="Roboto"/>
              </a:rPr>
              <a:t>name</a:t>
            </a:r>
            <a:endParaRPr sz="25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45883" y="3273199"/>
            <a:ext cx="10081260" cy="2185247"/>
            <a:chOff x="784412" y="2454899"/>
            <a:chExt cx="7560945" cy="163893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8700" y="2454899"/>
              <a:ext cx="7546575" cy="163867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98699" y="2571749"/>
              <a:ext cx="1708785" cy="281305"/>
            </a:xfrm>
            <a:custGeom>
              <a:avLst/>
              <a:gdLst/>
              <a:ahLst/>
              <a:cxnLst/>
              <a:rect l="l" t="t" r="r" b="b"/>
              <a:pathLst>
                <a:path w="1708785" h="281305">
                  <a:moveTo>
                    <a:pt x="0" y="0"/>
                  </a:moveTo>
                  <a:lnTo>
                    <a:pt x="1708199" y="0"/>
                  </a:lnTo>
                  <a:lnTo>
                    <a:pt x="1708199" y="281099"/>
                  </a:lnTo>
                  <a:lnTo>
                    <a:pt x="0" y="2810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693565" y="5672675"/>
            <a:ext cx="473456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dirty="0">
                <a:solidFill>
                  <a:srgbClr val="595959"/>
                </a:solidFill>
                <a:latin typeface="Roboto"/>
                <a:cs typeface="Roboto"/>
              </a:rPr>
              <a:t>Example</a:t>
            </a:r>
            <a:r>
              <a:rPr sz="2400" b="1" kern="0" spc="-67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595959"/>
                </a:solidFill>
                <a:latin typeface="Roboto"/>
                <a:cs typeface="Roboto"/>
              </a:rPr>
              <a:t>of</a:t>
            </a:r>
            <a:r>
              <a:rPr sz="2400" b="1" kern="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595959"/>
                </a:solidFill>
                <a:latin typeface="Roboto"/>
                <a:cs typeface="Roboto"/>
              </a:rPr>
              <a:t>wireless</a:t>
            </a:r>
            <a:r>
              <a:rPr sz="2400" b="1" kern="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595959"/>
                </a:solidFill>
                <a:latin typeface="Roboto"/>
                <a:cs typeface="Roboto"/>
              </a:rPr>
              <a:t>adapter</a:t>
            </a:r>
            <a:r>
              <a:rPr sz="2400" b="1" kern="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595959"/>
                </a:solidFill>
                <a:latin typeface="Roboto"/>
                <a:cs typeface="Roboto"/>
              </a:rPr>
              <a:t>name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86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821608"/>
            <a:ext cx="10380964" cy="636369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40" dirty="0"/>
              <a:t> </a:t>
            </a:r>
            <a:r>
              <a:rPr sz="3600" dirty="0"/>
              <a:t>2</a:t>
            </a:r>
            <a:r>
              <a:rPr sz="3600" spc="-27" dirty="0"/>
              <a:t> </a:t>
            </a:r>
            <a:r>
              <a:rPr sz="3600" dirty="0"/>
              <a:t>-</a:t>
            </a:r>
            <a:r>
              <a:rPr sz="3600" spc="-33" dirty="0"/>
              <a:t> </a:t>
            </a:r>
            <a:r>
              <a:rPr sz="3600" dirty="0">
                <a:solidFill>
                  <a:srgbClr val="2A3890"/>
                </a:solidFill>
              </a:rPr>
              <a:t>Kill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Interrupting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Services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&amp;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Start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Monitor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spc="-27" dirty="0">
                <a:solidFill>
                  <a:srgbClr val="2A3890"/>
                </a:solidFill>
              </a:rPr>
              <a:t>Mode</a:t>
            </a:r>
            <a:endParaRPr sz="3600" dirty="0"/>
          </a:p>
        </p:txBody>
      </p:sp>
      <p:sp>
        <p:nvSpPr>
          <p:cNvPr id="8" name="object 8"/>
          <p:cNvSpPr txBox="1"/>
          <p:nvPr/>
        </p:nvSpPr>
        <p:spPr>
          <a:xfrm>
            <a:off x="668867" y="1877602"/>
            <a:ext cx="4436533" cy="101987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Kill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Interrupting</a:t>
            </a:r>
            <a:r>
              <a:rPr sz="2400" b="1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Services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43178" defTabSz="1219170">
              <a:spcBef>
                <a:spcPts val="1933"/>
              </a:spcBef>
              <a:tabLst>
                <a:tab pos="625671" algn="l"/>
              </a:tabLst>
            </a:pPr>
            <a:r>
              <a:rPr sz="2533" b="1" kern="0" spc="-33" dirty="0">
                <a:solidFill>
                  <a:srgbClr val="374151"/>
                </a:solidFill>
                <a:latin typeface="Roboto"/>
                <a:cs typeface="Roboto"/>
              </a:rPr>
              <a:t>1.</a:t>
            </a:r>
            <a:r>
              <a:rPr sz="2533" b="1" kern="0" dirty="0">
                <a:solidFill>
                  <a:srgbClr val="374151"/>
                </a:solidFill>
                <a:latin typeface="Roboto"/>
                <a:cs typeface="Roboto"/>
              </a:rPr>
              <a:t>	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$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airmon-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check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kill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9633" y="3317100"/>
            <a:ext cx="9132699" cy="162763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75700" y="3088366"/>
            <a:ext cx="11216640" cy="3770207"/>
            <a:chOff x="731775" y="2316274"/>
            <a:chExt cx="8412480" cy="2827655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31775" y="2316274"/>
              <a:ext cx="6530605" cy="2334924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87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30363" y="753880"/>
            <a:ext cx="12161637" cy="636369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40" dirty="0"/>
              <a:t> </a:t>
            </a:r>
            <a:r>
              <a:rPr sz="3600" dirty="0"/>
              <a:t>2</a:t>
            </a:r>
            <a:r>
              <a:rPr sz="3600" spc="-27" dirty="0"/>
              <a:t> </a:t>
            </a:r>
            <a:r>
              <a:rPr sz="3600" dirty="0"/>
              <a:t>-</a:t>
            </a:r>
            <a:r>
              <a:rPr sz="3600" spc="-33" dirty="0"/>
              <a:t> </a:t>
            </a:r>
            <a:r>
              <a:rPr sz="3600" dirty="0">
                <a:solidFill>
                  <a:srgbClr val="2A3890"/>
                </a:solidFill>
              </a:rPr>
              <a:t>Kill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Interrupting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Services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&amp;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Start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Monitor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spc="-27" dirty="0">
                <a:solidFill>
                  <a:srgbClr val="2A3890"/>
                </a:solidFill>
              </a:rPr>
              <a:t>Mode</a:t>
            </a:r>
            <a:endParaRPr sz="3600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8868" y="1877602"/>
            <a:ext cx="7344833" cy="101987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Start</a:t>
            </a:r>
            <a:r>
              <a:rPr sz="2400" b="1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Monitor</a:t>
            </a:r>
            <a:r>
              <a:rPr sz="2400" b="1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434343"/>
                </a:solidFill>
                <a:latin typeface="Roboto"/>
                <a:cs typeface="Roboto"/>
              </a:rPr>
              <a:t>Mode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43178" defTabSz="1219170">
              <a:spcBef>
                <a:spcPts val="1933"/>
              </a:spcBef>
              <a:tabLst>
                <a:tab pos="625671" algn="l"/>
              </a:tabLst>
            </a:pPr>
            <a:r>
              <a:rPr sz="2533" b="1" kern="0" spc="-33" dirty="0">
                <a:solidFill>
                  <a:srgbClr val="374151"/>
                </a:solidFill>
                <a:latin typeface="Roboto"/>
                <a:cs typeface="Roboto"/>
              </a:rPr>
              <a:t>1.</a:t>
            </a:r>
            <a:r>
              <a:rPr sz="2533" b="1" kern="0" dirty="0">
                <a:solidFill>
                  <a:srgbClr val="374151"/>
                </a:solidFill>
                <a:latin typeface="Roboto"/>
                <a:cs typeface="Roboto"/>
              </a:rPr>
              <a:t>	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$</a:t>
            </a:r>
            <a:r>
              <a:rPr sz="2400" b="1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airmon-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400" b="1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start</a:t>
            </a:r>
            <a:r>
              <a:rPr sz="2400" b="1" kern="0" spc="5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&lt;wireless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adapter</a:t>
            </a:r>
            <a:r>
              <a:rPr sz="2400" b="1" kern="0" spc="-4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name&gt;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65017" y="2349501"/>
            <a:ext cx="10427545" cy="4508500"/>
            <a:chOff x="1323762" y="1762125"/>
            <a:chExt cx="7820659" cy="3381375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3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6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38050" y="1762125"/>
              <a:ext cx="5222975" cy="31279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338050" y="2571750"/>
              <a:ext cx="4335145" cy="137795"/>
            </a:xfrm>
            <a:custGeom>
              <a:avLst/>
              <a:gdLst/>
              <a:ahLst/>
              <a:cxnLst/>
              <a:rect l="l" t="t" r="r" b="b"/>
              <a:pathLst>
                <a:path w="4335145" h="137794">
                  <a:moveTo>
                    <a:pt x="0" y="0"/>
                  </a:moveTo>
                  <a:lnTo>
                    <a:pt x="4334699" y="0"/>
                  </a:lnTo>
                  <a:lnTo>
                    <a:pt x="4334699" y="137399"/>
                  </a:lnTo>
                  <a:lnTo>
                    <a:pt x="0" y="1373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88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25475"/>
            <a:ext cx="4994275" cy="5715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Step</a:t>
            </a:r>
            <a:r>
              <a:rPr sz="3600" spc="-20" dirty="0"/>
              <a:t> </a:t>
            </a:r>
            <a:r>
              <a:rPr sz="3600" dirty="0"/>
              <a:t>3</a:t>
            </a:r>
            <a:r>
              <a:rPr sz="3600" spc="-20" dirty="0"/>
              <a:t> </a:t>
            </a:r>
            <a:r>
              <a:rPr sz="3600" dirty="0"/>
              <a:t>-</a:t>
            </a:r>
            <a:r>
              <a:rPr sz="3600" spc="-13" dirty="0"/>
              <a:t> </a:t>
            </a:r>
            <a:r>
              <a:rPr sz="3600" dirty="0">
                <a:solidFill>
                  <a:srgbClr val="2A3890"/>
                </a:solidFill>
              </a:rPr>
              <a:t>Look</a:t>
            </a:r>
            <a:r>
              <a:rPr sz="3600" spc="-2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for</a:t>
            </a:r>
            <a:r>
              <a:rPr sz="3600" spc="-87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Targets</a:t>
            </a:r>
            <a:endParaRPr sz="3600" dirty="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0041" y="1532868"/>
            <a:ext cx="6997700" cy="73524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85031" indent="-568098" defTabSz="1219170">
              <a:lnSpc>
                <a:spcPts val="2727"/>
              </a:lnSpc>
              <a:spcBef>
                <a:spcPts val="133"/>
              </a:spcBef>
              <a:buClr>
                <a:srgbClr val="434343"/>
              </a:buClr>
              <a:buFontTx/>
              <a:buAutoNum type="arabicPeriod"/>
              <a:tabLst>
                <a:tab pos="585031" algn="l"/>
                <a:tab pos="3570304" algn="l"/>
              </a:tabLst>
            </a:pP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$</a:t>
            </a:r>
            <a:r>
              <a:rPr sz="2400" b="1" kern="0" spc="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400" b="1" kern="0" spc="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airodump-ng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	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&lt;wireless</a:t>
            </a:r>
            <a:r>
              <a:rPr sz="2400" b="1" kern="0" spc="-10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adapter</a:t>
            </a:r>
            <a:r>
              <a:rPr sz="2400" b="1" kern="0" spc="-9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name&gt;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85031" indent="-568098" defTabSz="1219170">
              <a:lnSpc>
                <a:spcPts val="2887"/>
              </a:lnSpc>
              <a:buSzPct val="94736"/>
              <a:buFont typeface="Roboto"/>
              <a:buAutoNum type="arabicPeriod"/>
              <a:tabLst>
                <a:tab pos="585031" algn="l"/>
              </a:tabLst>
            </a:pPr>
            <a:r>
              <a:rPr sz="2533" kern="0" dirty="0">
                <a:solidFill>
                  <a:srgbClr val="434343"/>
                </a:solidFill>
                <a:latin typeface="Roboto"/>
                <a:cs typeface="Roboto"/>
              </a:rPr>
              <a:t>Locate</a:t>
            </a:r>
            <a:r>
              <a:rPr sz="2533" kern="0" spc="-10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533" b="1" kern="0" spc="-13" dirty="0">
                <a:solidFill>
                  <a:srgbClr val="D13368"/>
                </a:solidFill>
                <a:latin typeface="Roboto"/>
                <a:cs typeface="Roboto"/>
              </a:rPr>
              <a:t>HackISAC</a:t>
            </a:r>
            <a:endParaRPr sz="25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89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820035"/>
            <a:ext cx="8828088" cy="962036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27" dirty="0"/>
              <a:t> </a:t>
            </a:r>
            <a:r>
              <a:rPr sz="3600" dirty="0"/>
              <a:t>4</a:t>
            </a:r>
            <a:r>
              <a:rPr sz="3600" spc="-20" dirty="0"/>
              <a:t> </a:t>
            </a:r>
            <a:r>
              <a:rPr sz="3600" dirty="0"/>
              <a:t>-</a:t>
            </a:r>
            <a:r>
              <a:rPr sz="3600" spc="-20" dirty="0"/>
              <a:t> </a:t>
            </a:r>
            <a:r>
              <a:rPr sz="3600" dirty="0">
                <a:solidFill>
                  <a:srgbClr val="2A3890"/>
                </a:solidFill>
              </a:rPr>
              <a:t>Deauth</a:t>
            </a:r>
            <a:r>
              <a:rPr sz="3600" spc="-20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Clients</a:t>
            </a:r>
            <a:endParaRPr sz="3600" dirty="0"/>
          </a:p>
          <a:p>
            <a:pPr marL="131230">
              <a:spcBef>
                <a:spcPts val="53"/>
              </a:spcBef>
            </a:pPr>
            <a:r>
              <a:rPr sz="2267" spc="-33" dirty="0">
                <a:solidFill>
                  <a:srgbClr val="2A3890"/>
                </a:solidFill>
              </a:rPr>
              <a:t>WPA2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Handshake</a:t>
            </a:r>
            <a:r>
              <a:rPr sz="2267" spc="-80" dirty="0">
                <a:solidFill>
                  <a:srgbClr val="2A3890"/>
                </a:solidFill>
              </a:rPr>
              <a:t> </a:t>
            </a:r>
            <a:r>
              <a:rPr sz="2267" spc="-13" dirty="0">
                <a:solidFill>
                  <a:srgbClr val="2A3890"/>
                </a:solidFill>
              </a:rPr>
              <a:t>Cracking</a:t>
            </a:r>
            <a:endParaRPr sz="2267" dirty="0"/>
          </a:p>
        </p:txBody>
      </p:sp>
      <p:sp>
        <p:nvSpPr>
          <p:cNvPr id="8" name="object 8"/>
          <p:cNvSpPr txBox="1"/>
          <p:nvPr/>
        </p:nvSpPr>
        <p:spPr>
          <a:xfrm>
            <a:off x="710241" y="1843629"/>
            <a:ext cx="10469879" cy="829224"/>
          </a:xfrm>
          <a:prstGeom prst="rect">
            <a:avLst/>
          </a:prstGeom>
        </p:spPr>
        <p:txBody>
          <a:bodyPr vert="horz" wrap="square" lIns="0" tIns="79587" rIns="0" bIns="0" rtlCol="0">
            <a:spAutoFit/>
          </a:bodyPr>
          <a:lstStyle/>
          <a:p>
            <a:pPr marL="585031" indent="-568098" defTabSz="1219170">
              <a:spcBef>
                <a:spcPts val="627"/>
              </a:spcBef>
              <a:buClr>
                <a:srgbClr val="374151"/>
              </a:buClr>
              <a:buFont typeface="Roboto"/>
              <a:buAutoNum type="arabicPeriod"/>
              <a:tabLst>
                <a:tab pos="585031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94617" lvl="1" indent="-530847" defTabSz="1219170">
              <a:spcBef>
                <a:spcPts val="447"/>
              </a:spcBef>
              <a:buFont typeface="Arial"/>
              <a:buAutoNum type="alphaLcPeriod"/>
              <a:tabLst>
                <a:tab pos="1194617" algn="l"/>
              </a:tabLst>
            </a:pP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aireplay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deauth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2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a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94:83:C4:1D:7D:1A</a:t>
            </a:r>
            <a:r>
              <a:rPr sz="2133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c</a:t>
            </a:r>
            <a:r>
              <a:rPr sz="2133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dirty="0">
                <a:solidFill>
                  <a:srgbClr val="D13368"/>
                </a:solidFill>
                <a:latin typeface="Roboto"/>
                <a:cs typeface="Roboto"/>
              </a:rPr>
              <a:t>04:D6:AA:5B:50:99</a:t>
            </a:r>
            <a:r>
              <a:rPr sz="2133" b="1" kern="0" spc="4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133" b="1" kern="0" spc="-13" dirty="0">
                <a:solidFill>
                  <a:srgbClr val="D13368"/>
                </a:solidFill>
                <a:latin typeface="Roboto"/>
                <a:cs typeface="Roboto"/>
              </a:rPr>
              <a:t>wlan1</a:t>
            </a:r>
            <a:endParaRPr sz="2133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900" y="3285732"/>
            <a:ext cx="11505003" cy="166139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58900" y="3634083"/>
            <a:ext cx="11533293" cy="3224107"/>
            <a:chOff x="494175" y="2725562"/>
            <a:chExt cx="8649970" cy="241808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4175" y="2725562"/>
              <a:ext cx="8155630" cy="192563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88450" y="3605237"/>
              <a:ext cx="7967345" cy="366395"/>
            </a:xfrm>
            <a:custGeom>
              <a:avLst/>
              <a:gdLst/>
              <a:ahLst/>
              <a:cxnLst/>
              <a:rect l="l" t="t" r="r" b="b"/>
              <a:pathLst>
                <a:path w="7967345" h="366395">
                  <a:moveTo>
                    <a:pt x="0" y="0"/>
                  </a:moveTo>
                  <a:lnTo>
                    <a:pt x="7967099" y="0"/>
                  </a:lnTo>
                  <a:lnTo>
                    <a:pt x="7967099" y="366299"/>
                  </a:lnTo>
                  <a:lnTo>
                    <a:pt x="0" y="3662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90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875385"/>
            <a:ext cx="10082581" cy="636369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Step</a:t>
            </a:r>
            <a:r>
              <a:rPr sz="3600" spc="-53" dirty="0"/>
              <a:t> </a:t>
            </a:r>
            <a:r>
              <a:rPr sz="3600" dirty="0"/>
              <a:t>5</a:t>
            </a:r>
            <a:r>
              <a:rPr sz="3600" spc="-47" dirty="0"/>
              <a:t> </a:t>
            </a:r>
            <a:r>
              <a:rPr sz="3600" dirty="0"/>
              <a:t>-</a:t>
            </a:r>
            <a:r>
              <a:rPr sz="3600" spc="-40" dirty="0"/>
              <a:t> </a:t>
            </a:r>
            <a:r>
              <a:rPr sz="3600" dirty="0">
                <a:solidFill>
                  <a:srgbClr val="2A3890"/>
                </a:solidFill>
              </a:rPr>
              <a:t>Capture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Network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Handshake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and</a:t>
            </a:r>
            <a:r>
              <a:rPr sz="3600" spc="-5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Save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to</a:t>
            </a:r>
            <a:r>
              <a:rPr sz="3600" spc="-47" dirty="0">
                <a:solidFill>
                  <a:srgbClr val="2A3890"/>
                </a:solidFill>
              </a:rPr>
              <a:t> </a:t>
            </a:r>
            <a:r>
              <a:rPr sz="3600" spc="-27" dirty="0">
                <a:solidFill>
                  <a:srgbClr val="2A3890"/>
                </a:solidFill>
              </a:rPr>
              <a:t>File</a:t>
            </a:r>
            <a:endParaRPr sz="3600" dirty="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8867" y="1588540"/>
            <a:ext cx="9324340" cy="189197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Capture</a:t>
            </a:r>
            <a:r>
              <a:rPr sz="2400" b="1" kern="0" spc="-10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Network</a:t>
            </a:r>
            <a:r>
              <a:rPr sz="2400" b="1" kern="0" spc="-10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Handshake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625671" indent="-582492" defTabSz="1219170">
              <a:spcBef>
                <a:spcPts val="2427"/>
              </a:spcBef>
              <a:buClr>
                <a:srgbClr val="374151"/>
              </a:buClr>
              <a:buSzPct val="105555"/>
              <a:buFontTx/>
              <a:buAutoNum type="arabicPeriod"/>
              <a:tabLst>
                <a:tab pos="625671" algn="l"/>
              </a:tabLst>
            </a:pP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$</a:t>
            </a:r>
            <a:r>
              <a:rPr sz="2400" b="1" kern="0" spc="-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400" b="1" kern="0" spc="-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airodump-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400" b="1" kern="0" spc="57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&lt;wireless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adapter&gt;</a:t>
            </a:r>
            <a:r>
              <a:rPr sz="2400" b="1" kern="0" spc="-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--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bssid</a:t>
            </a:r>
            <a:r>
              <a:rPr sz="2400" b="1" kern="0" spc="-20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&lt;wiﬁ-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bssid&gt;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400" b="1" kern="0" spc="-67" dirty="0">
                <a:solidFill>
                  <a:srgbClr val="D13368"/>
                </a:solidFill>
                <a:latin typeface="Roboto"/>
                <a:cs typeface="Roboto"/>
              </a:rPr>
              <a:t>w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626518" defTabSz="1219170">
              <a:spcBef>
                <a:spcPts val="460"/>
              </a:spcBef>
            </a:pP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&lt;File-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name&gt;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625671" indent="-558786" defTabSz="1219170">
              <a:spcBef>
                <a:spcPts val="200"/>
              </a:spcBef>
              <a:buClr>
                <a:srgbClr val="374151"/>
              </a:buClr>
              <a:buFont typeface="Arial"/>
              <a:buAutoNum type="arabicPeriod" startAt="2"/>
              <a:tabLst>
                <a:tab pos="62567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Save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File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88001" y="2537067"/>
            <a:ext cx="10904220" cy="4321387"/>
            <a:chOff x="966000" y="1902800"/>
            <a:chExt cx="8178165" cy="324104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6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6000" y="1902800"/>
              <a:ext cx="6031675" cy="28949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626375" y="2805524"/>
              <a:ext cx="2075814" cy="305435"/>
            </a:xfrm>
            <a:custGeom>
              <a:avLst/>
              <a:gdLst/>
              <a:ahLst/>
              <a:cxnLst/>
              <a:rect l="l" t="t" r="r" b="b"/>
              <a:pathLst>
                <a:path w="2075814" h="305435">
                  <a:moveTo>
                    <a:pt x="0" y="0"/>
                  </a:moveTo>
                  <a:lnTo>
                    <a:pt x="2075699" y="0"/>
                  </a:lnTo>
                  <a:lnTo>
                    <a:pt x="2075699" y="305099"/>
                  </a:lnTo>
                  <a:lnTo>
                    <a:pt x="0" y="30509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D13368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91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14219" y="643180"/>
            <a:ext cx="10589795" cy="51890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600" dirty="0"/>
              <a:t>Step</a:t>
            </a:r>
            <a:r>
              <a:rPr sz="3600" spc="-40" dirty="0"/>
              <a:t> </a:t>
            </a:r>
            <a:r>
              <a:rPr sz="3600" dirty="0"/>
              <a:t>6</a:t>
            </a:r>
            <a:r>
              <a:rPr sz="3600" spc="-27" dirty="0"/>
              <a:t> </a:t>
            </a:r>
            <a:r>
              <a:rPr sz="3600" dirty="0">
                <a:solidFill>
                  <a:srgbClr val="2A3890"/>
                </a:solidFill>
              </a:rPr>
              <a:t>-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Crack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Password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using</a:t>
            </a:r>
            <a:r>
              <a:rPr sz="3600" spc="-40" dirty="0">
                <a:solidFill>
                  <a:srgbClr val="2A3890"/>
                </a:solidFill>
              </a:rPr>
              <a:t> </a:t>
            </a:r>
            <a:r>
              <a:rPr sz="3600" spc="-27" dirty="0">
                <a:solidFill>
                  <a:srgbClr val="2A3890"/>
                </a:solidFill>
              </a:rPr>
              <a:t>Aircrack-</a:t>
            </a:r>
            <a:r>
              <a:rPr sz="3600" dirty="0">
                <a:solidFill>
                  <a:srgbClr val="2A3890"/>
                </a:solidFill>
              </a:rPr>
              <a:t>ng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dirty="0">
                <a:solidFill>
                  <a:srgbClr val="2A3890"/>
                </a:solidFill>
              </a:rPr>
              <a:t>&amp;</a:t>
            </a:r>
            <a:r>
              <a:rPr sz="3600" spc="-33" dirty="0">
                <a:solidFill>
                  <a:srgbClr val="2A3890"/>
                </a:solidFill>
              </a:rPr>
              <a:t> </a:t>
            </a:r>
            <a:r>
              <a:rPr sz="3600" spc="-13" dirty="0">
                <a:solidFill>
                  <a:srgbClr val="2A3890"/>
                </a:solidFill>
              </a:rPr>
              <a:t>Wordlist</a:t>
            </a:r>
            <a:endParaRPr sz="3600" dirty="0"/>
          </a:p>
        </p:txBody>
      </p:sp>
      <p:sp>
        <p:nvSpPr>
          <p:cNvPr id="12" name="object 12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5467" y="1298681"/>
            <a:ext cx="6134947" cy="101987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dirty="0">
                <a:solidFill>
                  <a:srgbClr val="434343"/>
                </a:solidFill>
                <a:latin typeface="Roboto"/>
                <a:cs typeface="Roboto"/>
              </a:rPr>
              <a:t>Crack</a:t>
            </a:r>
            <a:r>
              <a:rPr sz="2400" b="1" kern="0" spc="-9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434343"/>
                </a:solidFill>
                <a:latin typeface="Roboto"/>
                <a:cs typeface="Roboto"/>
              </a:rPr>
              <a:t>Password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43178" defTabSz="1219170">
              <a:spcBef>
                <a:spcPts val="1933"/>
              </a:spcBef>
              <a:tabLst>
                <a:tab pos="625671" algn="l"/>
              </a:tabLst>
            </a:pPr>
            <a:r>
              <a:rPr sz="2533" b="1" kern="0" spc="-33" dirty="0">
                <a:solidFill>
                  <a:srgbClr val="374151"/>
                </a:solidFill>
                <a:latin typeface="Roboto"/>
                <a:cs typeface="Roboto"/>
              </a:rPr>
              <a:t>1.</a:t>
            </a:r>
            <a:r>
              <a:rPr sz="2533" b="1" kern="0" dirty="0">
                <a:solidFill>
                  <a:srgbClr val="374151"/>
                </a:solidFill>
                <a:latin typeface="Roboto"/>
                <a:cs typeface="Roboto"/>
              </a:rPr>
              <a:t>	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$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aircrack-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ng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&lt;ﬁle-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name&gt;</a:t>
            </a:r>
            <a:r>
              <a:rPr sz="2400" b="1" kern="0" spc="58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-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w</a:t>
            </a:r>
            <a:r>
              <a:rPr sz="2400" b="1" kern="0" spc="-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&lt;wordlist&gt;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131171" y="5"/>
            <a:ext cx="4061460" cy="270764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5" y="101"/>
              <a:ext cx="3046095" cy="2030730"/>
            </a:xfrm>
            <a:custGeom>
              <a:avLst/>
              <a:gdLst/>
              <a:ahLst/>
              <a:cxnLst/>
              <a:rect l="l" t="t" r="r" b="b"/>
              <a:pathLst>
                <a:path w="3046095" h="2030730">
                  <a:moveTo>
                    <a:pt x="1015199" y="0"/>
                  </a:moveTo>
                  <a:lnTo>
                    <a:pt x="0" y="0"/>
                  </a:lnTo>
                  <a:lnTo>
                    <a:pt x="1015199" y="1015199"/>
                  </a:lnTo>
                  <a:lnTo>
                    <a:pt x="1015199" y="0"/>
                  </a:lnTo>
                  <a:close/>
                </a:path>
                <a:path w="3046095" h="2030730">
                  <a:moveTo>
                    <a:pt x="3045612" y="1015276"/>
                  </a:moveTo>
                  <a:lnTo>
                    <a:pt x="2030412" y="1015276"/>
                  </a:lnTo>
                  <a:lnTo>
                    <a:pt x="3045612" y="2030476"/>
                  </a:lnTo>
                  <a:lnTo>
                    <a:pt x="3045612" y="1015276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11826"/>
            <a:ext cx="2743200" cy="25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chemeClr val="tx1"/>
                </a:solidFill>
              </a:rPr>
              <a:pPr marL="50799" defTabSz="1219170">
                <a:lnSpc>
                  <a:spcPts val="2193"/>
                </a:lnSpc>
              </a:pPr>
              <a:t>92</a:t>
            </a:fld>
            <a:endParaRPr kern="0" spc="-33" dirty="0">
              <a:solidFill>
                <a:schemeClr val="tx1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2631303"/>
            <a:ext cx="5951538" cy="797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spc="-13" dirty="0"/>
              <a:t>Exercise</a:t>
            </a:r>
            <a:r>
              <a:rPr sz="5600" spc="-267" dirty="0"/>
              <a:t> </a:t>
            </a:r>
            <a:r>
              <a:rPr sz="5600" spc="-33" dirty="0"/>
              <a:t>#03</a:t>
            </a:r>
            <a:endParaRPr sz="5600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latin typeface="Roboto"/>
                <a:cs typeface="Roboto"/>
              </a:rPr>
              <a:t>DO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spc="-27" dirty="0">
                <a:latin typeface="Roboto"/>
                <a:cs typeface="Roboto"/>
              </a:rPr>
              <a:t>NOT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dirty="0">
                <a:latin typeface="Roboto"/>
                <a:cs typeface="Roboto"/>
              </a:rPr>
              <a:t>COPY</a:t>
            </a:r>
            <a:r>
              <a:rPr sz="1067" b="1" kern="0" spc="-27" dirty="0">
                <a:latin typeface="Roboto"/>
                <a:cs typeface="Roboto"/>
              </a:rPr>
              <a:t> </a:t>
            </a:r>
            <a:r>
              <a:rPr sz="1067" b="1" kern="0" spc="-33" dirty="0">
                <a:latin typeface="Roboto"/>
                <a:cs typeface="Roboto"/>
              </a:rPr>
              <a:t>OR</a:t>
            </a:r>
            <a:r>
              <a:rPr sz="1067" b="1" kern="0" spc="667" dirty="0">
                <a:latin typeface="Roboto"/>
                <a:cs typeface="Roboto"/>
              </a:rPr>
              <a:t> </a:t>
            </a:r>
            <a:r>
              <a:rPr sz="1067" b="1" kern="0" spc="-13" dirty="0">
                <a:latin typeface="Roboto"/>
                <a:cs typeface="Roboto"/>
              </a:rPr>
              <a:t>REPRODUCE</a:t>
            </a:r>
            <a:endParaRPr sz="1067" kern="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833" y="3706009"/>
            <a:ext cx="10584179" cy="398465"/>
          </a:xfrm>
          <a:prstGeom prst="rect">
            <a:avLst/>
          </a:prstGeom>
        </p:spPr>
        <p:txBody>
          <a:bodyPr vert="horz" wrap="square" lIns="0" tIns="18627" rIns="0" bIns="0" rtlCol="0">
            <a:spAutoFit/>
          </a:bodyPr>
          <a:lstStyle/>
          <a:p>
            <a:pPr marL="16933" defTabSz="1219170">
              <a:spcBef>
                <a:spcPts val="147"/>
              </a:spcBef>
            </a:pPr>
            <a:r>
              <a:rPr sz="2467" kern="0" dirty="0">
                <a:latin typeface="Roboto"/>
                <a:cs typeface="Roboto"/>
              </a:rPr>
              <a:t>Post</a:t>
            </a:r>
            <a:r>
              <a:rPr sz="2467" kern="0" spc="-40" dirty="0">
                <a:latin typeface="Roboto"/>
                <a:cs typeface="Roboto"/>
              </a:rPr>
              <a:t> </a:t>
            </a:r>
            <a:r>
              <a:rPr sz="2467" kern="0" dirty="0">
                <a:latin typeface="Roboto"/>
                <a:cs typeface="Roboto"/>
              </a:rPr>
              <a:t>exploitation,</a:t>
            </a:r>
            <a:r>
              <a:rPr sz="2467" kern="0" spc="-33" dirty="0">
                <a:latin typeface="Roboto"/>
                <a:cs typeface="Roboto"/>
              </a:rPr>
              <a:t> </a:t>
            </a:r>
            <a:r>
              <a:rPr sz="2467" kern="0" dirty="0">
                <a:latin typeface="Roboto"/>
                <a:cs typeface="Roboto"/>
              </a:rPr>
              <a:t>looking</a:t>
            </a:r>
            <a:r>
              <a:rPr sz="2467" kern="0" spc="-33" dirty="0">
                <a:latin typeface="Roboto"/>
                <a:cs typeface="Roboto"/>
              </a:rPr>
              <a:t> </a:t>
            </a:r>
            <a:r>
              <a:rPr sz="2467" kern="0" dirty="0">
                <a:latin typeface="Roboto"/>
                <a:cs typeface="Roboto"/>
              </a:rPr>
              <a:t>for</a:t>
            </a:r>
            <a:r>
              <a:rPr sz="2467" kern="0" spc="-33" dirty="0">
                <a:latin typeface="Roboto"/>
                <a:cs typeface="Roboto"/>
              </a:rPr>
              <a:t> </a:t>
            </a:r>
            <a:r>
              <a:rPr sz="2467" kern="0" dirty="0">
                <a:latin typeface="Roboto"/>
                <a:cs typeface="Roboto"/>
              </a:rPr>
              <a:t>vulnerable</a:t>
            </a:r>
            <a:r>
              <a:rPr sz="2467" kern="0" spc="-40" dirty="0">
                <a:latin typeface="Roboto"/>
                <a:cs typeface="Roboto"/>
              </a:rPr>
              <a:t> </a:t>
            </a:r>
            <a:r>
              <a:rPr sz="2467" kern="0" dirty="0">
                <a:latin typeface="Roboto"/>
                <a:cs typeface="Roboto"/>
              </a:rPr>
              <a:t>devices</a:t>
            </a:r>
            <a:r>
              <a:rPr sz="2467" kern="0" spc="-33" dirty="0">
                <a:latin typeface="Roboto"/>
                <a:cs typeface="Roboto"/>
              </a:rPr>
              <a:t> </a:t>
            </a:r>
            <a:r>
              <a:rPr sz="2467" kern="0" dirty="0">
                <a:latin typeface="Roboto"/>
                <a:cs typeface="Roboto"/>
              </a:rPr>
              <a:t>on</a:t>
            </a:r>
            <a:r>
              <a:rPr sz="2467" kern="0" spc="-33" dirty="0">
                <a:latin typeface="Roboto"/>
                <a:cs typeface="Roboto"/>
              </a:rPr>
              <a:t> </a:t>
            </a:r>
            <a:r>
              <a:rPr sz="2467" kern="0" dirty="0">
                <a:latin typeface="Roboto"/>
                <a:cs typeface="Roboto"/>
              </a:rPr>
              <a:t>the</a:t>
            </a:r>
            <a:r>
              <a:rPr sz="2467" kern="0" spc="-33" dirty="0">
                <a:latin typeface="Roboto"/>
                <a:cs typeface="Roboto"/>
              </a:rPr>
              <a:t> </a:t>
            </a:r>
            <a:r>
              <a:rPr sz="2467" kern="0" dirty="0">
                <a:latin typeface="Roboto"/>
                <a:cs typeface="Roboto"/>
              </a:rPr>
              <a:t>“HackISAC</a:t>
            </a:r>
            <a:r>
              <a:rPr sz="2467" kern="0" spc="-47" dirty="0">
                <a:latin typeface="Roboto"/>
                <a:cs typeface="Roboto"/>
              </a:rPr>
              <a:t> </a:t>
            </a:r>
            <a:r>
              <a:rPr sz="2467" kern="0" spc="-13" dirty="0">
                <a:latin typeface="Roboto"/>
                <a:cs typeface="Roboto"/>
              </a:rPr>
              <a:t>Network”</a:t>
            </a:r>
            <a:endParaRPr sz="2467" kern="0"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131171" y="5"/>
            <a:ext cx="4061460" cy="2707640"/>
            <a:chOff x="6098378" y="4"/>
            <a:chExt cx="3046095" cy="2030730"/>
          </a:xfrm>
        </p:grpSpPr>
        <p:sp>
          <p:nvSpPr>
            <p:cNvPr id="4" name="object 4"/>
            <p:cNvSpPr/>
            <p:nvPr/>
          </p:nvSpPr>
          <p:spPr>
            <a:xfrm>
              <a:off x="8128803" y="15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0" y="0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113463" y="4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1015199" y="1015199"/>
                  </a:moveTo>
                  <a:lnTo>
                    <a:pt x="0" y="1015199"/>
                  </a:lnTo>
                  <a:lnTo>
                    <a:pt x="1015199" y="0"/>
                  </a:lnTo>
                  <a:lnTo>
                    <a:pt x="1015199" y="1015199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6" name="object 6"/>
            <p:cNvSpPr/>
            <p:nvPr/>
          </p:nvSpPr>
          <p:spPr>
            <a:xfrm>
              <a:off x="7113588" y="106"/>
              <a:ext cx="1015365" cy="1015365"/>
            </a:xfrm>
            <a:custGeom>
              <a:avLst/>
              <a:gdLst/>
              <a:ahLst/>
              <a:cxnLst/>
              <a:rect l="l" t="t" r="r" b="b"/>
              <a:pathLst>
                <a:path w="1015365" h="1015365">
                  <a:moveTo>
                    <a:pt x="0" y="1015199"/>
                  </a:moveTo>
                  <a:lnTo>
                    <a:pt x="0" y="0"/>
                  </a:lnTo>
                  <a:lnTo>
                    <a:pt x="1015199" y="0"/>
                  </a:lnTo>
                  <a:lnTo>
                    <a:pt x="0" y="1015199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  <p:sp>
          <p:nvSpPr>
            <p:cNvPr id="7" name="object 7"/>
            <p:cNvSpPr/>
            <p:nvPr/>
          </p:nvSpPr>
          <p:spPr>
            <a:xfrm>
              <a:off x="6098375" y="101"/>
              <a:ext cx="3046095" cy="2030730"/>
            </a:xfrm>
            <a:custGeom>
              <a:avLst/>
              <a:gdLst/>
              <a:ahLst/>
              <a:cxnLst/>
              <a:rect l="l" t="t" r="r" b="b"/>
              <a:pathLst>
                <a:path w="3046095" h="2030730">
                  <a:moveTo>
                    <a:pt x="1015199" y="0"/>
                  </a:moveTo>
                  <a:lnTo>
                    <a:pt x="0" y="0"/>
                  </a:lnTo>
                  <a:lnTo>
                    <a:pt x="1015199" y="1015199"/>
                  </a:lnTo>
                  <a:lnTo>
                    <a:pt x="1015199" y="0"/>
                  </a:lnTo>
                  <a:close/>
                </a:path>
                <a:path w="3046095" h="2030730">
                  <a:moveTo>
                    <a:pt x="3045612" y="1015276"/>
                  </a:moveTo>
                  <a:lnTo>
                    <a:pt x="2030412" y="1015276"/>
                  </a:lnTo>
                  <a:lnTo>
                    <a:pt x="3045612" y="2030476"/>
                  </a:lnTo>
                  <a:lnTo>
                    <a:pt x="3045612" y="1015276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8610600" y="6411826"/>
            <a:ext cx="2743200" cy="254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schemeClr val="tx1"/>
                </a:solidFill>
              </a:rPr>
              <a:pPr marL="50799" defTabSz="1219170">
                <a:lnSpc>
                  <a:spcPts val="2193"/>
                </a:lnSpc>
              </a:pPr>
              <a:t>93</a:t>
            </a:fld>
            <a:endParaRPr kern="0" spc="-33" dirty="0">
              <a:solidFill>
                <a:schemeClr val="tx1"/>
              </a:solidFill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2631303"/>
            <a:ext cx="5951538" cy="7976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5600" spc="-13" dirty="0"/>
              <a:t>Exercise</a:t>
            </a:r>
            <a:r>
              <a:rPr sz="5600" spc="-267" dirty="0"/>
              <a:t> </a:t>
            </a:r>
            <a:r>
              <a:rPr sz="5600" spc="-33" dirty="0"/>
              <a:t>#04</a:t>
            </a:r>
            <a:endParaRPr sz="5600" dirty="0"/>
          </a:p>
        </p:txBody>
      </p:sp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latin typeface="Roboto"/>
                <a:cs typeface="Roboto"/>
              </a:rPr>
              <a:t>DO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spc="-27" dirty="0">
                <a:latin typeface="Roboto"/>
                <a:cs typeface="Roboto"/>
              </a:rPr>
              <a:t>NOT</a:t>
            </a:r>
            <a:r>
              <a:rPr sz="1067" b="1" kern="0" spc="-40" dirty="0">
                <a:latin typeface="Roboto"/>
                <a:cs typeface="Roboto"/>
              </a:rPr>
              <a:t> </a:t>
            </a:r>
            <a:r>
              <a:rPr sz="1067" b="1" kern="0" dirty="0">
                <a:latin typeface="Roboto"/>
                <a:cs typeface="Roboto"/>
              </a:rPr>
              <a:t>COPY</a:t>
            </a:r>
            <a:r>
              <a:rPr sz="1067" b="1" kern="0" spc="-27" dirty="0">
                <a:latin typeface="Roboto"/>
                <a:cs typeface="Roboto"/>
              </a:rPr>
              <a:t> </a:t>
            </a:r>
            <a:r>
              <a:rPr sz="1067" b="1" kern="0" spc="-33" dirty="0">
                <a:latin typeface="Roboto"/>
                <a:cs typeface="Roboto"/>
              </a:rPr>
              <a:t>OR</a:t>
            </a:r>
            <a:r>
              <a:rPr sz="1067" b="1" kern="0" spc="667" dirty="0">
                <a:latin typeface="Roboto"/>
                <a:cs typeface="Roboto"/>
              </a:rPr>
              <a:t> </a:t>
            </a:r>
            <a:r>
              <a:rPr sz="1067" b="1" kern="0" spc="-13" dirty="0">
                <a:latin typeface="Roboto"/>
                <a:cs typeface="Roboto"/>
              </a:rPr>
              <a:t>REPRODUCE</a:t>
            </a:r>
            <a:endParaRPr sz="1067" kern="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833" y="3702351"/>
            <a:ext cx="2497667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3200" kern="0" dirty="0">
                <a:latin typeface="Roboto"/>
                <a:cs typeface="Roboto"/>
              </a:rPr>
              <a:t>Utilize</a:t>
            </a:r>
            <a:r>
              <a:rPr sz="3200" kern="0" spc="-160" dirty="0">
                <a:latin typeface="Roboto"/>
                <a:cs typeface="Roboto"/>
              </a:rPr>
              <a:t> </a:t>
            </a:r>
            <a:r>
              <a:rPr sz="3200" kern="0" spc="-13" dirty="0">
                <a:latin typeface="Roboto"/>
                <a:cs typeface="Roboto"/>
              </a:rPr>
              <a:t>Wiﬁte2</a:t>
            </a:r>
            <a:endParaRPr sz="3200" kern="0"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94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847063"/>
            <a:ext cx="10948854" cy="636369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spc="-13" dirty="0"/>
              <a:t>Wiﬁte2</a:t>
            </a:r>
            <a:endParaRPr sz="3600" dirty="0"/>
          </a:p>
        </p:txBody>
      </p:sp>
      <p:sp>
        <p:nvSpPr>
          <p:cNvPr id="10" name="object 10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8868" y="1863175"/>
            <a:ext cx="9513993" cy="452730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defTabSz="1219170">
              <a:lnSpc>
                <a:spcPct val="114999"/>
              </a:lnSpc>
              <a:spcBef>
                <a:spcPts val="133"/>
              </a:spcBef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This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tool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automates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attacks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on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WPS,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80" dirty="0">
                <a:solidFill>
                  <a:srgbClr val="434343"/>
                </a:solidFill>
                <a:latin typeface="Roboto"/>
                <a:cs typeface="Roboto"/>
              </a:rPr>
              <a:t>WEP,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WPA-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PSK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networks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performs</a:t>
            </a:r>
            <a:r>
              <a:rPr sz="2000" kern="0" spc="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the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following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actions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automatically: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5256" indent="-458035" defTabSz="1219170">
              <a:spcBef>
                <a:spcPts val="2360"/>
              </a:spcBef>
              <a:buFont typeface="Arial"/>
              <a:buChar char="●"/>
              <a:tabLst>
                <a:tab pos="1235256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Sets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interface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in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monitor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27" dirty="0">
                <a:solidFill>
                  <a:srgbClr val="434343"/>
                </a:solidFill>
                <a:latin typeface="Roboto"/>
                <a:cs typeface="Roboto"/>
              </a:rPr>
              <a:t>mode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5256" indent="-458035" defTabSz="1219170">
              <a:spcBef>
                <a:spcPts val="360"/>
              </a:spcBef>
              <a:buFont typeface="Arial"/>
              <a:buChar char="●"/>
              <a:tabLst>
                <a:tab pos="1235256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Scans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for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potential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networks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allows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selection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victim(s)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5256" indent="-458035" defTabSz="1219170">
              <a:spcBef>
                <a:spcPts val="360"/>
              </a:spcBef>
              <a:buFont typeface="Arial"/>
              <a:buChar char="●"/>
              <a:tabLst>
                <a:tab pos="1235256" algn="l"/>
              </a:tabLst>
            </a:pP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Launches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WEP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attacks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if</a:t>
            </a:r>
            <a:r>
              <a:rPr sz="20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applicable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5256" indent="-458035" defTabSz="1219170">
              <a:spcBef>
                <a:spcPts val="360"/>
              </a:spcBef>
              <a:buFont typeface="Arial"/>
              <a:buChar char="●"/>
              <a:tabLst>
                <a:tab pos="1235256" algn="l"/>
              </a:tabLst>
            </a:pP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Executes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WPA-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PSK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attacks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6102" marR="124457" indent="-458882" defTabSz="1219170">
              <a:lnSpc>
                <a:spcPct val="114999"/>
              </a:lnSpc>
              <a:buFont typeface="Arial"/>
              <a:buChar char="●"/>
              <a:tabLst>
                <a:tab pos="1236102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Conducts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WPS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attacks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including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Pixie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dust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attack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and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27" dirty="0">
                <a:solidFill>
                  <a:srgbClr val="434343"/>
                </a:solidFill>
                <a:latin typeface="Roboto"/>
                <a:cs typeface="Roboto"/>
              </a:rPr>
              <a:t>brute-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force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attack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(note: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27" dirty="0">
                <a:solidFill>
                  <a:srgbClr val="434343"/>
                </a:solidFill>
                <a:latin typeface="Roboto"/>
                <a:cs typeface="Roboto"/>
              </a:rPr>
              <a:t>brute-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force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attack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may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be</a:t>
            </a:r>
            <a:r>
              <a:rPr sz="20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time-consuming)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5256" indent="-458035" defTabSz="1219170">
              <a:spcBef>
                <a:spcPts val="360"/>
              </a:spcBef>
              <a:buFont typeface="Arial"/>
              <a:buChar char="●"/>
              <a:tabLst>
                <a:tab pos="1235256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Attempts</a:t>
            </a:r>
            <a:r>
              <a:rPr sz="20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capture</a:t>
            </a:r>
            <a:r>
              <a:rPr sz="20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PMKID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from</a:t>
            </a:r>
            <a:r>
              <a:rPr sz="20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Access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Point</a:t>
            </a:r>
            <a:r>
              <a:rPr sz="2000" kern="0" spc="-6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(AP)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for</a:t>
            </a:r>
            <a:r>
              <a:rPr sz="20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cracking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5256" indent="-458035" defTabSz="1219170">
              <a:spcBef>
                <a:spcPts val="360"/>
              </a:spcBef>
              <a:buFont typeface="Arial"/>
              <a:buChar char="●"/>
              <a:tabLst>
                <a:tab pos="1235256" algn="l"/>
              </a:tabLst>
            </a:pP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Tries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deauthenticate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clients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of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AP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capture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0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handshake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236102" marR="157476" indent="-458882" defTabSz="1219170">
              <a:lnSpc>
                <a:spcPct val="114999"/>
              </a:lnSpc>
              <a:buFont typeface="Arial"/>
              <a:buChar char="●"/>
              <a:tabLst>
                <a:tab pos="1236102" algn="l"/>
              </a:tabLst>
            </a:pP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If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PMKID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or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Handshake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is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captured,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attempts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27" dirty="0">
                <a:solidFill>
                  <a:srgbClr val="434343"/>
                </a:solidFill>
                <a:latin typeface="Roboto"/>
                <a:cs typeface="Roboto"/>
              </a:rPr>
              <a:t>brute-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force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using</a:t>
            </a:r>
            <a:r>
              <a:rPr sz="20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dirty="0">
                <a:solidFill>
                  <a:srgbClr val="434343"/>
                </a:solidFill>
                <a:latin typeface="Roboto"/>
                <a:cs typeface="Roboto"/>
              </a:rPr>
              <a:t>top</a:t>
            </a:r>
            <a:r>
              <a:rPr sz="20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000" kern="0" spc="-27" dirty="0">
                <a:solidFill>
                  <a:srgbClr val="434343"/>
                </a:solidFill>
                <a:latin typeface="Roboto"/>
                <a:cs typeface="Roboto"/>
              </a:rPr>
              <a:t>5000 </a:t>
            </a:r>
            <a:r>
              <a:rPr sz="2000" kern="0" spc="-13" dirty="0">
                <a:solidFill>
                  <a:srgbClr val="434343"/>
                </a:solidFill>
                <a:latin typeface="Roboto"/>
                <a:cs typeface="Roboto"/>
              </a:rPr>
              <a:t>passwords.</a:t>
            </a:r>
            <a:endParaRPr sz="20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85365" y="6233233"/>
            <a:ext cx="1285240" cy="624840"/>
          </a:xfrm>
          <a:custGeom>
            <a:avLst/>
            <a:gdLst/>
            <a:ahLst/>
            <a:cxnLst/>
            <a:rect l="l" t="t" r="r" b="b"/>
            <a:pathLst>
              <a:path w="963929" h="468629">
                <a:moveTo>
                  <a:pt x="963333" y="468574"/>
                </a:moveTo>
                <a:lnTo>
                  <a:pt x="0" y="468574"/>
                </a:lnTo>
                <a:lnTo>
                  <a:pt x="0" y="0"/>
                </a:lnTo>
                <a:lnTo>
                  <a:pt x="963333" y="468574"/>
                </a:lnTo>
                <a:close/>
              </a:path>
            </a:pathLst>
          </a:custGeom>
          <a:solidFill>
            <a:srgbClr val="F06292"/>
          </a:solidFill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88078" y="6233233"/>
            <a:ext cx="3903980" cy="624840"/>
            <a:chOff x="6216058" y="4674925"/>
            <a:chExt cx="2927985" cy="468630"/>
          </a:xfrm>
        </p:grpSpPr>
        <p:sp>
          <p:nvSpPr>
            <p:cNvPr id="4" name="object 4"/>
            <p:cNvSpPr/>
            <p:nvPr/>
          </p:nvSpPr>
          <p:spPr>
            <a:xfrm>
              <a:off x="6216058" y="4674925"/>
              <a:ext cx="963930" cy="468630"/>
            </a:xfrm>
            <a:custGeom>
              <a:avLst/>
              <a:gdLst/>
              <a:ahLst/>
              <a:cxnLst/>
              <a:rect l="l" t="t" r="r" b="b"/>
              <a:pathLst>
                <a:path w="963929" h="468629">
                  <a:moveTo>
                    <a:pt x="963333" y="468574"/>
                  </a:moveTo>
                  <a:lnTo>
                    <a:pt x="0" y="468574"/>
                  </a:lnTo>
                  <a:lnTo>
                    <a:pt x="963333" y="0"/>
                  </a:lnTo>
                  <a:lnTo>
                    <a:pt x="963333" y="468574"/>
                  </a:lnTo>
                  <a:close/>
                </a:path>
              </a:pathLst>
            </a:custGeom>
            <a:solidFill>
              <a:srgbClr val="F06292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179402" y="4674925"/>
              <a:ext cx="989330" cy="468630"/>
            </a:xfrm>
            <a:custGeom>
              <a:avLst/>
              <a:gdLst/>
              <a:ahLst/>
              <a:cxnLst/>
              <a:rect l="l" t="t" r="r" b="b"/>
              <a:pathLst>
                <a:path w="989329" h="468629">
                  <a:moveTo>
                    <a:pt x="989099" y="468574"/>
                  </a:moveTo>
                  <a:lnTo>
                    <a:pt x="0" y="468574"/>
                  </a:lnTo>
                  <a:lnTo>
                    <a:pt x="0" y="0"/>
                  </a:lnTo>
                  <a:lnTo>
                    <a:pt x="989099" y="0"/>
                  </a:lnTo>
                  <a:lnTo>
                    <a:pt x="989099" y="468574"/>
                  </a:lnTo>
                  <a:close/>
                </a:path>
              </a:pathLst>
            </a:custGeom>
            <a:solidFill>
              <a:srgbClr val="D13368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163885" y="4674932"/>
              <a:ext cx="980440" cy="468630"/>
            </a:xfrm>
            <a:custGeom>
              <a:avLst/>
              <a:gdLst/>
              <a:ahLst/>
              <a:cxnLst/>
              <a:rect l="l" t="t" r="r" b="b"/>
              <a:pathLst>
                <a:path w="980440" h="468629">
                  <a:moveTo>
                    <a:pt x="980114" y="468567"/>
                  </a:moveTo>
                  <a:lnTo>
                    <a:pt x="963319" y="468567"/>
                  </a:lnTo>
                  <a:lnTo>
                    <a:pt x="0" y="0"/>
                  </a:lnTo>
                  <a:lnTo>
                    <a:pt x="980114" y="0"/>
                  </a:lnTo>
                  <a:lnTo>
                    <a:pt x="980114" y="468567"/>
                  </a:lnTo>
                  <a:close/>
                </a:path>
              </a:pathLst>
            </a:custGeom>
            <a:solidFill>
              <a:srgbClr val="9B254D"/>
            </a:solidFill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>
                <a:solidFill>
                  <a:prstClr val="white"/>
                </a:solidFill>
              </a:rPr>
              <a:pPr marL="50799" defTabSz="1219170">
                <a:lnSpc>
                  <a:spcPts val="2193"/>
                </a:lnSpc>
              </a:pPr>
              <a:t>95</a:t>
            </a:fld>
            <a:endParaRPr kern="0" spc="-33" dirty="0">
              <a:solidFill>
                <a:prstClr val="white"/>
              </a:solidFill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79450"/>
            <a:ext cx="14924088" cy="688975"/>
          </a:xfrm>
          <a:prstGeom prst="rect">
            <a:avLst/>
          </a:prstGeom>
        </p:spPr>
        <p:txBody>
          <a:bodyPr vert="horz" wrap="square" lIns="0" tIns="133264" rIns="0" bIns="0" rtlCol="0">
            <a:spAutoFit/>
          </a:bodyPr>
          <a:lstStyle/>
          <a:p>
            <a:pPr marL="131230">
              <a:spcBef>
                <a:spcPts val="133"/>
              </a:spcBef>
            </a:pPr>
            <a:r>
              <a:rPr sz="3600" dirty="0"/>
              <a:t>Wiﬁte2</a:t>
            </a:r>
            <a:r>
              <a:rPr sz="3600" spc="-87" dirty="0"/>
              <a:t> </a:t>
            </a:r>
            <a:r>
              <a:rPr sz="3600" dirty="0">
                <a:solidFill>
                  <a:srgbClr val="2A3890"/>
                </a:solidFill>
              </a:rPr>
              <a:t>-</a:t>
            </a:r>
            <a:r>
              <a:rPr sz="3600" spc="-80" dirty="0">
                <a:solidFill>
                  <a:srgbClr val="2A3890"/>
                </a:solidFill>
              </a:rPr>
              <a:t> </a:t>
            </a:r>
            <a:r>
              <a:rPr sz="3600" spc="-27" dirty="0">
                <a:solidFill>
                  <a:srgbClr val="2A3890"/>
                </a:solidFill>
              </a:rPr>
              <a:t>Steps</a:t>
            </a:r>
            <a:endParaRPr sz="3600"/>
          </a:p>
        </p:txBody>
      </p:sp>
      <p:sp>
        <p:nvSpPr>
          <p:cNvPr id="8" name="object 8"/>
          <p:cNvSpPr txBox="1"/>
          <p:nvPr/>
        </p:nvSpPr>
        <p:spPr>
          <a:xfrm>
            <a:off x="719468" y="1851999"/>
            <a:ext cx="8867987" cy="4205767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575719" indent="-556246" defTabSz="1219170">
              <a:spcBef>
                <a:spcPts val="560"/>
              </a:spcBef>
              <a:buClr>
                <a:srgbClr val="374151"/>
              </a:buClr>
              <a:buFontTx/>
              <a:buAutoNum type="arabicPeriod"/>
              <a:tabLst>
                <a:tab pos="575719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Connect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your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Wi-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Fi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Adapter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5719" indent="-556246" defTabSz="1219170">
              <a:spcBef>
                <a:spcPts val="433"/>
              </a:spcBef>
              <a:buClr>
                <a:srgbClr val="374151"/>
              </a:buClr>
              <a:buFontTx/>
              <a:buAutoNum type="arabicPeriod"/>
              <a:tabLst>
                <a:tab pos="575719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Open</a:t>
            </a:r>
            <a:r>
              <a:rPr sz="2400" kern="0" spc="-2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Terminal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5719" indent="-556246" defTabSz="1219170">
              <a:spcBef>
                <a:spcPts val="433"/>
              </a:spcBef>
              <a:buClr>
                <a:srgbClr val="374151"/>
              </a:buClr>
              <a:buFontTx/>
              <a:buAutoNum type="arabicPeriod"/>
              <a:tabLst>
                <a:tab pos="575719" algn="l"/>
              </a:tabLst>
            </a:pP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Run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1185304" lvl="1" indent="-558786" defTabSz="1219170">
              <a:spcBef>
                <a:spcPts val="433"/>
              </a:spcBef>
              <a:buFont typeface="Arial"/>
              <a:buAutoNum type="alphaLcPeriod"/>
              <a:tabLst>
                <a:tab pos="1185304" algn="l"/>
              </a:tabLst>
            </a:pP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$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sudo</a:t>
            </a:r>
            <a:r>
              <a:rPr sz="2400" b="1" kern="0" spc="-2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D13368"/>
                </a:solidFill>
                <a:latin typeface="Roboto"/>
                <a:cs typeface="Roboto"/>
              </a:rPr>
              <a:t>wiﬁte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5719" indent="-558786" defTabSz="1219170">
              <a:spcBef>
                <a:spcPts val="433"/>
              </a:spcBef>
              <a:buClr>
                <a:srgbClr val="374151"/>
              </a:buClr>
              <a:buFont typeface="Arial"/>
              <a:buAutoNum type="arabicPeriod"/>
              <a:tabLst>
                <a:tab pos="575719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Hit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Ctrl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+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D13368"/>
                </a:solidFill>
                <a:latin typeface="Roboto"/>
                <a:cs typeface="Roboto"/>
              </a:rPr>
              <a:t>C</a:t>
            </a:r>
            <a:r>
              <a:rPr sz="2400" b="1" kern="0" spc="-3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to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begin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attacking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Wi-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Fi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 APs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5719" indent="-558786" defTabSz="1219170">
              <a:spcBef>
                <a:spcPts val="427"/>
              </a:spcBef>
              <a:buClr>
                <a:srgbClr val="374151"/>
              </a:buClr>
              <a:buFont typeface="Arial"/>
              <a:buAutoNum type="arabicPeriod"/>
              <a:tabLst>
                <a:tab pos="575719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Select</a:t>
            </a:r>
            <a:r>
              <a:rPr sz="2400" kern="0" spc="-8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Target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5719" indent="-556246" defTabSz="1219170">
              <a:spcBef>
                <a:spcPts val="433"/>
              </a:spcBef>
              <a:buClr>
                <a:srgbClr val="374151"/>
              </a:buClr>
              <a:buFontTx/>
              <a:buAutoNum type="arabicPeriod"/>
              <a:tabLst>
                <a:tab pos="575719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Wiﬁte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will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begin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capturing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handshake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5719" indent="-556246" defTabSz="1219170">
              <a:spcBef>
                <a:spcPts val="433"/>
              </a:spcBef>
              <a:buClr>
                <a:srgbClr val="374151"/>
              </a:buClr>
              <a:buFontTx/>
              <a:buAutoNum type="arabicPeriod"/>
              <a:tabLst>
                <a:tab pos="575719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Automatically</a:t>
            </a:r>
            <a:r>
              <a:rPr sz="2400" kern="0" spc="-1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deauthenticate</a:t>
            </a:r>
            <a:r>
              <a:rPr sz="2400" kern="0" spc="-11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clients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5719" marR="6773" indent="-556246" defTabSz="1219170">
              <a:lnSpc>
                <a:spcPct val="114999"/>
              </a:lnSpc>
              <a:buClr>
                <a:srgbClr val="374151"/>
              </a:buClr>
              <a:buFontTx/>
              <a:buAutoNum type="arabicPeriod"/>
              <a:tabLst>
                <a:tab pos="575719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Automatically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cracks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password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using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wordlist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similar</a:t>
            </a:r>
            <a:r>
              <a:rPr sz="2400" kern="0" spc="-6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to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rockyou.txt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17734" y="304867"/>
            <a:ext cx="5021964" cy="266793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669716" y="6368322"/>
            <a:ext cx="1112520" cy="335262"/>
          </a:xfrm>
          <a:prstGeom prst="rect">
            <a:avLst/>
          </a:prstGeom>
        </p:spPr>
        <p:txBody>
          <a:bodyPr vert="horz" wrap="square" lIns="0" tIns="6773" rIns="0" bIns="0" rtlCol="0">
            <a:spAutoFit/>
          </a:bodyPr>
          <a:lstStyle/>
          <a:p>
            <a:pPr marL="16933" marR="6773" defTabSz="1219170">
              <a:spcBef>
                <a:spcPts val="53"/>
              </a:spcBef>
            </a:pP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DO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sz="1067" b="1" kern="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067" b="1" kern="0" spc="-2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33" dirty="0">
                <a:solidFill>
                  <a:srgbClr val="FFFFFF"/>
                </a:solidFill>
                <a:latin typeface="Roboto"/>
                <a:cs typeface="Roboto"/>
              </a:rPr>
              <a:t>OR</a:t>
            </a:r>
            <a:r>
              <a:rPr sz="1067" b="1" kern="0" spc="667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67" b="1" kern="0" spc="-13" dirty="0">
                <a:solidFill>
                  <a:srgbClr val="FFFFFF"/>
                </a:solidFill>
                <a:latin typeface="Roboto"/>
                <a:cs typeface="Roboto"/>
              </a:rPr>
              <a:t>REPRODUCE</a:t>
            </a:r>
            <a:endParaRPr sz="10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1325561"/>
            <a:ext cx="10239375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Lab</a:t>
            </a:r>
            <a:r>
              <a:rPr sz="5400" spc="-60" dirty="0"/>
              <a:t> </a:t>
            </a:r>
            <a:r>
              <a:rPr sz="5400" dirty="0"/>
              <a:t>1</a:t>
            </a:r>
            <a:r>
              <a:rPr sz="5400" spc="-70" dirty="0"/>
              <a:t> </a:t>
            </a:r>
            <a:r>
              <a:rPr sz="5400" dirty="0"/>
              <a:t>–</a:t>
            </a:r>
            <a:r>
              <a:rPr sz="5400" spc="-60" dirty="0"/>
              <a:t> </a:t>
            </a:r>
            <a:r>
              <a:rPr sz="5400" dirty="0"/>
              <a:t>Understanding</a:t>
            </a:r>
            <a:r>
              <a:rPr sz="5400" spc="-75" dirty="0"/>
              <a:t> </a:t>
            </a:r>
            <a:r>
              <a:rPr sz="5400" spc="-10" dirty="0"/>
              <a:t>Your</a:t>
            </a:r>
            <a:r>
              <a:rPr sz="5400" spc="-45" dirty="0"/>
              <a:t> </a:t>
            </a:r>
            <a:r>
              <a:rPr sz="5400" spc="-10" dirty="0"/>
              <a:t>Environment</a:t>
            </a:r>
            <a:endParaRPr sz="5400"/>
          </a:p>
        </p:txBody>
      </p:sp>
    </p:spTree>
    <p:custDataLst>
      <p:tags r:id="rId1"/>
    </p:custData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960" y="4139492"/>
            <a:ext cx="10841355" cy="16040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easiest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way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survey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surrounding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environment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cellular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towers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sng" strike="noStrike" kern="0" cap="none" spc="-25" normalizeH="0" baseline="0" noProof="0" dirty="0">
                <a:ln>
                  <a:noFill/>
                </a:ln>
                <a:solidFill>
                  <a:srgbClr val="2F87CC"/>
                </a:solidFill>
                <a:effectLst/>
                <a:uLnTx/>
                <a:uFill>
                  <a:solidFill>
                    <a:srgbClr val="2F87CC"/>
                  </a:solidFill>
                </a:uFill>
                <a:latin typeface="Arial"/>
                <a:cs typeface="Arial"/>
                <a:hlinkClick r:id="rId3"/>
              </a:rPr>
              <a:t>https://www.cellmapper.net/.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rgbClr val="2F87CC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This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site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will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allow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view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defined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geographical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location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towers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their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values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that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are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being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broadcasted.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Surveying</a:t>
            </a:r>
            <a:r>
              <a:rPr spc="-75" dirty="0"/>
              <a:t> </a:t>
            </a:r>
            <a:r>
              <a:rPr spc="-10" dirty="0"/>
              <a:t>Your</a:t>
            </a:r>
            <a:r>
              <a:rPr spc="-80" dirty="0"/>
              <a:t> </a:t>
            </a:r>
            <a:r>
              <a:rPr spc="-10" dirty="0"/>
              <a:t>Environment</a:t>
            </a:r>
          </a:p>
        </p:txBody>
      </p:sp>
      <p:pic>
        <p:nvPicPr>
          <p:cNvPr id="4" name="object 4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28316" y="1501140"/>
            <a:ext cx="6350507" cy="240182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0742" y="6508431"/>
            <a:ext cx="162560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66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960" y="1522624"/>
            <a:ext cx="10687050" cy="173037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0029" marR="593090" lvl="0" indent="-227329" defTabSz="914400" eaLnBrk="1" fontAlgn="auto" latinLnBrk="0" hangingPunct="1">
              <a:lnSpc>
                <a:spcPts val="3030"/>
              </a:lnSpc>
              <a:spcBef>
                <a:spcPts val="470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Find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local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tower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here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record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downlink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frequency 	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associated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tower.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5080" lvl="0" indent="-227329" defTabSz="914400" eaLnBrk="1" fontAlgn="auto" latinLnBrk="0" hangingPunct="1">
              <a:lnSpc>
                <a:spcPts val="3030"/>
              </a:lnSpc>
              <a:spcBef>
                <a:spcPts val="98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We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will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this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information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tune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our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SDR's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view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waterfall 	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representation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LTE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data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program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called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gqrx.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67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Surveying</a:t>
            </a:r>
            <a:r>
              <a:rPr spc="-75" dirty="0"/>
              <a:t> </a:t>
            </a:r>
            <a:r>
              <a:rPr spc="-10" dirty="0"/>
              <a:t>Your</a:t>
            </a:r>
            <a:r>
              <a:rPr spc="-80" dirty="0"/>
              <a:t> </a:t>
            </a:r>
            <a:r>
              <a:rPr spc="-10" dirty="0"/>
              <a:t>Environment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960" y="4406134"/>
            <a:ext cx="10180320" cy="167322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Issue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following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command</a:t>
            </a:r>
            <a:r>
              <a:rPr kumimoji="0" sz="26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launch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gqrx: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Gqrx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5080" lvl="0" indent="0" defTabSz="914400" eaLnBrk="1" fontAlgn="auto" latinLnBrk="0" hangingPunct="1">
              <a:lnSpc>
                <a:spcPts val="250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Click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on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devices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option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show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list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plugged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devices.</a:t>
            </a:r>
            <a:r>
              <a:rPr kumimoji="0" sz="2600" b="0" i="0" u="none" strike="noStrike" kern="0" cap="none" spc="-10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should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window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shown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above.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68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Surveying</a:t>
            </a:r>
            <a:r>
              <a:rPr spc="-75" dirty="0"/>
              <a:t> </a:t>
            </a:r>
            <a:r>
              <a:rPr spc="-10" dirty="0"/>
              <a:t>Your</a:t>
            </a:r>
            <a:r>
              <a:rPr spc="-80" dirty="0"/>
              <a:t> </a:t>
            </a:r>
            <a:r>
              <a:rPr spc="-10" dirty="0"/>
              <a:t>Environment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4400" y="1502664"/>
            <a:ext cx="2743199" cy="286815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960" y="4529984"/>
            <a:ext cx="10729595" cy="134620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0029" marR="5080" lvl="0" indent="-227329" defTabSz="914400" eaLnBrk="1" fontAlgn="auto" latinLnBrk="0" hangingPunct="1">
              <a:lnSpc>
                <a:spcPts val="3030"/>
              </a:lnSpc>
              <a:spcBef>
                <a:spcPts val="470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Select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device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that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matches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what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have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plugged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click 	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OK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button.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should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screen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like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above.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69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Surveying</a:t>
            </a:r>
            <a:r>
              <a:rPr spc="-75" dirty="0"/>
              <a:t> </a:t>
            </a:r>
            <a:r>
              <a:rPr spc="-10" dirty="0"/>
              <a:t>Your</a:t>
            </a:r>
            <a:r>
              <a:rPr spc="-80" dirty="0"/>
              <a:t> </a:t>
            </a:r>
            <a:r>
              <a:rPr spc="-10" dirty="0"/>
              <a:t>Environment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36292" y="1589532"/>
            <a:ext cx="6330695" cy="262127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960" y="4431432"/>
            <a:ext cx="10335895" cy="149225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0" marR="5080" lvl="0" indent="-228600" defTabSz="914400" eaLnBrk="1" fontAlgn="auto" latinLnBrk="0" hangingPunct="1">
              <a:lnSpc>
                <a:spcPts val="2810"/>
              </a:lnSpc>
              <a:spcBef>
                <a:spcPts val="455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Using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your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mouse</a:t>
            </a:r>
            <a:r>
              <a:rPr kumimoji="0" sz="26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scroll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wheel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set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frequency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at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top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application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wrote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down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earlier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while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looking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local tower.</a:t>
            </a:r>
            <a:r>
              <a:rPr kumimoji="0" sz="26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Once</a:t>
            </a:r>
            <a:r>
              <a:rPr kumimoji="0" sz="26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tuned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should</a:t>
            </a:r>
            <a:r>
              <a:rPr kumimoji="0" sz="26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</a:t>
            </a:r>
            <a:r>
              <a:rPr kumimoji="0" sz="26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LTE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data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26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shown</a:t>
            </a:r>
            <a:r>
              <a:rPr kumimoji="0" sz="26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picture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above.</a:t>
            </a:r>
            <a:r>
              <a:rPr kumimoji="0" sz="26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may</a:t>
            </a:r>
            <a:r>
              <a:rPr kumimoji="0" sz="26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need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adjust</a:t>
            </a:r>
            <a:r>
              <a:rPr kumimoji="0" sz="26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gain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data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clearly.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70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Surveying</a:t>
            </a:r>
            <a:r>
              <a:rPr spc="-75" dirty="0"/>
              <a:t> </a:t>
            </a:r>
            <a:r>
              <a:rPr spc="-10" dirty="0"/>
              <a:t>Your</a:t>
            </a:r>
            <a:r>
              <a:rPr spc="-80" dirty="0"/>
              <a:t> </a:t>
            </a:r>
            <a:r>
              <a:rPr spc="-10" dirty="0"/>
              <a:t>Environment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3972" y="1397508"/>
            <a:ext cx="6544055" cy="28742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1325561"/>
            <a:ext cx="10221913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Lab</a:t>
            </a:r>
            <a:r>
              <a:rPr sz="5400" spc="-10" dirty="0"/>
              <a:t> </a:t>
            </a:r>
            <a:r>
              <a:rPr sz="5400" dirty="0"/>
              <a:t>2</a:t>
            </a:r>
            <a:r>
              <a:rPr sz="5400" spc="-20" dirty="0"/>
              <a:t> </a:t>
            </a:r>
            <a:r>
              <a:rPr sz="5400" dirty="0"/>
              <a:t>–</a:t>
            </a:r>
            <a:r>
              <a:rPr sz="5400" spc="-10" dirty="0"/>
              <a:t> </a:t>
            </a:r>
            <a:r>
              <a:rPr sz="5400" dirty="0"/>
              <a:t>Configuring</a:t>
            </a:r>
            <a:r>
              <a:rPr sz="5400" spc="-20" dirty="0"/>
              <a:t> </a:t>
            </a:r>
            <a:r>
              <a:rPr sz="5400" dirty="0"/>
              <a:t>srsRAN</a:t>
            </a:r>
            <a:r>
              <a:rPr sz="5400" spc="-20" dirty="0"/>
              <a:t> </a:t>
            </a:r>
            <a:r>
              <a:rPr sz="5400" spc="-10" dirty="0"/>
              <a:t>Components</a:t>
            </a:r>
            <a:endParaRPr sz="5400"/>
          </a:p>
        </p:txBody>
      </p:sp>
    </p:spTree>
    <p:custDataLst>
      <p:tags r:id="rId1"/>
    </p:custData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72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Configuring</a:t>
            </a:r>
            <a:r>
              <a:rPr spc="-155" dirty="0"/>
              <a:t> </a:t>
            </a:r>
            <a:r>
              <a:rPr spc="-10" dirty="0"/>
              <a:t>srsRAN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8967" y="1575751"/>
            <a:ext cx="10496550" cy="448183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0665" marR="5080" lvl="0" indent="-228600" defTabSz="914400" eaLnBrk="1" fontAlgn="auto" latinLnBrk="0" hangingPunct="1">
              <a:lnSpc>
                <a:spcPts val="2500"/>
              </a:lnSpc>
              <a:spcBef>
                <a:spcPts val="7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When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configuring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srsRAN</a:t>
            </a:r>
            <a:r>
              <a:rPr kumimoji="0" sz="26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software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there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are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couple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parameters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that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will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need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be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modified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ensure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we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do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not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interrupt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any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surrounding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signals.</a:t>
            </a:r>
            <a:r>
              <a:rPr kumimoji="0" sz="26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These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parameters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are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also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important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being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able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TCU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cellular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tower.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These</a:t>
            </a:r>
            <a:r>
              <a:rPr kumimoji="0" sz="2600" b="0" i="0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include: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MCC</a:t>
            </a:r>
            <a:r>
              <a:rPr kumimoji="0" sz="26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(Mobile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Country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Code)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MNC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(Mobile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Network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Code)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APN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(Access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Point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Name)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EARFCN</a:t>
            </a:r>
            <a:r>
              <a:rPr kumimoji="0" sz="26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(Pre-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defined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Uplink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Downlink</a:t>
            </a:r>
            <a:r>
              <a:rPr kumimoji="0" sz="26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Frequency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pairs)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Tx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Gain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Rx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Gain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73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Configuring</a:t>
            </a:r>
            <a:r>
              <a:rPr spc="-155" dirty="0"/>
              <a:t> </a:t>
            </a:r>
            <a:r>
              <a:rPr spc="-10" dirty="0"/>
              <a:t>srsRAN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8967" y="1612327"/>
            <a:ext cx="10513695" cy="428688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lvl="0" indent="-229235" algn="just" defTabSz="914400" eaLnBrk="1" fontAlgn="auto" latinLnBrk="0" hangingPunct="1">
              <a:lnSpc>
                <a:spcPts val="303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All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configuration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files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that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will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need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to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be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modified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can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be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found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in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directory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below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along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with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all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relevant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config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files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that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we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will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be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modifying.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Directory: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7212965" lvl="0" indent="-635" defTabSz="914400" eaLnBrk="1" fontAlgn="auto" latinLnBrk="0" hangingPunct="1">
              <a:lnSpc>
                <a:spcPct val="119700"/>
              </a:lnSpc>
              <a:spcBef>
                <a:spcPts val="1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12700" algn="l"/>
                <a:tab pos="239395" algn="l"/>
              </a:tabLst>
              <a:defRPr/>
            </a:pP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	/root/.config/srsran/ Files: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epc.conf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enb.conf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user_db.csv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74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Configuring</a:t>
            </a:r>
            <a:r>
              <a:rPr spc="-155" dirty="0"/>
              <a:t> </a:t>
            </a:r>
            <a:r>
              <a:rPr spc="-10" dirty="0"/>
              <a:t>srsEPC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9599" y="4753987"/>
            <a:ext cx="6588125" cy="110934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Issue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following</a:t>
            </a:r>
            <a:r>
              <a:rPr kumimoji="0" sz="22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command</a:t>
            </a:r>
            <a:r>
              <a:rPr kumimoji="0" sz="22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edit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epc.conf</a:t>
            </a:r>
            <a:r>
              <a:rPr kumimoji="0" sz="22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file: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sudo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nano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/root/.config/srsran/epc.conf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should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config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shown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above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6128" y="1522475"/>
            <a:ext cx="8188450" cy="324154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75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Configuring</a:t>
            </a:r>
            <a:r>
              <a:rPr spc="-155" dirty="0"/>
              <a:t> </a:t>
            </a:r>
            <a:r>
              <a:rPr spc="-10" dirty="0"/>
              <a:t>srsEPC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8967" y="2036934"/>
            <a:ext cx="8202295" cy="360426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Edit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dns_addr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field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so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it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points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8.8.8.8.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Edit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MCC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say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999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MNC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say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70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Set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apn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to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srsapn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Now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save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close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using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key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sequence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Ctrl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+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Press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save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same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name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Hit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enter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76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Configuring</a:t>
            </a:r>
            <a:r>
              <a:rPr spc="-155" dirty="0"/>
              <a:t> </a:t>
            </a:r>
            <a:r>
              <a:rPr spc="-10" dirty="0"/>
              <a:t>srsENb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8580" y="5124716"/>
            <a:ext cx="5989955" cy="104648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Issue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following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command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edit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enb.conf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file: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sudo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nano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/root/.config/srsran/enb.conf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should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config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r>
              <a:rPr kumimoji="0" sz="2000" b="0" i="0" u="none" strike="noStrike" kern="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shown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above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6296" y="1467611"/>
            <a:ext cx="7746491" cy="338175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77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Configuring</a:t>
            </a:r>
            <a:r>
              <a:rPr spc="-155" dirty="0"/>
              <a:t> </a:t>
            </a:r>
            <a:r>
              <a:rPr spc="-10" dirty="0"/>
              <a:t>srsENb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8386" y="1529121"/>
            <a:ext cx="9904095" cy="446532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Edit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MCC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MNC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match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what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entered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epc.conf</a:t>
            </a:r>
            <a:r>
              <a:rPr kumimoji="0" sz="26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935" marR="0" lvl="0" indent="-228600" defTabSz="91440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935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Scroll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down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[rf]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header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935" marR="0" lvl="0" indent="-228600" defTabSz="91440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935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Edit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dl_earfcn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say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3400(need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more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them)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tx_gain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=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40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(still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finding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lowest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number)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rx_gain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=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40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(still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finding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lowest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number)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885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/>
              <a:defRPr/>
            </a:pP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Now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save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close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using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key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sequence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Ctrl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+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Press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Hit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enter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78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Configuring</a:t>
            </a:r>
            <a:r>
              <a:rPr spc="-155" dirty="0"/>
              <a:t> </a:t>
            </a:r>
            <a:r>
              <a:rPr spc="-25" dirty="0"/>
              <a:t>HSS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8950" y="4818180"/>
            <a:ext cx="10738485" cy="122555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41300" marR="5080" lvl="0" indent="-228600" defTabSz="914400" eaLnBrk="1" fontAlgn="auto" latinLnBrk="0" hangingPunct="1">
              <a:lnSpc>
                <a:spcPct val="70000"/>
              </a:lnSpc>
              <a:spcBef>
                <a:spcPts val="81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r>
              <a:rPr kumimoji="0" sz="20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user_db.csv</a:t>
            </a:r>
            <a:r>
              <a:rPr kumimoji="0" sz="20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hold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authentication</a:t>
            </a:r>
            <a:r>
              <a:rPr kumimoji="0" sz="20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authorization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information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allowed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UE.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Issue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following</a:t>
            </a:r>
            <a:r>
              <a:rPr kumimoji="0" sz="20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command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edit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epc.conf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file: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5516880" lvl="0" indent="228600" defTabSz="914400" eaLnBrk="1" fontAlgn="auto" latinLnBrk="0" hangingPunct="1">
              <a:lnSpc>
                <a:spcPts val="2690"/>
              </a:lnSpc>
              <a:spcBef>
                <a:spcPts val="8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sudo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nano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/root/.config/srsran/user_db.csv 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should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config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r>
              <a:rPr kumimoji="0" sz="2000" b="0" i="0" u="none" strike="noStrike" kern="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shown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above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5172" y="1574291"/>
            <a:ext cx="9861802" cy="284835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79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Configuring</a:t>
            </a:r>
            <a:r>
              <a:rPr spc="-155" dirty="0"/>
              <a:t> </a:t>
            </a:r>
            <a:r>
              <a:rPr spc="-25" dirty="0"/>
              <a:t>HSS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3343" y="1801802"/>
            <a:ext cx="9549765" cy="283464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Enter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your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SIM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cards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information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following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&lt;values&gt;: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&lt;unique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name&gt;,mil,&lt;IMSI&gt;,&lt;Ki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key&gt;,opc,&lt;OPC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key&gt;,9000,0000000063af,9,dynamic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6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Now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save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close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r>
              <a:rPr kumimoji="0" sz="20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using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key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sequence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665" marR="0" lvl="0" indent="-227965" defTabSz="914400" eaLnBrk="1" fontAlgn="auto" latinLnBrk="0" hangingPunct="1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66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Ctrl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+</a:t>
            </a:r>
            <a:r>
              <a:rPr kumimoji="0" sz="20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665" marR="0" lvl="0" indent="-227965" defTabSz="914400" eaLnBrk="1" fontAlgn="auto" latinLnBrk="0" hangingPunct="1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66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Press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665" marR="0" lvl="0" indent="-227965" defTabSz="914400" eaLnBrk="1" fontAlgn="auto" latinLnBrk="0" hangingPunct="1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66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Hit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enter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1741059"/>
            <a:ext cx="923925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Lab</a:t>
            </a:r>
            <a:r>
              <a:rPr sz="5400" spc="-35" dirty="0"/>
              <a:t> </a:t>
            </a:r>
            <a:r>
              <a:rPr sz="5400" dirty="0"/>
              <a:t>3</a:t>
            </a:r>
            <a:r>
              <a:rPr sz="5400" spc="-45" dirty="0"/>
              <a:t> </a:t>
            </a:r>
            <a:r>
              <a:rPr sz="5400" dirty="0"/>
              <a:t>–</a:t>
            </a:r>
            <a:r>
              <a:rPr sz="5400" spc="-40" dirty="0"/>
              <a:t> </a:t>
            </a:r>
            <a:r>
              <a:rPr sz="5400" dirty="0"/>
              <a:t>Programming</a:t>
            </a:r>
            <a:r>
              <a:rPr sz="5400" spc="-40" dirty="0"/>
              <a:t> </a:t>
            </a:r>
            <a:r>
              <a:rPr sz="5400" dirty="0"/>
              <a:t>a</a:t>
            </a:r>
            <a:r>
              <a:rPr sz="5400" spc="-40" dirty="0"/>
              <a:t> </a:t>
            </a:r>
            <a:r>
              <a:rPr sz="5400" dirty="0"/>
              <a:t>SIM</a:t>
            </a:r>
            <a:r>
              <a:rPr sz="5400" spc="-35" dirty="0"/>
              <a:t> </a:t>
            </a:r>
            <a:r>
              <a:rPr sz="5400" spc="-20" dirty="0"/>
              <a:t>Card</a:t>
            </a:r>
            <a:endParaRPr sz="5400" dirty="0"/>
          </a:p>
        </p:txBody>
      </p:sp>
    </p:spTree>
    <p:custDataLst>
      <p:tags r:id="rId1"/>
    </p:custData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08" y="2487167"/>
            <a:ext cx="8668511" cy="373837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81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411163"/>
            <a:ext cx="70453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Programming</a:t>
            </a:r>
            <a:r>
              <a:rPr spc="-55" dirty="0"/>
              <a:t> </a:t>
            </a:r>
            <a:r>
              <a:rPr dirty="0"/>
              <a:t>SIM</a:t>
            </a:r>
            <a:r>
              <a:rPr spc="-85" dirty="0"/>
              <a:t> </a:t>
            </a:r>
            <a:r>
              <a:rPr spc="-10" dirty="0"/>
              <a:t>Cards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8967" y="1534054"/>
            <a:ext cx="10132695" cy="824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346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</a:t>
            </a:r>
            <a:r>
              <a:rPr kumimoji="0" sz="13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your</a:t>
            </a:r>
            <a:r>
              <a:rPr kumimoji="0" sz="13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SIM</a:t>
            </a:r>
            <a:r>
              <a:rPr kumimoji="0" sz="13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card</a:t>
            </a:r>
            <a:r>
              <a:rPr kumimoji="0" sz="13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reader,</a:t>
            </a:r>
            <a:r>
              <a:rPr kumimoji="0" sz="13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insert</a:t>
            </a:r>
            <a:r>
              <a:rPr kumimoji="0" sz="13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3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programmable SIM</a:t>
            </a:r>
            <a:r>
              <a:rPr kumimoji="0" sz="13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card,</a:t>
            </a:r>
            <a:r>
              <a:rPr kumimoji="0" sz="13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3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check</a:t>
            </a:r>
            <a:r>
              <a:rPr kumimoji="0" sz="13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connectivity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by</a:t>
            </a:r>
            <a:r>
              <a:rPr kumimoji="0" sz="13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running</a:t>
            </a:r>
            <a:r>
              <a:rPr kumimoji="0" sz="13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3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following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command</a:t>
            </a:r>
            <a:r>
              <a:rPr kumimoji="0" sz="13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13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3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terminal: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sudo</a:t>
            </a:r>
            <a:r>
              <a:rPr kumimoji="0" sz="13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pcsc_scan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If</a:t>
            </a:r>
            <a:r>
              <a:rPr kumimoji="0" sz="13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your</a:t>
            </a:r>
            <a:r>
              <a:rPr kumimoji="0" sz="13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reader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3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card</a:t>
            </a:r>
            <a:r>
              <a:rPr kumimoji="0" sz="13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13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recognized,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3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end</a:t>
            </a:r>
            <a:r>
              <a:rPr kumimoji="0" sz="13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3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your</a:t>
            </a:r>
            <a:r>
              <a:rPr kumimoji="0" sz="13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output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will</a:t>
            </a:r>
            <a:r>
              <a:rPr kumimoji="0" sz="13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look</a:t>
            </a:r>
            <a:r>
              <a:rPr kumimoji="0" sz="13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similar</a:t>
            </a:r>
            <a:r>
              <a:rPr kumimoji="0" sz="13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3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below: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82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Programming</a:t>
            </a:r>
            <a:r>
              <a:rPr spc="-55" dirty="0"/>
              <a:t> </a:t>
            </a:r>
            <a:r>
              <a:rPr dirty="0"/>
              <a:t>SIM</a:t>
            </a:r>
            <a:r>
              <a:rPr spc="-85" dirty="0"/>
              <a:t> </a:t>
            </a:r>
            <a:r>
              <a:rPr spc="-10" dirty="0"/>
              <a:t>Cards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4294967295"/>
          </p:nvPr>
        </p:nvSpPr>
        <p:spPr>
          <a:xfrm>
            <a:off x="0" y="1381125"/>
            <a:ext cx="10733088" cy="3670300"/>
          </a:xfrm>
          <a:prstGeom prst="rect">
            <a:avLst/>
          </a:prstGeom>
        </p:spPr>
        <p:txBody>
          <a:bodyPr vert="horz" wrap="square" lIns="0" tIns="284878" rIns="0" bIns="0" rtlCol="0">
            <a:spAutoFit/>
          </a:bodyPr>
          <a:lstStyle/>
          <a:p>
            <a:pPr marL="242570" marR="5080" indent="-228600">
              <a:lnSpc>
                <a:spcPts val="2500"/>
              </a:lnSpc>
              <a:spcBef>
                <a:spcPts val="705"/>
              </a:spcBef>
            </a:pPr>
            <a:r>
              <a:rPr sz="2600" dirty="0"/>
              <a:t>Next</a:t>
            </a:r>
            <a:r>
              <a:rPr sz="2600" spc="-55" dirty="0"/>
              <a:t> </a:t>
            </a:r>
            <a:r>
              <a:rPr sz="2600" dirty="0"/>
              <a:t>we</a:t>
            </a:r>
            <a:r>
              <a:rPr sz="2600" spc="-40" dirty="0"/>
              <a:t> </a:t>
            </a:r>
            <a:r>
              <a:rPr sz="2600" dirty="0"/>
              <a:t>need</a:t>
            </a:r>
            <a:r>
              <a:rPr sz="2600" spc="-35" dirty="0"/>
              <a:t> </a:t>
            </a:r>
            <a:r>
              <a:rPr sz="2600" dirty="0"/>
              <a:t>to</a:t>
            </a:r>
            <a:r>
              <a:rPr sz="2600" spc="-35" dirty="0"/>
              <a:t> </a:t>
            </a:r>
            <a:r>
              <a:rPr sz="2600" dirty="0"/>
              <a:t>test</a:t>
            </a:r>
            <a:r>
              <a:rPr sz="2600" spc="-30" dirty="0"/>
              <a:t> </a:t>
            </a:r>
            <a:r>
              <a:rPr sz="2600" dirty="0"/>
              <a:t>the</a:t>
            </a:r>
            <a:r>
              <a:rPr sz="2600" spc="-35" dirty="0"/>
              <a:t> </a:t>
            </a:r>
            <a:r>
              <a:rPr sz="2600" dirty="0"/>
              <a:t>SIM</a:t>
            </a:r>
            <a:r>
              <a:rPr sz="2600" spc="-35" dirty="0"/>
              <a:t> </a:t>
            </a:r>
            <a:r>
              <a:rPr sz="2600" dirty="0"/>
              <a:t>programming</a:t>
            </a:r>
            <a:r>
              <a:rPr sz="2600" spc="-70" dirty="0"/>
              <a:t> </a:t>
            </a:r>
            <a:r>
              <a:rPr sz="2600" dirty="0"/>
              <a:t>application</a:t>
            </a:r>
            <a:r>
              <a:rPr sz="2600" spc="-45" dirty="0"/>
              <a:t> </a:t>
            </a:r>
            <a:r>
              <a:rPr sz="2600" dirty="0"/>
              <a:t>in</a:t>
            </a:r>
            <a:r>
              <a:rPr sz="2600" spc="-25" dirty="0"/>
              <a:t> </a:t>
            </a:r>
            <a:r>
              <a:rPr sz="2600" dirty="0"/>
              <a:t>order</a:t>
            </a:r>
            <a:r>
              <a:rPr sz="2600" spc="-55" dirty="0"/>
              <a:t> </a:t>
            </a:r>
            <a:r>
              <a:rPr sz="2600" dirty="0"/>
              <a:t>to</a:t>
            </a:r>
            <a:r>
              <a:rPr sz="2600" spc="-30" dirty="0"/>
              <a:t> </a:t>
            </a:r>
            <a:r>
              <a:rPr sz="2600" dirty="0"/>
              <a:t>find</a:t>
            </a:r>
            <a:r>
              <a:rPr sz="2600" spc="-35" dirty="0"/>
              <a:t> </a:t>
            </a:r>
            <a:r>
              <a:rPr sz="2600" spc="-25" dirty="0"/>
              <a:t>the </a:t>
            </a:r>
            <a:r>
              <a:rPr sz="2600" dirty="0"/>
              <a:t>correct</a:t>
            </a:r>
            <a:r>
              <a:rPr sz="2600" spc="-45" dirty="0"/>
              <a:t> </a:t>
            </a:r>
            <a:r>
              <a:rPr sz="2600" dirty="0"/>
              <a:t>port</a:t>
            </a:r>
            <a:r>
              <a:rPr sz="2600" spc="-35" dirty="0"/>
              <a:t> </a:t>
            </a:r>
            <a:r>
              <a:rPr sz="2600" dirty="0"/>
              <a:t>assignment</a:t>
            </a:r>
            <a:r>
              <a:rPr sz="2600" spc="-55" dirty="0"/>
              <a:t> </a:t>
            </a:r>
            <a:r>
              <a:rPr sz="2600" dirty="0"/>
              <a:t>that</a:t>
            </a:r>
            <a:r>
              <a:rPr sz="2600" spc="-25" dirty="0"/>
              <a:t> </a:t>
            </a:r>
            <a:r>
              <a:rPr sz="2600" dirty="0"/>
              <a:t>was</a:t>
            </a:r>
            <a:r>
              <a:rPr sz="2600" spc="-35" dirty="0"/>
              <a:t> </a:t>
            </a:r>
            <a:r>
              <a:rPr sz="2600" dirty="0"/>
              <a:t>given</a:t>
            </a:r>
            <a:r>
              <a:rPr sz="2600" spc="-35" dirty="0"/>
              <a:t> </a:t>
            </a:r>
            <a:r>
              <a:rPr sz="2600" dirty="0"/>
              <a:t>to</a:t>
            </a:r>
            <a:r>
              <a:rPr sz="2600" spc="-15" dirty="0"/>
              <a:t> </a:t>
            </a:r>
            <a:r>
              <a:rPr sz="2600" dirty="0"/>
              <a:t>the</a:t>
            </a:r>
            <a:r>
              <a:rPr sz="2600" spc="-25" dirty="0"/>
              <a:t> </a:t>
            </a:r>
            <a:r>
              <a:rPr sz="2600" dirty="0"/>
              <a:t>SIM</a:t>
            </a:r>
            <a:r>
              <a:rPr sz="2600" spc="-25" dirty="0"/>
              <a:t> </a:t>
            </a:r>
            <a:r>
              <a:rPr sz="2600" dirty="0"/>
              <a:t>card</a:t>
            </a:r>
            <a:r>
              <a:rPr sz="2600" spc="-35" dirty="0"/>
              <a:t> </a:t>
            </a:r>
            <a:r>
              <a:rPr sz="2600" spc="-20" dirty="0"/>
              <a:t>reader.</a:t>
            </a:r>
            <a:r>
              <a:rPr sz="2600" spc="-80" dirty="0"/>
              <a:t> </a:t>
            </a:r>
            <a:r>
              <a:rPr sz="2600" dirty="0"/>
              <a:t>This</a:t>
            </a:r>
            <a:r>
              <a:rPr sz="2600" spc="-35" dirty="0"/>
              <a:t> </a:t>
            </a:r>
            <a:r>
              <a:rPr sz="2600" spc="-25" dirty="0"/>
              <a:t>is </a:t>
            </a:r>
            <a:r>
              <a:rPr sz="2600" dirty="0"/>
              <a:t>done</a:t>
            </a:r>
            <a:r>
              <a:rPr sz="2600" spc="-40" dirty="0"/>
              <a:t> </a:t>
            </a:r>
            <a:r>
              <a:rPr sz="2600" dirty="0"/>
              <a:t>by</a:t>
            </a:r>
            <a:r>
              <a:rPr sz="2600" spc="-45" dirty="0"/>
              <a:t> </a:t>
            </a:r>
            <a:r>
              <a:rPr sz="2600" dirty="0"/>
              <a:t>issuing</a:t>
            </a:r>
            <a:r>
              <a:rPr sz="2600" spc="-40" dirty="0"/>
              <a:t> </a:t>
            </a:r>
            <a:r>
              <a:rPr sz="2600" dirty="0"/>
              <a:t>the</a:t>
            </a:r>
            <a:r>
              <a:rPr sz="2600" spc="-40" dirty="0"/>
              <a:t> </a:t>
            </a:r>
            <a:r>
              <a:rPr sz="2600" dirty="0"/>
              <a:t>following</a:t>
            </a:r>
            <a:r>
              <a:rPr sz="2600" spc="-40" dirty="0"/>
              <a:t> </a:t>
            </a:r>
            <a:r>
              <a:rPr sz="2600" dirty="0"/>
              <a:t>command</a:t>
            </a:r>
            <a:r>
              <a:rPr sz="2600" spc="-60" dirty="0"/>
              <a:t> </a:t>
            </a:r>
            <a:r>
              <a:rPr sz="2600" dirty="0"/>
              <a:t>from</a:t>
            </a:r>
            <a:r>
              <a:rPr sz="2600" spc="-35" dirty="0"/>
              <a:t> </a:t>
            </a:r>
            <a:r>
              <a:rPr sz="2600" dirty="0"/>
              <a:t>the</a:t>
            </a:r>
            <a:r>
              <a:rPr sz="2600" spc="-35" dirty="0"/>
              <a:t> </a:t>
            </a:r>
            <a:r>
              <a:rPr sz="2600" dirty="0"/>
              <a:t>~/pysim</a:t>
            </a:r>
            <a:r>
              <a:rPr sz="2600" spc="-60" dirty="0"/>
              <a:t> </a:t>
            </a:r>
            <a:r>
              <a:rPr sz="2600" spc="-10" dirty="0"/>
              <a:t>directory:</a:t>
            </a:r>
            <a:endParaRPr sz="2600"/>
          </a:p>
          <a:p>
            <a:pPr marL="14604">
              <a:lnSpc>
                <a:spcPct val="100000"/>
              </a:lnSpc>
              <a:spcBef>
                <a:spcPts val="385"/>
              </a:spcBef>
            </a:pPr>
            <a:r>
              <a:rPr sz="2600" spc="-10" dirty="0"/>
              <a:t>./pySim-read.py</a:t>
            </a:r>
            <a:endParaRPr sz="2600"/>
          </a:p>
          <a:p>
            <a:pPr marL="242570" marR="241935" indent="-228600">
              <a:lnSpc>
                <a:spcPts val="2500"/>
              </a:lnSpc>
              <a:spcBef>
                <a:spcPts val="969"/>
              </a:spcBef>
            </a:pPr>
            <a:r>
              <a:rPr sz="2600" dirty="0"/>
              <a:t>If</a:t>
            </a:r>
            <a:r>
              <a:rPr sz="2600" spc="-30" dirty="0"/>
              <a:t> </a:t>
            </a:r>
            <a:r>
              <a:rPr sz="2600" dirty="0"/>
              <a:t>everything</a:t>
            </a:r>
            <a:r>
              <a:rPr sz="2600" spc="-40" dirty="0"/>
              <a:t> </a:t>
            </a:r>
            <a:r>
              <a:rPr sz="2600" dirty="0"/>
              <a:t>is</a:t>
            </a:r>
            <a:r>
              <a:rPr sz="2600" spc="-40" dirty="0"/>
              <a:t> </a:t>
            </a:r>
            <a:r>
              <a:rPr sz="2600" dirty="0"/>
              <a:t>setup</a:t>
            </a:r>
            <a:r>
              <a:rPr sz="2600" spc="-30" dirty="0"/>
              <a:t> </a:t>
            </a:r>
            <a:r>
              <a:rPr sz="2600" dirty="0"/>
              <a:t>correctly</a:t>
            </a:r>
            <a:r>
              <a:rPr sz="2600" spc="-55" dirty="0"/>
              <a:t> </a:t>
            </a:r>
            <a:r>
              <a:rPr sz="2600" dirty="0"/>
              <a:t>and</a:t>
            </a:r>
            <a:r>
              <a:rPr sz="2600" spc="-30" dirty="0"/>
              <a:t> </a:t>
            </a:r>
            <a:r>
              <a:rPr sz="2600" dirty="0"/>
              <a:t>the</a:t>
            </a:r>
            <a:r>
              <a:rPr sz="2600" spc="-20" dirty="0"/>
              <a:t> </a:t>
            </a:r>
            <a:r>
              <a:rPr sz="2600" dirty="0"/>
              <a:t>port</a:t>
            </a:r>
            <a:r>
              <a:rPr sz="2600" spc="-40" dirty="0"/>
              <a:t> </a:t>
            </a:r>
            <a:r>
              <a:rPr sz="2600" dirty="0"/>
              <a:t>is</a:t>
            </a:r>
            <a:r>
              <a:rPr sz="2600" spc="-30" dirty="0"/>
              <a:t> </a:t>
            </a:r>
            <a:r>
              <a:rPr sz="2600" dirty="0"/>
              <a:t>on</a:t>
            </a:r>
            <a:r>
              <a:rPr sz="2600" spc="-30" dirty="0"/>
              <a:t> </a:t>
            </a:r>
            <a:r>
              <a:rPr sz="2600" dirty="0"/>
              <a:t>the</a:t>
            </a:r>
            <a:r>
              <a:rPr sz="2600" spc="-30" dirty="0"/>
              <a:t> </a:t>
            </a:r>
            <a:r>
              <a:rPr sz="2600" dirty="0"/>
              <a:t>default</a:t>
            </a:r>
            <a:r>
              <a:rPr sz="2600" spc="-25" dirty="0"/>
              <a:t> </a:t>
            </a:r>
            <a:r>
              <a:rPr sz="2600" dirty="0"/>
              <a:t>of</a:t>
            </a:r>
            <a:r>
              <a:rPr sz="2600" spc="-40" dirty="0"/>
              <a:t> </a:t>
            </a:r>
            <a:r>
              <a:rPr sz="2600" dirty="0"/>
              <a:t>0</a:t>
            </a:r>
            <a:r>
              <a:rPr sz="2600" spc="-25" dirty="0"/>
              <a:t> </a:t>
            </a:r>
            <a:r>
              <a:rPr sz="2600" dirty="0"/>
              <a:t>you</a:t>
            </a:r>
            <a:r>
              <a:rPr sz="2600" spc="-40" dirty="0"/>
              <a:t> </a:t>
            </a:r>
            <a:r>
              <a:rPr sz="2600" spc="-20" dirty="0"/>
              <a:t>will </a:t>
            </a:r>
            <a:r>
              <a:rPr sz="2600" dirty="0"/>
              <a:t>see</a:t>
            </a:r>
            <a:r>
              <a:rPr sz="2600" spc="-45" dirty="0"/>
              <a:t> </a:t>
            </a:r>
            <a:r>
              <a:rPr sz="2600" dirty="0"/>
              <a:t>output</a:t>
            </a:r>
            <a:r>
              <a:rPr sz="2600" spc="-30" dirty="0"/>
              <a:t> </a:t>
            </a:r>
            <a:r>
              <a:rPr sz="2600" dirty="0"/>
              <a:t>similar</a:t>
            </a:r>
            <a:r>
              <a:rPr sz="2600" spc="-65" dirty="0"/>
              <a:t> </a:t>
            </a:r>
            <a:r>
              <a:rPr sz="2600" dirty="0"/>
              <a:t>to</a:t>
            </a:r>
            <a:r>
              <a:rPr sz="2600" spc="-25" dirty="0"/>
              <a:t> </a:t>
            </a:r>
            <a:r>
              <a:rPr sz="2600" spc="-10" dirty="0"/>
              <a:t>below:</a:t>
            </a:r>
            <a:endParaRPr sz="2600"/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4816" y="3928871"/>
            <a:ext cx="9020555" cy="22478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83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Programming</a:t>
            </a:r>
            <a:r>
              <a:rPr spc="-55" dirty="0"/>
              <a:t> </a:t>
            </a:r>
            <a:r>
              <a:rPr dirty="0"/>
              <a:t>SIM</a:t>
            </a:r>
            <a:r>
              <a:rPr spc="-85" dirty="0"/>
              <a:t> </a:t>
            </a:r>
            <a:r>
              <a:rPr spc="-10" dirty="0"/>
              <a:t>Cards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4294967295"/>
          </p:nvPr>
        </p:nvSpPr>
        <p:spPr>
          <a:xfrm>
            <a:off x="0" y="1381125"/>
            <a:ext cx="10733088" cy="3670300"/>
          </a:xfrm>
          <a:prstGeom prst="rect">
            <a:avLst/>
          </a:prstGeom>
        </p:spPr>
        <p:txBody>
          <a:bodyPr vert="horz" wrap="square" lIns="0" tIns="285894" rIns="0" bIns="0" rtlCol="0">
            <a:spAutoFit/>
          </a:bodyPr>
          <a:lstStyle/>
          <a:p>
            <a:pPr marL="243204" marR="5080" indent="-229235">
              <a:lnSpc>
                <a:spcPts val="2110"/>
              </a:lnSpc>
              <a:spcBef>
                <a:spcPts val="605"/>
              </a:spcBef>
            </a:pPr>
            <a:r>
              <a:rPr sz="2200" dirty="0"/>
              <a:t>Now</a:t>
            </a:r>
            <a:r>
              <a:rPr sz="2200" spc="-40" dirty="0"/>
              <a:t> </a:t>
            </a:r>
            <a:r>
              <a:rPr sz="2200" dirty="0"/>
              <a:t>we</a:t>
            </a:r>
            <a:r>
              <a:rPr sz="2200" spc="-45" dirty="0"/>
              <a:t> </a:t>
            </a:r>
            <a:r>
              <a:rPr sz="2200" dirty="0"/>
              <a:t>have</a:t>
            </a:r>
            <a:r>
              <a:rPr sz="2200" spc="-35" dirty="0"/>
              <a:t> </a:t>
            </a:r>
            <a:r>
              <a:rPr sz="2200" dirty="0"/>
              <a:t>to</a:t>
            </a:r>
            <a:r>
              <a:rPr sz="2200" spc="-50" dirty="0"/>
              <a:t> </a:t>
            </a:r>
            <a:r>
              <a:rPr sz="2200" dirty="0"/>
              <a:t>program</a:t>
            </a:r>
            <a:r>
              <a:rPr sz="2200" spc="-15" dirty="0"/>
              <a:t> </a:t>
            </a:r>
            <a:r>
              <a:rPr sz="2200" dirty="0"/>
              <a:t>the</a:t>
            </a:r>
            <a:r>
              <a:rPr sz="2200" spc="-50" dirty="0"/>
              <a:t> </a:t>
            </a:r>
            <a:r>
              <a:rPr sz="2200" dirty="0"/>
              <a:t>SIM</a:t>
            </a:r>
            <a:r>
              <a:rPr sz="2200" spc="-40" dirty="0"/>
              <a:t> </a:t>
            </a:r>
            <a:r>
              <a:rPr sz="2200" dirty="0"/>
              <a:t>to</a:t>
            </a:r>
            <a:r>
              <a:rPr sz="2200" spc="-45" dirty="0"/>
              <a:t> </a:t>
            </a:r>
            <a:r>
              <a:rPr sz="2200" dirty="0"/>
              <a:t>be</a:t>
            </a:r>
            <a:r>
              <a:rPr sz="2200" spc="-45" dirty="0"/>
              <a:t> </a:t>
            </a:r>
            <a:r>
              <a:rPr sz="2200" dirty="0"/>
              <a:t>able</a:t>
            </a:r>
            <a:r>
              <a:rPr sz="2200" spc="-50" dirty="0"/>
              <a:t> </a:t>
            </a:r>
            <a:r>
              <a:rPr sz="2200" dirty="0"/>
              <a:t>to</a:t>
            </a:r>
            <a:r>
              <a:rPr sz="2200" spc="-45" dirty="0"/>
              <a:t> </a:t>
            </a:r>
            <a:r>
              <a:rPr sz="2200" dirty="0"/>
              <a:t>connect</a:t>
            </a:r>
            <a:r>
              <a:rPr sz="2200" spc="-45" dirty="0"/>
              <a:t> </a:t>
            </a:r>
            <a:r>
              <a:rPr sz="2200" dirty="0"/>
              <a:t>to</a:t>
            </a:r>
            <a:r>
              <a:rPr sz="2200" spc="-45" dirty="0"/>
              <a:t> </a:t>
            </a:r>
            <a:r>
              <a:rPr sz="2200" dirty="0"/>
              <a:t>our</a:t>
            </a:r>
            <a:r>
              <a:rPr sz="2200" spc="-40" dirty="0"/>
              <a:t> </a:t>
            </a:r>
            <a:r>
              <a:rPr sz="2200" spc="-20" dirty="0"/>
              <a:t>LTE</a:t>
            </a:r>
            <a:r>
              <a:rPr sz="2200" spc="-35" dirty="0"/>
              <a:t> </a:t>
            </a:r>
            <a:r>
              <a:rPr sz="2200" dirty="0"/>
              <a:t>network.</a:t>
            </a:r>
            <a:r>
              <a:rPr sz="2200" spc="-30" dirty="0"/>
              <a:t> </a:t>
            </a:r>
            <a:r>
              <a:rPr sz="2200" dirty="0"/>
              <a:t>Below</a:t>
            </a:r>
            <a:r>
              <a:rPr sz="2200" spc="-50" dirty="0"/>
              <a:t> </a:t>
            </a:r>
            <a:r>
              <a:rPr sz="2200" spc="-25" dirty="0"/>
              <a:t>is </a:t>
            </a:r>
            <a:r>
              <a:rPr sz="2200" dirty="0"/>
              <a:t>the</a:t>
            </a:r>
            <a:r>
              <a:rPr sz="2200" spc="-45" dirty="0"/>
              <a:t> </a:t>
            </a:r>
            <a:r>
              <a:rPr sz="2200" dirty="0"/>
              <a:t>command</a:t>
            </a:r>
            <a:r>
              <a:rPr sz="2200" spc="-10" dirty="0"/>
              <a:t> </a:t>
            </a:r>
            <a:r>
              <a:rPr sz="2200" dirty="0"/>
              <a:t>that</a:t>
            </a:r>
            <a:r>
              <a:rPr sz="2200" spc="-45" dirty="0"/>
              <a:t> </a:t>
            </a:r>
            <a:r>
              <a:rPr sz="2200" dirty="0"/>
              <a:t>is</a:t>
            </a:r>
            <a:r>
              <a:rPr sz="2200" spc="-50" dirty="0"/>
              <a:t> </a:t>
            </a:r>
            <a:r>
              <a:rPr sz="2200" dirty="0"/>
              <a:t>used</a:t>
            </a:r>
            <a:r>
              <a:rPr sz="2200" spc="-45" dirty="0"/>
              <a:t> </a:t>
            </a:r>
            <a:r>
              <a:rPr sz="2200" dirty="0"/>
              <a:t>to</a:t>
            </a:r>
            <a:r>
              <a:rPr sz="2200" spc="-40" dirty="0"/>
              <a:t> </a:t>
            </a:r>
            <a:r>
              <a:rPr sz="2200" dirty="0"/>
              <a:t>program</a:t>
            </a:r>
            <a:r>
              <a:rPr sz="2200" spc="-15" dirty="0"/>
              <a:t> </a:t>
            </a:r>
            <a:r>
              <a:rPr sz="2200" dirty="0"/>
              <a:t>the</a:t>
            </a:r>
            <a:r>
              <a:rPr sz="2200" spc="-45" dirty="0"/>
              <a:t> </a:t>
            </a:r>
            <a:r>
              <a:rPr sz="2200" dirty="0"/>
              <a:t>SIM’s,</a:t>
            </a:r>
            <a:r>
              <a:rPr sz="2200" spc="-40" dirty="0"/>
              <a:t> </a:t>
            </a:r>
            <a:r>
              <a:rPr sz="2200" dirty="0"/>
              <a:t>you</a:t>
            </a:r>
            <a:r>
              <a:rPr sz="2200" spc="-35" dirty="0"/>
              <a:t> </a:t>
            </a:r>
            <a:r>
              <a:rPr sz="2200" dirty="0"/>
              <a:t>need</a:t>
            </a:r>
            <a:r>
              <a:rPr sz="2200" spc="-45" dirty="0"/>
              <a:t> </a:t>
            </a:r>
            <a:r>
              <a:rPr sz="2200" dirty="0"/>
              <a:t>to</a:t>
            </a:r>
            <a:r>
              <a:rPr sz="2200" spc="-30" dirty="0"/>
              <a:t> </a:t>
            </a:r>
            <a:r>
              <a:rPr sz="2200" dirty="0"/>
              <a:t>fill</a:t>
            </a:r>
            <a:r>
              <a:rPr sz="2200" spc="-65" dirty="0"/>
              <a:t> </a:t>
            </a:r>
            <a:r>
              <a:rPr sz="2200" dirty="0"/>
              <a:t>the</a:t>
            </a:r>
            <a:r>
              <a:rPr sz="2200" spc="-30" dirty="0"/>
              <a:t> </a:t>
            </a:r>
            <a:r>
              <a:rPr sz="2200" dirty="0"/>
              <a:t>values</a:t>
            </a:r>
            <a:r>
              <a:rPr sz="2200" spc="-40" dirty="0"/>
              <a:t> </a:t>
            </a:r>
            <a:r>
              <a:rPr sz="2200" dirty="0"/>
              <a:t>in</a:t>
            </a:r>
            <a:r>
              <a:rPr sz="2200" spc="-45" dirty="0"/>
              <a:t> </a:t>
            </a:r>
            <a:r>
              <a:rPr sz="2200" spc="-20" dirty="0"/>
              <a:t>with </a:t>
            </a:r>
            <a:r>
              <a:rPr sz="2200" dirty="0"/>
              <a:t>your</a:t>
            </a:r>
            <a:r>
              <a:rPr sz="2200" spc="-50" dirty="0"/>
              <a:t> </a:t>
            </a:r>
            <a:r>
              <a:rPr sz="2200" dirty="0"/>
              <a:t>specific</a:t>
            </a:r>
            <a:r>
              <a:rPr sz="2200" spc="-70" dirty="0"/>
              <a:t> </a:t>
            </a:r>
            <a:r>
              <a:rPr sz="2200" dirty="0"/>
              <a:t>team’s</a:t>
            </a:r>
            <a:r>
              <a:rPr sz="2200" spc="-50" dirty="0"/>
              <a:t> </a:t>
            </a:r>
            <a:r>
              <a:rPr sz="2200" dirty="0"/>
              <a:t>SIM</a:t>
            </a:r>
            <a:r>
              <a:rPr sz="2200" spc="-55" dirty="0"/>
              <a:t> </a:t>
            </a:r>
            <a:r>
              <a:rPr sz="2200" dirty="0"/>
              <a:t>card</a:t>
            </a:r>
            <a:r>
              <a:rPr sz="2200" spc="-50" dirty="0"/>
              <a:t> </a:t>
            </a:r>
            <a:r>
              <a:rPr sz="2200" dirty="0"/>
              <a:t>information</a:t>
            </a:r>
            <a:r>
              <a:rPr sz="2200" spc="-50" dirty="0"/>
              <a:t> </a:t>
            </a:r>
            <a:r>
              <a:rPr sz="2200" dirty="0"/>
              <a:t>that</a:t>
            </a:r>
            <a:r>
              <a:rPr sz="2200" spc="-55" dirty="0"/>
              <a:t> </a:t>
            </a:r>
            <a:r>
              <a:rPr sz="2200" dirty="0"/>
              <a:t>was</a:t>
            </a:r>
            <a:r>
              <a:rPr sz="2200" spc="-55" dirty="0"/>
              <a:t> </a:t>
            </a:r>
            <a:r>
              <a:rPr sz="2200" dirty="0"/>
              <a:t>provided</a:t>
            </a:r>
            <a:r>
              <a:rPr sz="2200" spc="-35" dirty="0"/>
              <a:t> </a:t>
            </a:r>
            <a:r>
              <a:rPr sz="2200" dirty="0"/>
              <a:t>to</a:t>
            </a:r>
            <a:r>
              <a:rPr sz="2200" spc="-60" dirty="0"/>
              <a:t> </a:t>
            </a:r>
            <a:r>
              <a:rPr sz="2200" spc="-20" dirty="0"/>
              <a:t>you.</a:t>
            </a:r>
            <a:endParaRPr sz="2200"/>
          </a:p>
          <a:p>
            <a:pPr marL="14604">
              <a:lnSpc>
                <a:spcPts val="2375"/>
              </a:lnSpc>
              <a:spcBef>
                <a:spcPts val="505"/>
              </a:spcBef>
            </a:pPr>
            <a:r>
              <a:rPr sz="2200" spc="-20" dirty="0"/>
              <a:t>./pySim-</a:t>
            </a:r>
            <a:r>
              <a:rPr sz="2200" dirty="0"/>
              <a:t>prog.py</a:t>
            </a:r>
            <a:r>
              <a:rPr sz="2200" spc="-15" dirty="0"/>
              <a:t> </a:t>
            </a:r>
            <a:r>
              <a:rPr sz="2200" spc="-10" dirty="0"/>
              <a:t>-</a:t>
            </a:r>
            <a:r>
              <a:rPr sz="2200" dirty="0"/>
              <a:t>p</a:t>
            </a:r>
            <a:r>
              <a:rPr sz="2200" spc="-35" dirty="0"/>
              <a:t> </a:t>
            </a:r>
            <a:r>
              <a:rPr sz="2200" dirty="0"/>
              <a:t>&lt;Port</a:t>
            </a:r>
            <a:r>
              <a:rPr sz="2200" spc="-30" dirty="0"/>
              <a:t> </a:t>
            </a:r>
            <a:r>
              <a:rPr sz="2200" dirty="0"/>
              <a:t>your</a:t>
            </a:r>
            <a:r>
              <a:rPr sz="2200" spc="-30" dirty="0"/>
              <a:t> </a:t>
            </a:r>
            <a:r>
              <a:rPr sz="2200" dirty="0"/>
              <a:t>sim</a:t>
            </a:r>
            <a:r>
              <a:rPr sz="2200" spc="-40" dirty="0"/>
              <a:t> </a:t>
            </a:r>
            <a:r>
              <a:rPr sz="2200" dirty="0"/>
              <a:t>card</a:t>
            </a:r>
            <a:r>
              <a:rPr sz="2200" spc="-40" dirty="0"/>
              <a:t> </a:t>
            </a:r>
            <a:r>
              <a:rPr sz="2200" dirty="0"/>
              <a:t>reader</a:t>
            </a:r>
            <a:r>
              <a:rPr sz="2200" spc="-35" dirty="0"/>
              <a:t> </a:t>
            </a:r>
            <a:r>
              <a:rPr sz="2200" dirty="0"/>
              <a:t>was</a:t>
            </a:r>
            <a:r>
              <a:rPr sz="2200" spc="-40" dirty="0"/>
              <a:t> </a:t>
            </a:r>
            <a:r>
              <a:rPr sz="2200" dirty="0"/>
              <a:t>on&gt;</a:t>
            </a:r>
            <a:r>
              <a:rPr sz="2200" spc="-30" dirty="0"/>
              <a:t> </a:t>
            </a:r>
            <a:r>
              <a:rPr sz="2200" spc="-10" dirty="0"/>
              <a:t>-</a:t>
            </a:r>
            <a:r>
              <a:rPr sz="2200" dirty="0"/>
              <a:t>x</a:t>
            </a:r>
            <a:r>
              <a:rPr sz="2200" spc="-40" dirty="0"/>
              <a:t> </a:t>
            </a:r>
            <a:r>
              <a:rPr sz="2200" dirty="0"/>
              <a:t>&lt;Network</a:t>
            </a:r>
            <a:r>
              <a:rPr sz="2200" spc="-30" dirty="0"/>
              <a:t> </a:t>
            </a:r>
            <a:r>
              <a:rPr sz="2200" dirty="0"/>
              <a:t>MCC&gt;</a:t>
            </a:r>
            <a:r>
              <a:rPr sz="2200" spc="-10" dirty="0"/>
              <a:t> -</a:t>
            </a:r>
            <a:r>
              <a:rPr sz="2200" spc="-50" dirty="0"/>
              <a:t>y</a:t>
            </a:r>
            <a:endParaRPr sz="2200"/>
          </a:p>
          <a:p>
            <a:pPr marL="242570">
              <a:lnSpc>
                <a:spcPts val="2115"/>
              </a:lnSpc>
            </a:pPr>
            <a:r>
              <a:rPr sz="2200" dirty="0"/>
              <a:t>&lt;Network</a:t>
            </a:r>
            <a:r>
              <a:rPr sz="2200" spc="-40" dirty="0"/>
              <a:t> </a:t>
            </a:r>
            <a:r>
              <a:rPr sz="2200" dirty="0"/>
              <a:t>MNC&gt;</a:t>
            </a:r>
            <a:r>
              <a:rPr sz="2200" spc="-25" dirty="0"/>
              <a:t> </a:t>
            </a:r>
            <a:r>
              <a:rPr sz="2200" spc="-10" dirty="0"/>
              <a:t>-</a:t>
            </a:r>
            <a:r>
              <a:rPr sz="2200" dirty="0"/>
              <a:t>n</a:t>
            </a:r>
            <a:r>
              <a:rPr sz="2200" spc="-45" dirty="0"/>
              <a:t> </a:t>
            </a:r>
            <a:r>
              <a:rPr sz="2200" dirty="0"/>
              <a:t>&lt;Operator</a:t>
            </a:r>
            <a:r>
              <a:rPr sz="2200" spc="-25" dirty="0"/>
              <a:t> </a:t>
            </a:r>
            <a:r>
              <a:rPr sz="2200" dirty="0"/>
              <a:t>Name&gt;</a:t>
            </a:r>
            <a:r>
              <a:rPr sz="2200" spc="-30" dirty="0"/>
              <a:t> </a:t>
            </a:r>
            <a:r>
              <a:rPr sz="2200" spc="-10" dirty="0"/>
              <a:t>-</a:t>
            </a:r>
            <a:r>
              <a:rPr sz="2200" dirty="0"/>
              <a:t>t</a:t>
            </a:r>
            <a:r>
              <a:rPr sz="2200" spc="-35" dirty="0"/>
              <a:t> </a:t>
            </a:r>
            <a:r>
              <a:rPr sz="2200" dirty="0"/>
              <a:t>&lt;SIM</a:t>
            </a:r>
            <a:r>
              <a:rPr sz="2200" spc="-45" dirty="0"/>
              <a:t> </a:t>
            </a:r>
            <a:r>
              <a:rPr sz="2200" dirty="0"/>
              <a:t>card</a:t>
            </a:r>
            <a:r>
              <a:rPr sz="2200" spc="-50" dirty="0"/>
              <a:t> </a:t>
            </a:r>
            <a:r>
              <a:rPr sz="2200" dirty="0"/>
              <a:t>type&gt;</a:t>
            </a:r>
            <a:r>
              <a:rPr sz="2200" spc="-30" dirty="0"/>
              <a:t> </a:t>
            </a:r>
            <a:r>
              <a:rPr sz="2200" spc="-10" dirty="0"/>
              <a:t>-</a:t>
            </a:r>
            <a:r>
              <a:rPr sz="2200" dirty="0"/>
              <a:t>i</a:t>
            </a:r>
            <a:r>
              <a:rPr sz="2200" spc="-45" dirty="0"/>
              <a:t> </a:t>
            </a:r>
            <a:r>
              <a:rPr sz="2200" dirty="0"/>
              <a:t>&lt;imsi&gt;</a:t>
            </a:r>
            <a:r>
              <a:rPr sz="2200" spc="-50" dirty="0"/>
              <a:t> </a:t>
            </a:r>
            <a:r>
              <a:rPr sz="2200" spc="-10" dirty="0"/>
              <a:t>-</a:t>
            </a:r>
            <a:r>
              <a:rPr sz="2200" dirty="0"/>
              <a:t>s</a:t>
            </a:r>
            <a:r>
              <a:rPr sz="2200" spc="-35" dirty="0"/>
              <a:t> </a:t>
            </a:r>
            <a:r>
              <a:rPr sz="2200" dirty="0"/>
              <a:t>&lt;iccid&gt;</a:t>
            </a:r>
            <a:r>
              <a:rPr sz="2200" spc="-60" dirty="0"/>
              <a:t> </a:t>
            </a:r>
            <a:r>
              <a:rPr sz="2200" spc="-10" dirty="0"/>
              <a:t>-</a:t>
            </a:r>
            <a:r>
              <a:rPr sz="2200" spc="-50" dirty="0"/>
              <a:t>o</a:t>
            </a:r>
            <a:endParaRPr sz="2200"/>
          </a:p>
          <a:p>
            <a:pPr marL="243204">
              <a:lnSpc>
                <a:spcPts val="2375"/>
              </a:lnSpc>
            </a:pPr>
            <a:r>
              <a:rPr sz="2200" dirty="0"/>
              <a:t>&lt;OPC</a:t>
            </a:r>
            <a:r>
              <a:rPr sz="2200" spc="-35" dirty="0"/>
              <a:t> </a:t>
            </a:r>
            <a:r>
              <a:rPr sz="2200" dirty="0"/>
              <a:t>Key&gt;</a:t>
            </a:r>
            <a:r>
              <a:rPr sz="2200" spc="-30" dirty="0"/>
              <a:t> </a:t>
            </a:r>
            <a:r>
              <a:rPr sz="2200" spc="-10" dirty="0"/>
              <a:t>-</a:t>
            </a:r>
            <a:r>
              <a:rPr sz="2200" dirty="0"/>
              <a:t>k</a:t>
            </a:r>
            <a:r>
              <a:rPr sz="2200" spc="-35" dirty="0"/>
              <a:t> </a:t>
            </a:r>
            <a:r>
              <a:rPr sz="2200" dirty="0"/>
              <a:t>&lt;Ki&gt;</a:t>
            </a:r>
            <a:r>
              <a:rPr sz="2200" spc="-40" dirty="0"/>
              <a:t> </a:t>
            </a:r>
            <a:r>
              <a:rPr sz="2200" spc="-10" dirty="0"/>
              <a:t>-</a:t>
            </a:r>
            <a:r>
              <a:rPr sz="2200" dirty="0"/>
              <a:t>a</a:t>
            </a:r>
            <a:r>
              <a:rPr sz="2200" spc="-30" dirty="0"/>
              <a:t> </a:t>
            </a:r>
            <a:r>
              <a:rPr sz="2200" dirty="0"/>
              <a:t>&lt;ADM</a:t>
            </a:r>
            <a:r>
              <a:rPr sz="2200" spc="-25" dirty="0"/>
              <a:t> </a:t>
            </a:r>
            <a:r>
              <a:rPr sz="2200" spc="-20" dirty="0"/>
              <a:t>Pin&gt;</a:t>
            </a:r>
            <a:endParaRPr sz="2200"/>
          </a:p>
          <a:p>
            <a:pPr marL="14604">
              <a:lnSpc>
                <a:spcPct val="100000"/>
              </a:lnSpc>
              <a:spcBef>
                <a:spcPts val="465"/>
              </a:spcBef>
            </a:pPr>
            <a:r>
              <a:rPr sz="2200" dirty="0"/>
              <a:t>If</a:t>
            </a:r>
            <a:r>
              <a:rPr sz="2200" spc="-50" dirty="0"/>
              <a:t> </a:t>
            </a:r>
            <a:r>
              <a:rPr sz="2200" dirty="0"/>
              <a:t>all</a:t>
            </a:r>
            <a:r>
              <a:rPr sz="2200" spc="-60" dirty="0"/>
              <a:t> </a:t>
            </a:r>
            <a:r>
              <a:rPr sz="2200" dirty="0"/>
              <a:t>values</a:t>
            </a:r>
            <a:r>
              <a:rPr sz="2200" spc="-35" dirty="0"/>
              <a:t> </a:t>
            </a:r>
            <a:r>
              <a:rPr sz="2200" dirty="0"/>
              <a:t>are</a:t>
            </a:r>
            <a:r>
              <a:rPr sz="2200" spc="-50" dirty="0"/>
              <a:t> </a:t>
            </a:r>
            <a:r>
              <a:rPr sz="2200" dirty="0"/>
              <a:t>entered</a:t>
            </a:r>
            <a:r>
              <a:rPr sz="2200" spc="-35" dirty="0"/>
              <a:t> </a:t>
            </a:r>
            <a:r>
              <a:rPr sz="2200" spc="-10" dirty="0"/>
              <a:t>correctly,</a:t>
            </a:r>
            <a:r>
              <a:rPr sz="2200" spc="-30" dirty="0"/>
              <a:t> </a:t>
            </a:r>
            <a:r>
              <a:rPr sz="2200" dirty="0"/>
              <a:t>you</a:t>
            </a:r>
            <a:r>
              <a:rPr sz="2200" spc="-45" dirty="0"/>
              <a:t> </a:t>
            </a:r>
            <a:r>
              <a:rPr sz="2200" dirty="0"/>
              <a:t>will</a:t>
            </a:r>
            <a:r>
              <a:rPr sz="2200" spc="-45" dirty="0"/>
              <a:t> </a:t>
            </a:r>
            <a:r>
              <a:rPr sz="2200" dirty="0"/>
              <a:t>see</a:t>
            </a:r>
            <a:r>
              <a:rPr sz="2200" spc="-50" dirty="0"/>
              <a:t> </a:t>
            </a:r>
            <a:r>
              <a:rPr sz="2200" dirty="0"/>
              <a:t>output</a:t>
            </a:r>
            <a:r>
              <a:rPr sz="2200" spc="-50" dirty="0"/>
              <a:t> </a:t>
            </a:r>
            <a:r>
              <a:rPr sz="2200" dirty="0"/>
              <a:t>similar</a:t>
            </a:r>
            <a:r>
              <a:rPr sz="2200" spc="-45" dirty="0"/>
              <a:t> </a:t>
            </a:r>
            <a:r>
              <a:rPr sz="2200" dirty="0"/>
              <a:t>to</a:t>
            </a:r>
            <a:r>
              <a:rPr sz="2200" spc="-50" dirty="0"/>
              <a:t> </a:t>
            </a:r>
            <a:r>
              <a:rPr sz="2200" dirty="0"/>
              <a:t>the</a:t>
            </a:r>
            <a:r>
              <a:rPr sz="2200" spc="-40" dirty="0"/>
              <a:t> </a:t>
            </a:r>
            <a:r>
              <a:rPr sz="2200" dirty="0"/>
              <a:t>picture</a:t>
            </a:r>
            <a:r>
              <a:rPr sz="2200" spc="-50" dirty="0"/>
              <a:t> </a:t>
            </a:r>
            <a:r>
              <a:rPr sz="2200" spc="-10" dirty="0"/>
              <a:t>below.</a:t>
            </a:r>
            <a:endParaRPr sz="22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6692" y="3953255"/>
            <a:ext cx="8007095" cy="196899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223839" y="1344611"/>
            <a:ext cx="8577262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Lab</a:t>
            </a:r>
            <a:r>
              <a:rPr sz="5400" spc="-65" dirty="0"/>
              <a:t> </a:t>
            </a:r>
            <a:r>
              <a:rPr sz="5400" dirty="0"/>
              <a:t>4</a:t>
            </a:r>
            <a:r>
              <a:rPr sz="5400" spc="-75" dirty="0"/>
              <a:t> </a:t>
            </a:r>
            <a:r>
              <a:rPr sz="5400" dirty="0"/>
              <a:t>–</a:t>
            </a:r>
            <a:r>
              <a:rPr sz="5400" spc="-65" dirty="0"/>
              <a:t> </a:t>
            </a:r>
            <a:r>
              <a:rPr sz="5400" dirty="0"/>
              <a:t>Connecting</a:t>
            </a:r>
            <a:r>
              <a:rPr sz="5400" spc="-70" dirty="0"/>
              <a:t> </a:t>
            </a:r>
            <a:r>
              <a:rPr sz="5400" dirty="0"/>
              <a:t>the</a:t>
            </a:r>
            <a:r>
              <a:rPr sz="5400" spc="-70" dirty="0"/>
              <a:t> </a:t>
            </a:r>
            <a:r>
              <a:rPr sz="5400" dirty="0"/>
              <a:t>TCU</a:t>
            </a:r>
            <a:r>
              <a:rPr sz="5400" spc="-85" dirty="0"/>
              <a:t> </a:t>
            </a:r>
            <a:r>
              <a:rPr sz="5400" dirty="0"/>
              <a:t>to</a:t>
            </a:r>
            <a:r>
              <a:rPr sz="5400" spc="-75" dirty="0"/>
              <a:t> </a:t>
            </a:r>
            <a:r>
              <a:rPr sz="5400" spc="-10" dirty="0"/>
              <a:t>Your</a:t>
            </a:r>
            <a:r>
              <a:rPr sz="5400" spc="-55" dirty="0"/>
              <a:t> </a:t>
            </a:r>
            <a:r>
              <a:rPr sz="5400" spc="-10" dirty="0"/>
              <a:t>Tower</a:t>
            </a:r>
            <a:endParaRPr sz="5400"/>
          </a:p>
        </p:txBody>
      </p:sp>
    </p:spTree>
    <p:custDataLst>
      <p:tags r:id="rId1"/>
    </p:custData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85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Starting</a:t>
            </a:r>
            <a:r>
              <a:rPr spc="195" dirty="0"/>
              <a:t> </a:t>
            </a:r>
            <a:r>
              <a:rPr spc="-10" dirty="0"/>
              <a:t>srsRAN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4294967295"/>
          </p:nvPr>
        </p:nvSpPr>
        <p:spPr>
          <a:xfrm>
            <a:off x="0" y="1381125"/>
            <a:ext cx="10733088" cy="3670300"/>
          </a:xfrm>
          <a:prstGeom prst="rect">
            <a:avLst/>
          </a:prstGeom>
        </p:spPr>
        <p:txBody>
          <a:bodyPr vert="horz" wrap="square" lIns="0" tIns="243927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760"/>
              </a:spcBef>
            </a:pPr>
            <a:r>
              <a:rPr spc="-150" dirty="0"/>
              <a:t>To</a:t>
            </a:r>
            <a:r>
              <a:rPr spc="-35" dirty="0"/>
              <a:t> </a:t>
            </a:r>
            <a:r>
              <a:rPr dirty="0"/>
              <a:t>start</a:t>
            </a:r>
            <a:r>
              <a:rPr spc="-6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srsRAN</a:t>
            </a:r>
            <a:r>
              <a:rPr spc="-35" dirty="0"/>
              <a:t> </a:t>
            </a:r>
            <a:r>
              <a:rPr dirty="0"/>
              <a:t>program</a:t>
            </a:r>
            <a:r>
              <a:rPr spc="-35" dirty="0"/>
              <a:t> </a:t>
            </a:r>
            <a:r>
              <a:rPr dirty="0"/>
              <a:t>open</a:t>
            </a:r>
            <a:r>
              <a:rPr spc="-30" dirty="0"/>
              <a:t> </a:t>
            </a:r>
            <a:r>
              <a:rPr dirty="0"/>
              <a:t>up</a:t>
            </a:r>
            <a:r>
              <a:rPr spc="-40" dirty="0"/>
              <a:t> </a:t>
            </a:r>
            <a:r>
              <a:rPr dirty="0"/>
              <a:t>two</a:t>
            </a:r>
            <a:r>
              <a:rPr spc="-40" dirty="0"/>
              <a:t> </a:t>
            </a:r>
            <a:r>
              <a:rPr spc="-10" dirty="0"/>
              <a:t>terminals.</a:t>
            </a:r>
          </a:p>
          <a:p>
            <a:pPr marL="242570" marR="1353820" indent="-229235">
              <a:lnSpc>
                <a:spcPts val="3030"/>
              </a:lnSpc>
              <a:spcBef>
                <a:spcPts val="1035"/>
              </a:spcBef>
            </a:pPr>
            <a:r>
              <a:rPr dirty="0"/>
              <a:t>In</a:t>
            </a:r>
            <a:r>
              <a:rPr spc="-4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first</a:t>
            </a:r>
            <a:r>
              <a:rPr spc="-45" dirty="0"/>
              <a:t> </a:t>
            </a:r>
            <a:r>
              <a:rPr dirty="0"/>
              <a:t>terminal</a:t>
            </a:r>
            <a:r>
              <a:rPr spc="-25" dirty="0"/>
              <a:t> </a:t>
            </a:r>
            <a:r>
              <a:rPr dirty="0"/>
              <a:t>you</a:t>
            </a:r>
            <a:r>
              <a:rPr spc="-30" dirty="0"/>
              <a:t> </a:t>
            </a:r>
            <a:r>
              <a:rPr dirty="0"/>
              <a:t>want</a:t>
            </a:r>
            <a:r>
              <a:rPr spc="-3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start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EPC</a:t>
            </a:r>
            <a:r>
              <a:rPr spc="-25" dirty="0"/>
              <a:t> </a:t>
            </a:r>
            <a:r>
              <a:rPr dirty="0"/>
              <a:t>first,</a:t>
            </a:r>
            <a:r>
              <a:rPr spc="-50" dirty="0"/>
              <a:t> </a:t>
            </a:r>
            <a:r>
              <a:rPr dirty="0"/>
              <a:t>issue</a:t>
            </a:r>
            <a:r>
              <a:rPr spc="-30" dirty="0"/>
              <a:t> </a:t>
            </a:r>
            <a:r>
              <a:rPr spc="-25" dirty="0"/>
              <a:t>the </a:t>
            </a:r>
            <a:r>
              <a:rPr dirty="0"/>
              <a:t>following</a:t>
            </a:r>
            <a:r>
              <a:rPr spc="-80" dirty="0"/>
              <a:t> </a:t>
            </a:r>
            <a:r>
              <a:rPr spc="-10" dirty="0"/>
              <a:t>command</a:t>
            </a:r>
          </a:p>
          <a:p>
            <a:pPr marL="241300" indent="-227329">
              <a:lnSpc>
                <a:spcPct val="100000"/>
              </a:lnSpc>
              <a:spcBef>
                <a:spcPts val="625"/>
              </a:spcBef>
              <a:buClr>
                <a:srgbClr val="1A3762"/>
              </a:buClr>
              <a:buChar char="•"/>
              <a:tabLst>
                <a:tab pos="241935" algn="l"/>
              </a:tabLst>
            </a:pPr>
            <a:r>
              <a:rPr dirty="0"/>
              <a:t>sudo</a:t>
            </a:r>
            <a:r>
              <a:rPr spc="-45" dirty="0"/>
              <a:t> </a:t>
            </a:r>
            <a:r>
              <a:rPr spc="-10" dirty="0"/>
              <a:t>srsepc</a:t>
            </a:r>
          </a:p>
          <a:p>
            <a:pPr marL="13970" marR="5080">
              <a:lnSpc>
                <a:spcPts val="3030"/>
              </a:lnSpc>
              <a:spcBef>
                <a:spcPts val="1035"/>
              </a:spcBef>
            </a:pPr>
            <a:r>
              <a:rPr dirty="0"/>
              <a:t>In</a:t>
            </a:r>
            <a:r>
              <a:rPr spc="-4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second</a:t>
            </a:r>
            <a:r>
              <a:rPr spc="-35" dirty="0"/>
              <a:t> </a:t>
            </a:r>
            <a:r>
              <a:rPr dirty="0"/>
              <a:t>terminal</a:t>
            </a:r>
            <a:r>
              <a:rPr spc="-25" dirty="0"/>
              <a:t> </a:t>
            </a:r>
            <a:r>
              <a:rPr dirty="0"/>
              <a:t>you</a:t>
            </a:r>
            <a:r>
              <a:rPr spc="-45" dirty="0"/>
              <a:t> </a:t>
            </a:r>
            <a:r>
              <a:rPr dirty="0"/>
              <a:t>want</a:t>
            </a:r>
            <a:r>
              <a:rPr spc="-2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start</a:t>
            </a:r>
            <a:r>
              <a:rPr spc="-5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ENb,</a:t>
            </a:r>
            <a:r>
              <a:rPr spc="-25" dirty="0"/>
              <a:t> </a:t>
            </a:r>
            <a:r>
              <a:rPr dirty="0"/>
              <a:t>issue</a:t>
            </a:r>
            <a:r>
              <a:rPr spc="-4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following command</a:t>
            </a:r>
          </a:p>
          <a:p>
            <a:pPr marL="241300" indent="-227329">
              <a:lnSpc>
                <a:spcPct val="100000"/>
              </a:lnSpc>
              <a:spcBef>
                <a:spcPts val="610"/>
              </a:spcBef>
              <a:buClr>
                <a:srgbClr val="1A3762"/>
              </a:buClr>
              <a:buChar char="•"/>
              <a:tabLst>
                <a:tab pos="241935" algn="l"/>
              </a:tabLst>
            </a:pPr>
            <a:r>
              <a:rPr dirty="0"/>
              <a:t>sudo</a:t>
            </a:r>
            <a:r>
              <a:rPr spc="-45" dirty="0"/>
              <a:t> </a:t>
            </a:r>
            <a:r>
              <a:rPr dirty="0"/>
              <a:t>srsenb</a:t>
            </a:r>
            <a:r>
              <a:rPr spc="-40" dirty="0"/>
              <a:t> </a:t>
            </a:r>
            <a:r>
              <a:rPr spc="-10" dirty="0"/>
              <a:t>--gui.enable=1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86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Starting</a:t>
            </a:r>
            <a:r>
              <a:rPr spc="195" dirty="0"/>
              <a:t> </a:t>
            </a:r>
            <a:r>
              <a:rPr spc="-10" dirty="0"/>
              <a:t>srsRAN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9467" y="4770615"/>
            <a:ext cx="10667365" cy="836294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lvl="0" indent="-229235" defTabSz="914400" eaLnBrk="1" fontAlgn="auto" latinLnBrk="0" hangingPunct="1">
              <a:lnSpc>
                <a:spcPts val="303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should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GUI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screen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pop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up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displaying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current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channel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activity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seen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above.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6172" y="1501140"/>
            <a:ext cx="8346947" cy="329336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87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Starting</a:t>
            </a:r>
            <a:r>
              <a:rPr spc="195" dirty="0"/>
              <a:t> </a:t>
            </a:r>
            <a:r>
              <a:rPr spc="-10" dirty="0"/>
              <a:t>srsRAN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9467" y="4741659"/>
            <a:ext cx="10540365" cy="126936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41300" marR="5080" lvl="0" indent="-228600" defTabSz="914400" eaLnBrk="1" fontAlgn="auto" latinLnBrk="0" hangingPunct="1">
              <a:lnSpc>
                <a:spcPts val="23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Once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TCU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your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tower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should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get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user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connected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message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seen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lower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left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picture.</a:t>
            </a:r>
            <a:r>
              <a:rPr kumimoji="0" sz="2400" b="0" i="0" u="none" strike="noStrike" kern="0" cap="none" spc="-1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Along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user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connected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message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visual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indicator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can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seen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GUI.</a:t>
            </a:r>
            <a:r>
              <a:rPr kumimoji="0" sz="2400" b="0" i="0" u="none" strike="noStrike" kern="0" cap="none" spc="-1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4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windows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will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show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different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aspects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LTE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connection.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5880" y="1586483"/>
            <a:ext cx="8388095" cy="307390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88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Starting</a:t>
            </a:r>
            <a:r>
              <a:rPr spc="195" dirty="0"/>
              <a:t> </a:t>
            </a:r>
            <a:r>
              <a:rPr spc="-10" dirty="0"/>
              <a:t>srsRAN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9467" y="4741659"/>
            <a:ext cx="10540365" cy="126936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41300" marR="5080" lvl="0" indent="-228600" defTabSz="914400" eaLnBrk="1" fontAlgn="auto" latinLnBrk="0" hangingPunct="1">
              <a:lnSpc>
                <a:spcPts val="23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Once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TCU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your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tower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should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get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user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connected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message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seen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lower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left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picture.</a:t>
            </a:r>
            <a:r>
              <a:rPr kumimoji="0" sz="2400" b="0" i="0" u="none" strike="noStrike" kern="0" cap="none" spc="-1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Along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user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connected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message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visual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indicator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can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seen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GUI.</a:t>
            </a:r>
            <a:r>
              <a:rPr kumimoji="0" sz="2400" b="0" i="0" u="none" strike="noStrike" kern="0" cap="none" spc="-1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4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windows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will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show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different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aspects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LTE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connection.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5880" y="1586483"/>
            <a:ext cx="8388095" cy="307390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1850547"/>
            <a:ext cx="8637588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Lab</a:t>
            </a:r>
            <a:r>
              <a:rPr spc="-15" dirty="0"/>
              <a:t> </a:t>
            </a:r>
            <a:r>
              <a:rPr dirty="0"/>
              <a:t>5</a:t>
            </a:r>
            <a:r>
              <a:rPr spc="-20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dirty="0"/>
              <a:t>Attacking</a:t>
            </a:r>
            <a:r>
              <a:rPr spc="-2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Headunit</a:t>
            </a:r>
          </a:p>
        </p:txBody>
      </p:sp>
    </p:spTree>
    <p:custDataLst>
      <p:tags r:id="rId1"/>
    </p:custData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90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Lab</a:t>
            </a:r>
            <a:r>
              <a:rPr spc="-15" dirty="0"/>
              <a:t> </a:t>
            </a:r>
            <a:r>
              <a:rPr dirty="0"/>
              <a:t>5</a:t>
            </a:r>
            <a:r>
              <a:rPr spc="-20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dirty="0"/>
              <a:t>Attacking</a:t>
            </a:r>
            <a:r>
              <a:rPr spc="-2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Headunit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482" y="1923440"/>
            <a:ext cx="9499600" cy="3093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TCU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has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many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purposes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vehicle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140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39395" marR="5080" lvl="0" indent="-227329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"Car</a:t>
            </a:r>
            <a:r>
              <a:rPr kumimoji="0" sz="2800" b="0" i="0" u="none" strike="noStrike" kern="0" cap="none" spc="-1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App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Connect"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ideal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candidate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remote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vehicle 	interaction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130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How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do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we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go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about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attacking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service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like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this?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91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Lab</a:t>
            </a:r>
            <a:r>
              <a:rPr spc="-15" dirty="0"/>
              <a:t> </a:t>
            </a:r>
            <a:r>
              <a:rPr dirty="0"/>
              <a:t>5</a:t>
            </a:r>
            <a:r>
              <a:rPr spc="-20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dirty="0"/>
              <a:t>Attacking</a:t>
            </a:r>
            <a:r>
              <a:rPr spc="-2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Headunit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561" y="1848160"/>
            <a:ext cx="3284220" cy="224536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Identifying</a:t>
            </a:r>
            <a:r>
              <a:rPr kumimoji="0" sz="28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services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95960" marR="0" lvl="1" indent="-226695" defTabSz="914400" eaLnBrk="1" fontAlgn="auto" latinLnBrk="0" hangingPunct="1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>
                <a:tab pos="69596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Open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ports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95960" marR="0" lvl="1" indent="-226695" defTabSz="914400" eaLnBrk="1" fontAlgn="auto" latinLnBrk="0" hangingPunct="1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>
                <a:tab pos="69596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Sniffing</a:t>
            </a:r>
            <a:r>
              <a:rPr kumimoji="0" sz="2400" b="0" i="0" u="none" strike="noStrike" kern="0" cap="none" spc="-1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Traffic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95960" marR="0" lvl="1" indent="-226695" defTabSz="914400" eaLnBrk="1" fontAlgn="auto" latinLnBrk="0" hangingPunct="1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>
                <a:tab pos="69596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Static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analysis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95960" marR="0" lvl="1" indent="-226695" defTabSz="914400" eaLnBrk="1" fontAlgn="auto" latinLnBrk="0" hangingPunct="1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>
                <a:tab pos="69596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System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access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92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Lab</a:t>
            </a:r>
            <a:r>
              <a:rPr spc="-15" dirty="0"/>
              <a:t> </a:t>
            </a:r>
            <a:r>
              <a:rPr dirty="0"/>
              <a:t>5</a:t>
            </a:r>
            <a:r>
              <a:rPr spc="-20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dirty="0"/>
              <a:t>Attacking</a:t>
            </a:r>
            <a:r>
              <a:rPr spc="-2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Headunit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482" y="1923440"/>
            <a:ext cx="5741035" cy="2666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Identifying</a:t>
            </a:r>
            <a:r>
              <a:rPr kumimoji="0" sz="28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vulnerabilities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service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140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Static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dynamic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130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Time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cost</a:t>
            </a:r>
            <a:r>
              <a:rPr kumimoji="0" sz="2800" b="0" i="0" u="none" strike="noStrike" kern="0" cap="none" spc="-10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complexity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93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Lab</a:t>
            </a:r>
            <a:r>
              <a:rPr spc="-15" dirty="0"/>
              <a:t> </a:t>
            </a:r>
            <a:r>
              <a:rPr dirty="0"/>
              <a:t>5</a:t>
            </a:r>
            <a:r>
              <a:rPr spc="-20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dirty="0"/>
              <a:t>Attacking</a:t>
            </a:r>
            <a:r>
              <a:rPr spc="-2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Headunit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2482" y="1923440"/>
            <a:ext cx="8174990" cy="2666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We'll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focus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on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dynamic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140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Protocol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used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was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found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be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simple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130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service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replay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change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message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960" y="1522624"/>
            <a:ext cx="7432675" cy="37134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Important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real-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world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distinctions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030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96595" marR="0" lvl="1" indent="-22669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>
                <a:tab pos="6965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Standard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traffic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come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from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server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96595" marR="0" lvl="1" indent="-22669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>
                <a:tab pos="6965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Common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2400" b="0" i="0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signing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and/or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encryption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96595" marR="0" lvl="1" indent="-22669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>
                <a:tab pos="6965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Far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more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complexity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traffic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ingesting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binary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96595" marR="0" lvl="1" indent="-22669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>
                <a:tab pos="696595" algn="l"/>
              </a:tabLst>
              <a:defRPr/>
            </a:pP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Anti-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reversing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measures</a:t>
            </a:r>
            <a:r>
              <a:rPr kumimoji="0" sz="24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taken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94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Lab</a:t>
            </a:r>
            <a:r>
              <a:rPr spc="-15" dirty="0"/>
              <a:t> </a:t>
            </a:r>
            <a:r>
              <a:rPr dirty="0"/>
              <a:t>5</a:t>
            </a:r>
            <a:r>
              <a:rPr spc="-20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dirty="0"/>
              <a:t>Attacking</a:t>
            </a:r>
            <a:r>
              <a:rPr spc="-2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Headunit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960" y="1522624"/>
            <a:ext cx="10222865" cy="4043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Exercise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path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030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/>
              <a:defRPr/>
            </a:pP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96595" marR="0" lvl="1" indent="-22669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>
                <a:tab pos="6965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Using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nmap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identify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open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ports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on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TCU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96595" marR="0" lvl="1" indent="-22669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>
                <a:tab pos="6965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2400" b="0" i="0" u="none" strike="noStrike" kern="0" cap="none" spc="-10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supplemental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information,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connecting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interfacing</a:t>
            </a:r>
            <a:r>
              <a:rPr kumimoji="0" sz="2400" b="0" i="0" u="none" strike="noStrike" kern="0" cap="none" spc="-8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2400" b="0" i="0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service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869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96595" marR="123825" lvl="1" indent="-226695" defTabSz="914400" eaLnBrk="1" fontAlgn="auto" latinLnBrk="0" hangingPunct="1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>
                <a:tab pos="698500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Identifying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vulnerability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service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manual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fuzzing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observable 	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behavior</a:t>
            </a:r>
            <a:r>
              <a:rPr kumimoji="0" sz="2400" b="0" i="0" u="none" strike="noStrike" kern="0" cap="none" spc="-10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changes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96595" marR="0" lvl="1" indent="-22669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762"/>
              </a:buClr>
              <a:buSzTx/>
              <a:buFont typeface="Calibri"/>
              <a:buChar char="◦"/>
              <a:tabLst>
                <a:tab pos="696595" algn="l"/>
              </a:tabLst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if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can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recover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flag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off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infotainment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screen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95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Lab</a:t>
            </a:r>
            <a:r>
              <a:rPr spc="-15" dirty="0"/>
              <a:t> </a:t>
            </a:r>
            <a:r>
              <a:rPr dirty="0"/>
              <a:t>5</a:t>
            </a:r>
            <a:r>
              <a:rPr spc="-20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dirty="0"/>
              <a:t>Attacking</a:t>
            </a:r>
            <a:r>
              <a:rPr spc="-2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Headunit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c7a77415-c4a3-4262-8430-671f3e8707b6">7J4PPY27XH2W-901365475-257158</_dlc_DocId>
    <_dlc_DocIdUrl xmlns="c7a77415-c4a3-4262-8430-671f3e8707b6">
      <Url>https://automotivei.sharepoint.com/sites/PMO/_layouts/15/DocIdRedir.aspx?ID=7J4PPY27XH2W-901365475-257158</Url>
      <Description>7J4PPY27XH2W-901365475-257158</Description>
    </_dlc_DocIdUrl>
    <TaxCatchAll xmlns="c7a77415-c4a3-4262-8430-671f3e8707b6" xsi:nil="true"/>
    <lcf76f155ced4ddcb4097134ff3c332f xmlns="69a7259e-7a2c-42d5-bc84-25eccf0dce8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B86F8708159745A0B6896184DE9576" ma:contentTypeVersion="19" ma:contentTypeDescription="Create a new document." ma:contentTypeScope="" ma:versionID="493bf26d373952ea1ae3b9e24cd19b33">
  <xsd:schema xmlns:xsd="http://www.w3.org/2001/XMLSchema" xmlns:xs="http://www.w3.org/2001/XMLSchema" xmlns:p="http://schemas.microsoft.com/office/2006/metadata/properties" xmlns:ns2="c7a77415-c4a3-4262-8430-671f3e8707b6" xmlns:ns3="69a7259e-7a2c-42d5-bc84-25eccf0dce8b" targetNamespace="http://schemas.microsoft.com/office/2006/metadata/properties" ma:root="true" ma:fieldsID="69c00e31f84d56e19bb090b7ea67ab52" ns2:_="" ns3:_="">
    <xsd:import namespace="c7a77415-c4a3-4262-8430-671f3e8707b6"/>
    <xsd:import namespace="69a7259e-7a2c-42d5-bc84-25eccf0dce8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a77415-c4a3-4262-8430-671f3e8707b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d3a045ce-0abc-407a-a385-daab9685d46b}" ma:internalName="TaxCatchAll" ma:showField="CatchAllData" ma:web="c7a77415-c4a3-4262-8430-671f3e8707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7259e-7a2c-42d5-bc84-25eccf0dce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ca126d71-af09-421f-972c-d16e59c14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C592EF-85C1-482B-896B-DED434B6FCCC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E71A463F-9F4B-47AC-91AA-3962FD8F3CE5}">
  <ds:schemaRefs>
    <ds:schemaRef ds:uri="http://schemas.microsoft.com/office/2006/metadata/properties"/>
    <ds:schemaRef ds:uri="http://schemas.microsoft.com/office/infopath/2007/PartnerControls"/>
    <ds:schemaRef ds:uri="c7a77415-c4a3-4262-8430-671f3e8707b6"/>
    <ds:schemaRef ds:uri="69a7259e-7a2c-42d5-bc84-25eccf0dce8b"/>
  </ds:schemaRefs>
</ds:datastoreItem>
</file>

<file path=customXml/itemProps3.xml><?xml version="1.0" encoding="utf-8"?>
<ds:datastoreItem xmlns:ds="http://schemas.openxmlformats.org/officeDocument/2006/customXml" ds:itemID="{8FEF19B7-7529-453B-A7D5-A8465340F1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a77415-c4a3-4262-8430-671f3e8707b6"/>
    <ds:schemaRef ds:uri="69a7259e-7a2c-42d5-bc84-25eccf0dce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84EE72F3-C956-4A5B-833F-E761B5D8AC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5343</Words>
  <Application>Microsoft Office PowerPoint</Application>
  <PresentationFormat>Widescreen</PresentationFormat>
  <Paragraphs>834</Paragraphs>
  <Slides>126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126</vt:i4>
      </vt:variant>
    </vt:vector>
  </HeadingPairs>
  <TitlesOfParts>
    <vt:vector size="135" baseType="lpstr">
      <vt:lpstr>Aptos</vt:lpstr>
      <vt:lpstr>Aptos Display</vt:lpstr>
      <vt:lpstr>Arial</vt:lpstr>
      <vt:lpstr>Calibri</vt:lpstr>
      <vt:lpstr>Courier New</vt:lpstr>
      <vt:lpstr>Franklin Gothic Medium Cond</vt:lpstr>
      <vt:lpstr>Roboto</vt:lpstr>
      <vt:lpstr>Segoe UI</vt:lpstr>
      <vt:lpstr>Custom Design</vt:lpstr>
      <vt:lpstr>PowerPoint Presentation</vt:lpstr>
      <vt:lpstr>1. Getting Started</vt:lpstr>
      <vt:lpstr>2. Bluetooth Scanning</vt:lpstr>
      <vt:lpstr>2. Bluetooth Scanning</vt:lpstr>
      <vt:lpstr>2. Bluetooth Scanning</vt:lpstr>
      <vt:lpstr>A Note on BT Addresses and Scanning</vt:lpstr>
      <vt:lpstr>3. Enumerating Bluetooth Information</vt:lpstr>
      <vt:lpstr>3. Enumerating Bluetooth Information</vt:lpstr>
      <vt:lpstr>3. Enumerating Bluetooth Information</vt:lpstr>
      <vt:lpstr>4. Identifying BT Services</vt:lpstr>
      <vt:lpstr>4. Identifying BT Services</vt:lpstr>
      <vt:lpstr>5. Analyzing SDP Output</vt:lpstr>
      <vt:lpstr>5. Analyzing SDP Output</vt:lpstr>
      <vt:lpstr>6. Pairing Devices In Linux</vt:lpstr>
      <vt:lpstr>6. Pairing Devices In Linux</vt:lpstr>
      <vt:lpstr>6. Pairing Devices In Linux</vt:lpstr>
      <vt:lpstr>7. Sending Data Over Bluetooth</vt:lpstr>
      <vt:lpstr>7. Sending Data Over Bluetooth</vt:lpstr>
      <vt:lpstr>Frequencies</vt:lpstr>
      <vt:lpstr>Exercise - NFC Cabinet Lock UID Cloning   </vt:lpstr>
      <vt:lpstr>NFC Authentication Types</vt:lpstr>
      <vt:lpstr>Exercise - NFC Password Protection &amp; Brute Force</vt:lpstr>
      <vt:lpstr>Playing with NFC – Reading/Writing: (with ACR122U)</vt:lpstr>
      <vt:lpstr>PowerPoint Presentation</vt:lpstr>
      <vt:lpstr>PowerPoint Presentation</vt:lpstr>
      <vt:lpstr>FCCID Lookup – Exercise</vt:lpstr>
      <vt:lpstr>FCCID Lookup – Other Examples</vt:lpstr>
      <vt:lpstr>SDR Exercise #01</vt:lpstr>
      <vt:lpstr>SDR Exercise #01 – Step 1 Plugin and ensure HackRF is working</vt:lpstr>
      <vt:lpstr>SDR Exercise #01 – Step 2 Launch the GQRX application</vt:lpstr>
      <vt:lpstr>SDR Exercise #01 – Step 3 Conﬁgure I/O Devices (GQRX Settings)</vt:lpstr>
      <vt:lpstr>SDR Exercise #01 – Step 4 Find radio station / Key Fob Signal</vt:lpstr>
      <vt:lpstr>SDR Exercise #01 – Step 5 Tune your signal</vt:lpstr>
      <vt:lpstr>SDR Exercise #02</vt:lpstr>
      <vt:lpstr>SDR Exercise #02 – Step 1 Plugin and ensure HackRF is working</vt:lpstr>
      <vt:lpstr>SDR Exercise #02 – Step 2 Launch the GNU Radio Companion application</vt:lpstr>
      <vt:lpstr>PowerPoint Presentation</vt:lpstr>
      <vt:lpstr>SDR Exercise #02 – Step 4 Edit default values</vt:lpstr>
      <vt:lpstr>SDR Exercise #02 – Step 5 Create a new Variable</vt:lpstr>
      <vt:lpstr>SDR Exercise #02 – Step 6 Add a SDR as a source for receiving</vt:lpstr>
      <vt:lpstr>SDR Exercise #02 – Step 7 Continue adding blocks</vt:lpstr>
      <vt:lpstr>SDR Exercise #02 – Step 8 Duplicate Basic Capture Project</vt:lpstr>
      <vt:lpstr>SDR Exercise #02 – Step 8 Duplicate Basic Capture Project</vt:lpstr>
      <vt:lpstr>SDR Exercise #02 – Step 9 Execute Basic Capture Project</vt:lpstr>
      <vt:lpstr>SDR Exercise #02 – Step 9 Execute Basic Capture Project</vt:lpstr>
      <vt:lpstr>SDR Exercise #03</vt:lpstr>
      <vt:lpstr>SDR Exercise #03 – Step 1 Plugin and ensure HackRF is working</vt:lpstr>
      <vt:lpstr>SDR Exercise #03 – Step 2 Launch the GNU Radio Companion application</vt:lpstr>
      <vt:lpstr>PowerPoint Presentation</vt:lpstr>
      <vt:lpstr>SDR Exercise #03 – Step 4 Edit default values</vt:lpstr>
      <vt:lpstr>SDR Exercise #03 – Step 5 Duplicate Basic Replay Project</vt:lpstr>
      <vt:lpstr>SDR Exercise #03 – Step 5 Duplicate Basic Replay Project</vt:lpstr>
      <vt:lpstr>SDR Exercise #03 – Step 6 Execute Basic Replay Project</vt:lpstr>
      <vt:lpstr>PowerPoint Presentation</vt:lpstr>
      <vt:lpstr>SDR Exercise #04</vt:lpstr>
      <vt:lpstr>SDR Exercise #04 – Step 1 Duplicate Advanced Capture Project</vt:lpstr>
      <vt:lpstr>SDR Exercise #04 – Step 2 Execute Advanced Capture Project</vt:lpstr>
      <vt:lpstr>SDR Exercise #04 – Step 3 View Binary data feed from Advanced Capture</vt:lpstr>
      <vt:lpstr>Live Spooﬁng of GPS Satellites</vt:lpstr>
      <vt:lpstr>GPS Spooﬁng – Step 1 Plugin and ensure HackRF is working</vt:lpstr>
      <vt:lpstr>Backup - Install gps-sdr-sim</vt:lpstr>
      <vt:lpstr>GPS Spooﬁng – Step 2 Download latest GNSS archive</vt:lpstr>
      <vt:lpstr>GPS Spooﬁng – Step 3 Select a location to spoof</vt:lpstr>
      <vt:lpstr>GPS Spooﬁng – Step 5 Generate constellations</vt:lpstr>
      <vt:lpstr>GPS Spooﬁng – Step 6 Transmit Spoofed GPS Location</vt:lpstr>
      <vt:lpstr>RDS Overview - What is the Radio Data System?</vt:lpstr>
      <vt:lpstr>PowerPoint Presentation</vt:lpstr>
      <vt:lpstr>RDS- Receiving and decoding RDS continued</vt:lpstr>
      <vt:lpstr>PowerPoint Presentation</vt:lpstr>
      <vt:lpstr>PowerPoint Presentation</vt:lpstr>
      <vt:lpstr>RDS – Transmitting RDS continued</vt:lpstr>
      <vt:lpstr>RDS – Transmitting RDS continued</vt:lpstr>
      <vt:lpstr>Walkthrough WPA2 Handshake Cracking</vt:lpstr>
      <vt:lpstr>Step 1 - Setup Monitor Mode WPA2 Handshake Cracking</vt:lpstr>
      <vt:lpstr>Step 2 - Analyze Available Wi-Fi Networks WPA2 Handshake Cracking</vt:lpstr>
      <vt:lpstr>Step 3 - Analyze Networks on a Speciﬁc Channel WPA2 Handshake Cracking</vt:lpstr>
      <vt:lpstr>Step 4 - Analyze Speciﬁc Access Point (BSSID) WPA2 Handshake Cracking</vt:lpstr>
      <vt:lpstr>Step 4 - Deauth Clients WPA2 Handshake Cracking</vt:lpstr>
      <vt:lpstr>Step 5 - Capture Handshake WPA2 Handshake Cracking</vt:lpstr>
      <vt:lpstr>Step 6 - Crack Handshake WPA2 Handshake Cracking</vt:lpstr>
      <vt:lpstr>Exercise #01</vt:lpstr>
      <vt:lpstr>Step 1 - Download Wi-Fi Analyzer App</vt:lpstr>
      <vt:lpstr>Step 2 - Check the Different Views Mobile App: Wi-Fi Analyzer</vt:lpstr>
      <vt:lpstr>Exercise #02</vt:lpstr>
      <vt:lpstr>Step 1 - Download Wordlist &amp; Identify Wireless Adapter</vt:lpstr>
      <vt:lpstr>Step 2 - Kill Interrupting Services &amp; Start Monitor Mode</vt:lpstr>
      <vt:lpstr>Step 2 - Kill Interrupting Services &amp; Start Monitor Mode</vt:lpstr>
      <vt:lpstr>Step 3 - Look for Targets</vt:lpstr>
      <vt:lpstr>Step 4 - Deauth Clients WPA2 Handshake Cracking</vt:lpstr>
      <vt:lpstr>Step 5 - Capture Network Handshake and Save to File</vt:lpstr>
      <vt:lpstr>Step 6 - Crack Password using Aircrack-ng &amp; Wordlist</vt:lpstr>
      <vt:lpstr>Exercise #03</vt:lpstr>
      <vt:lpstr>Exercise #04</vt:lpstr>
      <vt:lpstr>Wiﬁte2</vt:lpstr>
      <vt:lpstr>Wiﬁte2 - Steps</vt:lpstr>
      <vt:lpstr>Lab 1 – Understanding Your Environment</vt:lpstr>
      <vt:lpstr>Surveying Your Environment</vt:lpstr>
      <vt:lpstr>Surveying Your Environment</vt:lpstr>
      <vt:lpstr>Surveying Your Environment</vt:lpstr>
      <vt:lpstr>Surveying Your Environment</vt:lpstr>
      <vt:lpstr>Surveying Your Environment</vt:lpstr>
      <vt:lpstr>Lab 2 – Configuring srsRAN Components</vt:lpstr>
      <vt:lpstr>Configuring srsRAN</vt:lpstr>
      <vt:lpstr>Configuring srsRAN</vt:lpstr>
      <vt:lpstr>Configuring srsEPC</vt:lpstr>
      <vt:lpstr>Configuring srsEPC</vt:lpstr>
      <vt:lpstr>Configuring srsENb</vt:lpstr>
      <vt:lpstr>Configuring srsENb</vt:lpstr>
      <vt:lpstr>Configuring HSS</vt:lpstr>
      <vt:lpstr>Configuring HSS</vt:lpstr>
      <vt:lpstr>Lab 3 – Programming a SIM Card</vt:lpstr>
      <vt:lpstr>Programming SIM Cards</vt:lpstr>
      <vt:lpstr>Programming SIM Cards</vt:lpstr>
      <vt:lpstr>Programming SIM Cards</vt:lpstr>
      <vt:lpstr>Lab 4 – Connecting the TCU to Your Tower</vt:lpstr>
      <vt:lpstr>Starting srsRAN</vt:lpstr>
      <vt:lpstr>Starting srsRAN</vt:lpstr>
      <vt:lpstr>Starting srsRAN</vt:lpstr>
      <vt:lpstr>Starting srsRAN</vt:lpstr>
      <vt:lpstr>Lab 5 – Attacking the Headunit</vt:lpstr>
      <vt:lpstr>Lab 5 – Attacking the Headunit</vt:lpstr>
      <vt:lpstr>Lab 5 – Attacking the Headunit</vt:lpstr>
      <vt:lpstr>Lab 5 – Attacking the Headunit</vt:lpstr>
      <vt:lpstr>Lab 5 – Attacking the Headunit</vt:lpstr>
      <vt:lpstr>Lab 5 – Attacking the Headunit</vt:lpstr>
      <vt:lpstr>Lab 5 – Attacking the Headunit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Carey Garback</dc:creator>
  <cp:lastModifiedBy>Neal Probert</cp:lastModifiedBy>
  <cp:revision>2</cp:revision>
  <dcterms:created xsi:type="dcterms:W3CDTF">2026-03-11T18:02:03Z</dcterms:created>
  <dcterms:modified xsi:type="dcterms:W3CDTF">2026-03-12T17:29:26Z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9C55993E-2489-4B16-A624-642EE1CF50C1</vt:lpwstr>
  </property>
  <property fmtid="{D5CDD505-2E9C-101B-9397-08002B2CF9AE}" pid="3" name="ArticulatePath">
    <vt:lpwstr>Presentation1</vt:lpwstr>
  </property>
  <property fmtid="{D5CDD505-2E9C-101B-9397-08002B2CF9AE}" pid="4" name="_dlc_DocIdItemGuid">
    <vt:lpwstr>93579079-5068-410a-b208-65d154b95cd0</vt:lpwstr>
  </property>
  <property fmtid="{D5CDD505-2E9C-101B-9397-08002B2CF9AE}" pid="5" name="ContentTypeId">
    <vt:lpwstr>0x01010067B86F8708159745A0B6896184DE9576</vt:lpwstr>
  </property>
  <property fmtid="{D5CDD505-2E9C-101B-9397-08002B2CF9AE}" pid="6" name="MediaServiceImageTags">
    <vt:lpwstr/>
  </property>
</Properties>
</file>