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5"/>
  </p:sldMasterIdLst>
  <p:notesMasterIdLst>
    <p:notesMasterId r:id="rId15"/>
  </p:notesMasterIdLst>
  <p:sldIdLst>
    <p:sldId id="506" r:id="rId6"/>
    <p:sldId id="507" r:id="rId7"/>
    <p:sldId id="778" r:id="rId8"/>
    <p:sldId id="780" r:id="rId9"/>
    <p:sldId id="312" r:id="rId10"/>
    <p:sldId id="310" r:id="rId11"/>
    <p:sldId id="311" r:id="rId12"/>
    <p:sldId id="781" r:id="rId13"/>
    <p:sldId id="779"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40EEF03E-46C1-4B91-8015-EA960149133A}">
          <p14:sldIdLst>
            <p14:sldId id="506"/>
          </p14:sldIdLst>
        </p14:section>
        <p14:section name="Syllabus" id="{A31229EC-853B-4205-8E31-6B44F371A12E}">
          <p14:sldIdLst>
            <p14:sldId id="507"/>
          </p14:sldIdLst>
        </p14:section>
        <p14:section name="US Laws" id="{40BC4D5D-0A57-4E8C-BB64-0F5BDF1B8E4A}">
          <p14:sldIdLst>
            <p14:sldId id="778"/>
          </p14:sldIdLst>
        </p14:section>
        <p14:section name="Radio Modulation" id="{785EFAC1-38B5-4EBD-9C39-E3D4D03853B7}">
          <p14:sldIdLst>
            <p14:sldId id="780"/>
          </p14:sldIdLst>
        </p14:section>
        <p14:section name="FCC ID" id="{996098ED-F625-41E8-8BD8-06E6CC46322C}">
          <p14:sldIdLst>
            <p14:sldId id="312"/>
            <p14:sldId id="310"/>
            <p14:sldId id="311"/>
          </p14:sldIdLst>
        </p14:section>
        <p14:section name="MAC ID" id="{FEDD5FBB-3FE3-4B83-A476-335840C7ACD6}">
          <p14:sldIdLst>
            <p14:sldId id="781"/>
          </p14:sldIdLst>
        </p14:section>
        <p14:section name="Appendix" id="{1A876553-7A3B-47A2-BDE9-1B0757EF4186}">
          <p14:sldIdLst>
            <p14:sldId id="7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02856-269D-4F17-A7F6-0B8C7D84C0B3}" v="7" dt="2026-03-11T21:04:40.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ey Garback" userId="dc25ffa4-de89-4779-8381-34524c87e417" providerId="ADAL" clId="{6E1D5EB8-13F6-40DF-B512-351F8F358EAF}"/>
    <pc:docChg chg="undo custSel delSld modSld addMainMaster delMainMaster modMainMaster">
      <pc:chgData name="Carey Garback" userId="dc25ffa4-de89-4779-8381-34524c87e417" providerId="ADAL" clId="{6E1D5EB8-13F6-40DF-B512-351F8F358EAF}" dt="2026-03-11T21:17:14.370" v="429" actId="478"/>
      <pc:docMkLst>
        <pc:docMk/>
      </pc:docMkLst>
      <pc:sldChg chg="modSp mod modClrScheme chgLayout">
        <pc:chgData name="Carey Garback" userId="dc25ffa4-de89-4779-8381-34524c87e417" providerId="ADAL" clId="{6E1D5EB8-13F6-40DF-B512-351F8F358EAF}" dt="2026-03-11T21:16:21.167" v="425" actId="1036"/>
        <pc:sldMkLst>
          <pc:docMk/>
          <pc:sldMk cId="0" sldId="272"/>
        </pc:sldMkLst>
        <pc:spChg chg="mod ord">
          <ac:chgData name="Carey Garback" userId="dc25ffa4-de89-4779-8381-34524c87e417" providerId="ADAL" clId="{6E1D5EB8-13F6-40DF-B512-351F8F358EAF}" dt="2026-03-11T21:16:09.261" v="398" actId="404"/>
          <ac:spMkLst>
            <pc:docMk/>
            <pc:sldMk cId="0" sldId="27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2"/>
            <ac:spMk id="4" creationId="{00000000-0000-0000-0000-000000000000}"/>
          </ac:spMkLst>
        </pc:spChg>
        <pc:graphicFrameChg chg="mod">
          <ac:chgData name="Carey Garback" userId="dc25ffa4-de89-4779-8381-34524c87e417" providerId="ADAL" clId="{6E1D5EB8-13F6-40DF-B512-351F8F358EAF}" dt="2026-03-11T21:16:21.167" v="425" actId="1036"/>
          <ac:graphicFrameMkLst>
            <pc:docMk/>
            <pc:sldMk cId="0" sldId="272"/>
            <ac:graphicFrameMk id="2" creationId="{00000000-0000-0000-0000-000000000000}"/>
          </ac:graphicFrameMkLst>
        </pc:graphicFrameChg>
      </pc:sldChg>
      <pc:sldChg chg="modSp mod modClrScheme chgLayout">
        <pc:chgData name="Carey Garback" userId="dc25ffa4-de89-4779-8381-34524c87e417" providerId="ADAL" clId="{6E1D5EB8-13F6-40DF-B512-351F8F358EAF}" dt="2026-03-11T20:57:21.127" v="111" actId="700"/>
        <pc:sldMkLst>
          <pc:docMk/>
          <pc:sldMk cId="0" sldId="273"/>
        </pc:sldMkLst>
        <pc:spChg chg="mod ord">
          <ac:chgData name="Carey Garback" userId="dc25ffa4-de89-4779-8381-34524c87e417" providerId="ADAL" clId="{6E1D5EB8-13F6-40DF-B512-351F8F358EAF}" dt="2026-03-11T20:57:21.127" v="111" actId="700"/>
          <ac:spMkLst>
            <pc:docMk/>
            <pc:sldMk cId="0" sldId="2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3"/>
            <ac:spMk id="1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4"/>
        </pc:sldMkLst>
        <pc:spChg chg="mod ord">
          <ac:chgData name="Carey Garback" userId="dc25ffa4-de89-4779-8381-34524c87e417" providerId="ADAL" clId="{6E1D5EB8-13F6-40DF-B512-351F8F358EAF}" dt="2026-03-11T20:57:21.127" v="111" actId="700"/>
          <ac:spMkLst>
            <pc:docMk/>
            <pc:sldMk cId="0" sldId="2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5"/>
        </pc:sldMkLst>
        <pc:spChg chg="mod ord">
          <ac:chgData name="Carey Garback" userId="dc25ffa4-de89-4779-8381-34524c87e417" providerId="ADAL" clId="{6E1D5EB8-13F6-40DF-B512-351F8F358EAF}" dt="2026-03-11T20:57:21.127" v="111" actId="700"/>
          <ac:spMkLst>
            <pc:docMk/>
            <pc:sldMk cId="0" sldId="27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5"/>
            <ac:spMk id="4" creationId="{00000000-0000-0000-0000-000000000000}"/>
          </ac:spMkLst>
        </pc:spChg>
      </pc:sldChg>
      <pc:sldChg chg="delSp modSp mod modClrScheme chgLayout">
        <pc:chgData name="Carey Garback" userId="dc25ffa4-de89-4779-8381-34524c87e417" providerId="ADAL" clId="{6E1D5EB8-13F6-40DF-B512-351F8F358EAF}" dt="2026-03-11T20:57:21.127" v="111" actId="700"/>
        <pc:sldMkLst>
          <pc:docMk/>
          <pc:sldMk cId="0" sldId="277"/>
        </pc:sldMkLst>
        <pc:spChg chg="mod ord">
          <ac:chgData name="Carey Garback" userId="dc25ffa4-de89-4779-8381-34524c87e417" providerId="ADAL" clId="{6E1D5EB8-13F6-40DF-B512-351F8F358EAF}" dt="2026-03-11T20:57:21.127" v="111" actId="700"/>
          <ac:spMkLst>
            <pc:docMk/>
            <pc:sldMk cId="0" sldId="277"/>
            <ac:spMk id="235" creationId="{00000000-0000-0000-0000-000000000000}"/>
          </ac:spMkLst>
        </pc:spChg>
        <pc:spChg chg="mod ord">
          <ac:chgData name="Carey Garback" userId="dc25ffa4-de89-4779-8381-34524c87e417" providerId="ADAL" clId="{6E1D5EB8-13F6-40DF-B512-351F8F358EAF}" dt="2026-03-11T20:57:21.127" v="111" actId="700"/>
          <ac:spMkLst>
            <pc:docMk/>
            <pc:sldMk cId="0" sldId="277"/>
            <ac:spMk id="236" creationId="{00000000-0000-0000-0000-000000000000}"/>
          </ac:spMkLst>
        </pc:spChg>
        <pc:spChg chg="del">
          <ac:chgData name="Carey Garback" userId="dc25ffa4-de89-4779-8381-34524c87e417" providerId="ADAL" clId="{6E1D5EB8-13F6-40DF-B512-351F8F358EAF}" dt="2026-03-11T20:51:06.747" v="53" actId="478"/>
          <ac:spMkLst>
            <pc:docMk/>
            <pc:sldMk cId="0" sldId="277"/>
            <ac:spMk id="237" creationId="{00000000-0000-0000-0000-000000000000}"/>
          </ac:spMkLst>
        </pc:spChg>
      </pc:sldChg>
      <pc:sldChg chg="addSp delSp modSp del mod modClrScheme chgLayout">
        <pc:chgData name="Carey Garback" userId="dc25ffa4-de89-4779-8381-34524c87e417" providerId="ADAL" clId="{6E1D5EB8-13F6-40DF-B512-351F8F358EAF}" dt="2026-03-11T21:02:37.558" v="179" actId="47"/>
        <pc:sldMkLst>
          <pc:docMk/>
          <pc:sldMk cId="0" sldId="283"/>
        </pc:sldMkLst>
        <pc:spChg chg="mod">
          <ac:chgData name="Carey Garback" userId="dc25ffa4-de89-4779-8381-34524c87e417" providerId="ADAL" clId="{6E1D5EB8-13F6-40DF-B512-351F8F358EAF}" dt="2026-03-11T20:48:16.823" v="26" actId="122"/>
          <ac:spMkLst>
            <pc:docMk/>
            <pc:sldMk cId="0" sldId="283"/>
            <ac:spMk id="2" creationId="{00000000-0000-0000-0000-000000000000}"/>
          </ac:spMkLst>
        </pc:spChg>
        <pc:spChg chg="del">
          <ac:chgData name="Carey Garback" userId="dc25ffa4-de89-4779-8381-34524c87e417" providerId="ADAL" clId="{6E1D5EB8-13F6-40DF-B512-351F8F358EAF}" dt="2026-03-11T20:47:34.307" v="11" actId="478"/>
          <ac:spMkLst>
            <pc:docMk/>
            <pc:sldMk cId="0" sldId="283"/>
            <ac:spMk id="3" creationId="{00000000-0000-0000-0000-000000000000}"/>
          </ac:spMkLst>
        </pc:spChg>
        <pc:spChg chg="add del mod ord">
          <ac:chgData name="Carey Garback" userId="dc25ffa4-de89-4779-8381-34524c87e417" providerId="ADAL" clId="{6E1D5EB8-13F6-40DF-B512-351F8F358EAF}" dt="2026-03-11T20:47:04.265" v="2" actId="478"/>
          <ac:spMkLst>
            <pc:docMk/>
            <pc:sldMk cId="0" sldId="283"/>
            <ac:spMk id="4" creationId="{97632196-89BD-C7F0-DBD2-2D6818DF3201}"/>
          </ac:spMkLst>
        </pc:spChg>
        <pc:spChg chg="add del mod ord">
          <ac:chgData name="Carey Garback" userId="dc25ffa4-de89-4779-8381-34524c87e417" providerId="ADAL" clId="{6E1D5EB8-13F6-40DF-B512-351F8F358EAF}" dt="2026-03-11T20:47:09.019" v="3" actId="478"/>
          <ac:spMkLst>
            <pc:docMk/>
            <pc:sldMk cId="0" sldId="283"/>
            <ac:spMk id="5" creationId="{F109EC6E-FF5E-0D09-3536-67771EBDC5DA}"/>
          </ac:spMkLst>
        </pc:spChg>
      </pc:sldChg>
      <pc:sldChg chg="addSp modSp mod modClrScheme chgLayout">
        <pc:chgData name="Carey Garback" userId="dc25ffa4-de89-4779-8381-34524c87e417" providerId="ADAL" clId="{6E1D5EB8-13F6-40DF-B512-351F8F358EAF}" dt="2026-03-11T21:02:41.265" v="181" actId="20577"/>
        <pc:sldMkLst>
          <pc:docMk/>
          <pc:sldMk cId="0" sldId="284"/>
        </pc:sldMkLst>
        <pc:spChg chg="mod ord">
          <ac:chgData name="Carey Garback" userId="dc25ffa4-de89-4779-8381-34524c87e417" providerId="ADAL" clId="{6E1D5EB8-13F6-40DF-B512-351F8F358EAF}" dt="2026-03-11T21:00:46.152" v="149" actId="1076"/>
          <ac:spMkLst>
            <pc:docMk/>
            <pc:sldMk cId="0" sldId="284"/>
            <ac:spMk id="2" creationId="{00000000-0000-0000-0000-000000000000}"/>
          </ac:spMkLst>
        </pc:spChg>
        <pc:spChg chg="mod">
          <ac:chgData name="Carey Garback" userId="dc25ffa4-de89-4779-8381-34524c87e417" providerId="ADAL" clId="{6E1D5EB8-13F6-40DF-B512-351F8F358EAF}" dt="2026-03-11T21:00:42.106" v="148" actId="1036"/>
          <ac:spMkLst>
            <pc:docMk/>
            <pc:sldMk cId="0" sldId="284"/>
            <ac:spMk id="3" creationId="{00000000-0000-0000-0000-000000000000}"/>
          </ac:spMkLst>
        </pc:spChg>
        <pc:spChg chg="add mod">
          <ac:chgData name="Carey Garback" userId="dc25ffa4-de89-4779-8381-34524c87e417" providerId="ADAL" clId="{6E1D5EB8-13F6-40DF-B512-351F8F358EAF}" dt="2026-03-11T21:02:41.265" v="181" actId="20577"/>
          <ac:spMkLst>
            <pc:docMk/>
            <pc:sldMk cId="0" sldId="284"/>
            <ac:spMk id="5" creationId="{0A99B574-4EB3-874B-D372-0652085B8A06}"/>
          </ac:spMkLst>
        </pc:spChg>
      </pc:sldChg>
      <pc:sldChg chg="modSp mod modClrScheme chgLayout">
        <pc:chgData name="Carey Garback" userId="dc25ffa4-de89-4779-8381-34524c87e417" providerId="ADAL" clId="{6E1D5EB8-13F6-40DF-B512-351F8F358EAF}" dt="2026-03-11T20:57:21.127" v="111" actId="700"/>
        <pc:sldMkLst>
          <pc:docMk/>
          <pc:sldMk cId="0" sldId="285"/>
        </pc:sldMkLst>
        <pc:spChg chg="mod ord">
          <ac:chgData name="Carey Garback" userId="dc25ffa4-de89-4779-8381-34524c87e417" providerId="ADAL" clId="{6E1D5EB8-13F6-40DF-B512-351F8F358EAF}" dt="2026-03-11T20:57:21.127" v="111" actId="700"/>
          <ac:spMkLst>
            <pc:docMk/>
            <pc:sldMk cId="0" sldId="28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6"/>
        </pc:sldMkLst>
        <pc:spChg chg="mod ord">
          <ac:chgData name="Carey Garback" userId="dc25ffa4-de89-4779-8381-34524c87e417" providerId="ADAL" clId="{6E1D5EB8-13F6-40DF-B512-351F8F358EAF}" dt="2026-03-11T20:57:21.127" v="111" actId="700"/>
          <ac:spMkLst>
            <pc:docMk/>
            <pc:sldMk cId="0" sldId="28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7"/>
        </pc:sldMkLst>
        <pc:spChg chg="mod ord">
          <ac:chgData name="Carey Garback" userId="dc25ffa4-de89-4779-8381-34524c87e417" providerId="ADAL" clId="{6E1D5EB8-13F6-40DF-B512-351F8F358EAF}" dt="2026-03-11T20:57:21.127" v="111" actId="700"/>
          <ac:spMkLst>
            <pc:docMk/>
            <pc:sldMk cId="0" sldId="28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8"/>
        </pc:sldMkLst>
        <pc:spChg chg="mod ord">
          <ac:chgData name="Carey Garback" userId="dc25ffa4-de89-4779-8381-34524c87e417" providerId="ADAL" clId="{6E1D5EB8-13F6-40DF-B512-351F8F358EAF}" dt="2026-03-11T20:57:21.127" v="111" actId="700"/>
          <ac:spMkLst>
            <pc:docMk/>
            <pc:sldMk cId="0" sldId="28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9"/>
        </pc:sldMkLst>
        <pc:spChg chg="mod ord">
          <ac:chgData name="Carey Garback" userId="dc25ffa4-de89-4779-8381-34524c87e417" providerId="ADAL" clId="{6E1D5EB8-13F6-40DF-B512-351F8F358EAF}" dt="2026-03-11T20:57:21.127" v="111" actId="700"/>
          <ac:spMkLst>
            <pc:docMk/>
            <pc:sldMk cId="0" sldId="28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0"/>
        </pc:sldMkLst>
        <pc:spChg chg="mod ord">
          <ac:chgData name="Carey Garback" userId="dc25ffa4-de89-4779-8381-34524c87e417" providerId="ADAL" clId="{6E1D5EB8-13F6-40DF-B512-351F8F358EAF}" dt="2026-03-11T20:57:21.127" v="111" actId="700"/>
          <ac:spMkLst>
            <pc:docMk/>
            <pc:sldMk cId="0" sldId="290"/>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1"/>
        </pc:sldMkLst>
        <pc:spChg chg="mod ord">
          <ac:chgData name="Carey Garback" userId="dc25ffa4-de89-4779-8381-34524c87e417" providerId="ADAL" clId="{6E1D5EB8-13F6-40DF-B512-351F8F358EAF}" dt="2026-03-11T20:57:21.127" v="111" actId="700"/>
          <ac:spMkLst>
            <pc:docMk/>
            <pc:sldMk cId="0" sldId="29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2"/>
        </pc:sldMkLst>
        <pc:spChg chg="mod ord">
          <ac:chgData name="Carey Garback" userId="dc25ffa4-de89-4779-8381-34524c87e417" providerId="ADAL" clId="{6E1D5EB8-13F6-40DF-B512-351F8F358EAF}" dt="2026-03-11T20:57:21.127" v="111" actId="700"/>
          <ac:spMkLst>
            <pc:docMk/>
            <pc:sldMk cId="0" sldId="292"/>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3"/>
        </pc:sldMkLst>
        <pc:spChg chg="mod ord">
          <ac:chgData name="Carey Garback" userId="dc25ffa4-de89-4779-8381-34524c87e417" providerId="ADAL" clId="{6E1D5EB8-13F6-40DF-B512-351F8F358EAF}" dt="2026-03-11T20:57:21.127" v="111" actId="700"/>
          <ac:spMkLst>
            <pc:docMk/>
            <pc:sldMk cId="0" sldId="29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4"/>
        </pc:sldMkLst>
        <pc:spChg chg="mod ord">
          <ac:chgData name="Carey Garback" userId="dc25ffa4-de89-4779-8381-34524c87e417" providerId="ADAL" clId="{6E1D5EB8-13F6-40DF-B512-351F8F358EAF}" dt="2026-03-11T20:57:21.127" v="111" actId="700"/>
          <ac:spMkLst>
            <pc:docMk/>
            <pc:sldMk cId="0" sldId="29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5"/>
        </pc:sldMkLst>
        <pc:spChg chg="mod ord">
          <ac:chgData name="Carey Garback" userId="dc25ffa4-de89-4779-8381-34524c87e417" providerId="ADAL" clId="{6E1D5EB8-13F6-40DF-B512-351F8F358EAF}" dt="2026-03-11T20:57:21.127" v="111" actId="700"/>
          <ac:spMkLst>
            <pc:docMk/>
            <pc:sldMk cId="0" sldId="29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6"/>
        </pc:sldMkLst>
        <pc:spChg chg="mod ord">
          <ac:chgData name="Carey Garback" userId="dc25ffa4-de89-4779-8381-34524c87e417" providerId="ADAL" clId="{6E1D5EB8-13F6-40DF-B512-351F8F358EAF}" dt="2026-03-11T20:57:21.127" v="111" actId="700"/>
          <ac:spMkLst>
            <pc:docMk/>
            <pc:sldMk cId="0" sldId="29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7"/>
        </pc:sldMkLst>
        <pc:spChg chg="mod ord">
          <ac:chgData name="Carey Garback" userId="dc25ffa4-de89-4779-8381-34524c87e417" providerId="ADAL" clId="{6E1D5EB8-13F6-40DF-B512-351F8F358EAF}" dt="2026-03-11T20:57:21.127" v="111" actId="700"/>
          <ac:spMkLst>
            <pc:docMk/>
            <pc:sldMk cId="0" sldId="29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8"/>
        </pc:sldMkLst>
        <pc:spChg chg="mod ord">
          <ac:chgData name="Carey Garback" userId="dc25ffa4-de89-4779-8381-34524c87e417" providerId="ADAL" clId="{6E1D5EB8-13F6-40DF-B512-351F8F358EAF}" dt="2026-03-11T20:57:21.127" v="111" actId="700"/>
          <ac:spMkLst>
            <pc:docMk/>
            <pc:sldMk cId="0" sldId="29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9"/>
        </pc:sldMkLst>
        <pc:spChg chg="mod ord">
          <ac:chgData name="Carey Garback" userId="dc25ffa4-de89-4779-8381-34524c87e417" providerId="ADAL" clId="{6E1D5EB8-13F6-40DF-B512-351F8F358EAF}" dt="2026-03-11T20:57:21.127" v="111" actId="700"/>
          <ac:spMkLst>
            <pc:docMk/>
            <pc:sldMk cId="0" sldId="29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0"/>
        </pc:sldMkLst>
        <pc:spChg chg="mod ord">
          <ac:chgData name="Carey Garback" userId="dc25ffa4-de89-4779-8381-34524c87e417" providerId="ADAL" clId="{6E1D5EB8-13F6-40DF-B512-351F8F358EAF}" dt="2026-03-11T20:57:21.127" v="111" actId="700"/>
          <ac:spMkLst>
            <pc:docMk/>
            <pc:sldMk cId="0" sldId="300"/>
            <ac:spMk id="2" creationId="{00000000-0000-0000-0000-000000000000}"/>
          </ac:spMkLst>
        </pc:spChg>
      </pc:sldChg>
      <pc:sldChg chg="modSp mod modClrScheme chgLayout">
        <pc:chgData name="Carey Garback" userId="dc25ffa4-de89-4779-8381-34524c87e417" providerId="ADAL" clId="{6E1D5EB8-13F6-40DF-B512-351F8F358EAF}" dt="2026-03-11T21:05:34.897" v="212" actId="14100"/>
        <pc:sldMkLst>
          <pc:docMk/>
          <pc:sldMk cId="0" sldId="301"/>
        </pc:sldMkLst>
        <pc:spChg chg="mod ord">
          <ac:chgData name="Carey Garback" userId="dc25ffa4-de89-4779-8381-34524c87e417" providerId="ADAL" clId="{6E1D5EB8-13F6-40DF-B512-351F8F358EAF}" dt="2026-03-11T21:05:29.945" v="211" actId="1038"/>
          <ac:spMkLst>
            <pc:docMk/>
            <pc:sldMk cId="0" sldId="301"/>
            <ac:spMk id="302" creationId="{00000000-0000-0000-0000-000000000000}"/>
          </ac:spMkLst>
        </pc:spChg>
        <pc:spChg chg="mod ord">
          <ac:chgData name="Carey Garback" userId="dc25ffa4-de89-4779-8381-34524c87e417" providerId="ADAL" clId="{6E1D5EB8-13F6-40DF-B512-351F8F358EAF}" dt="2026-03-11T21:05:34.897" v="212" actId="14100"/>
          <ac:spMkLst>
            <pc:docMk/>
            <pc:sldMk cId="0" sldId="301"/>
            <ac:spMk id="303" creationId="{00000000-0000-0000-0000-000000000000}"/>
          </ac:spMkLst>
        </pc:spChg>
      </pc:sldChg>
      <pc:sldChg chg="modSp mod modClrScheme chgLayout">
        <pc:chgData name="Carey Garback" userId="dc25ffa4-de89-4779-8381-34524c87e417" providerId="ADAL" clId="{6E1D5EB8-13F6-40DF-B512-351F8F358EAF}" dt="2026-03-11T20:59:36.646" v="112" actId="1076"/>
        <pc:sldMkLst>
          <pc:docMk/>
          <pc:sldMk cId="0" sldId="302"/>
        </pc:sldMkLst>
        <pc:spChg chg="mod ord">
          <ac:chgData name="Carey Garback" userId="dc25ffa4-de89-4779-8381-34524c87e417" providerId="ADAL" clId="{6E1D5EB8-13F6-40DF-B512-351F8F358EAF}" dt="2026-03-11T20:59:36.646" v="112" actId="1076"/>
          <ac:spMkLst>
            <pc:docMk/>
            <pc:sldMk cId="0" sldId="302"/>
            <ac:spMk id="308" creationId="{00000000-0000-0000-0000-000000000000}"/>
          </ac:spMkLst>
        </pc:spChg>
        <pc:spChg chg="mod ord">
          <ac:chgData name="Carey Garback" userId="dc25ffa4-de89-4779-8381-34524c87e417" providerId="ADAL" clId="{6E1D5EB8-13F6-40DF-B512-351F8F358EAF}" dt="2026-03-11T20:57:21.127" v="111" actId="700"/>
          <ac:spMkLst>
            <pc:docMk/>
            <pc:sldMk cId="0" sldId="302"/>
            <ac:spMk id="3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3"/>
        </pc:sldMkLst>
        <pc:spChg chg="mod ord">
          <ac:chgData name="Carey Garback" userId="dc25ffa4-de89-4779-8381-34524c87e417" providerId="ADAL" clId="{6E1D5EB8-13F6-40DF-B512-351F8F358EAF}" dt="2026-03-11T20:57:21.127" v="111" actId="700"/>
          <ac:spMkLst>
            <pc:docMk/>
            <pc:sldMk cId="0" sldId="303"/>
            <ac:spMk id="6" creationId="{00000000-0000-0000-0000-000000000000}"/>
          </ac:spMkLst>
        </pc:spChg>
      </pc:sldChg>
      <pc:sldChg chg="modSp mod modClrScheme chgLayout">
        <pc:chgData name="Carey Garback" userId="dc25ffa4-de89-4779-8381-34524c87e417" providerId="ADAL" clId="{6E1D5EB8-13F6-40DF-B512-351F8F358EAF}" dt="2026-03-11T21:11:13.525" v="323" actId="1076"/>
        <pc:sldMkLst>
          <pc:docMk/>
          <pc:sldMk cId="0" sldId="304"/>
        </pc:sldMkLst>
        <pc:spChg chg="mod ord">
          <ac:chgData name="Carey Garback" userId="dc25ffa4-de89-4779-8381-34524c87e417" providerId="ADAL" clId="{6E1D5EB8-13F6-40DF-B512-351F8F358EAF}" dt="2026-03-11T21:11:13.525" v="323" actId="1076"/>
          <ac:spMkLst>
            <pc:docMk/>
            <pc:sldMk cId="0" sldId="30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4"/>
            <ac:spMk id="10" creationId="{00000000-0000-0000-0000-000000000000}"/>
          </ac:spMkLst>
        </pc:spChg>
      </pc:sldChg>
      <pc:sldChg chg="modSp mod modClrScheme chgLayout">
        <pc:chgData name="Carey Garback" userId="dc25ffa4-de89-4779-8381-34524c87e417" providerId="ADAL" clId="{6E1D5EB8-13F6-40DF-B512-351F8F358EAF}" dt="2026-03-11T21:11:21.393" v="325" actId="1076"/>
        <pc:sldMkLst>
          <pc:docMk/>
          <pc:sldMk cId="0" sldId="305"/>
        </pc:sldMkLst>
        <pc:spChg chg="mod ord">
          <ac:chgData name="Carey Garback" userId="dc25ffa4-de89-4779-8381-34524c87e417" providerId="ADAL" clId="{6E1D5EB8-13F6-40DF-B512-351F8F358EAF}" dt="2026-03-11T21:11:21.393" v="325" actId="1076"/>
          <ac:spMkLst>
            <pc:docMk/>
            <pc:sldMk cId="0" sldId="305"/>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5"/>
            <ac:spMk id="10" creationId="{00000000-0000-0000-0000-000000000000}"/>
          </ac:spMkLst>
        </pc:spChg>
      </pc:sldChg>
      <pc:sldChg chg="modSp mod modClrScheme chgLayout">
        <pc:chgData name="Carey Garback" userId="dc25ffa4-de89-4779-8381-34524c87e417" providerId="ADAL" clId="{6E1D5EB8-13F6-40DF-B512-351F8F358EAF}" dt="2026-03-11T21:11:29.020" v="327" actId="1076"/>
        <pc:sldMkLst>
          <pc:docMk/>
          <pc:sldMk cId="0" sldId="306"/>
        </pc:sldMkLst>
        <pc:spChg chg="mod ord">
          <ac:chgData name="Carey Garback" userId="dc25ffa4-de89-4779-8381-34524c87e417" providerId="ADAL" clId="{6E1D5EB8-13F6-40DF-B512-351F8F358EAF}" dt="2026-03-11T21:11:29.020" v="327" actId="1076"/>
          <ac:spMkLst>
            <pc:docMk/>
            <pc:sldMk cId="0" sldId="306"/>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6"/>
            <ac:spMk id="10" creationId="{00000000-0000-0000-0000-000000000000}"/>
          </ac:spMkLst>
        </pc:spChg>
      </pc:sldChg>
      <pc:sldChg chg="delSp modSp mod modClrScheme chgLayout">
        <pc:chgData name="Carey Garback" userId="dc25ffa4-de89-4779-8381-34524c87e417" providerId="ADAL" clId="{6E1D5EB8-13F6-40DF-B512-351F8F358EAF}" dt="2026-03-11T20:59:43.671" v="113" actId="1076"/>
        <pc:sldMkLst>
          <pc:docMk/>
          <pc:sldMk cId="0" sldId="307"/>
        </pc:sldMkLst>
        <pc:spChg chg="mod ord">
          <ac:chgData name="Carey Garback" userId="dc25ffa4-de89-4779-8381-34524c87e417" providerId="ADAL" clId="{6E1D5EB8-13F6-40DF-B512-351F8F358EAF}" dt="2026-03-11T20:59:43.671" v="113" actId="1076"/>
          <ac:spMkLst>
            <pc:docMk/>
            <pc:sldMk cId="0" sldId="307"/>
            <ac:spMk id="479" creationId="{00000000-0000-0000-0000-000000000000}"/>
          </ac:spMkLst>
        </pc:spChg>
        <pc:spChg chg="mod ord">
          <ac:chgData name="Carey Garback" userId="dc25ffa4-de89-4779-8381-34524c87e417" providerId="ADAL" clId="{6E1D5EB8-13F6-40DF-B512-351F8F358EAF}" dt="2026-03-11T20:57:21.127" v="111" actId="700"/>
          <ac:spMkLst>
            <pc:docMk/>
            <pc:sldMk cId="0" sldId="307"/>
            <ac:spMk id="480" creationId="{00000000-0000-0000-0000-000000000000}"/>
          </ac:spMkLst>
        </pc:spChg>
        <pc:spChg chg="del">
          <ac:chgData name="Carey Garback" userId="dc25ffa4-de89-4779-8381-34524c87e417" providerId="ADAL" clId="{6E1D5EB8-13F6-40DF-B512-351F8F358EAF}" dt="2026-03-11T20:51:00.979" v="52" actId="478"/>
          <ac:spMkLst>
            <pc:docMk/>
            <pc:sldMk cId="0" sldId="307"/>
            <ac:spMk id="48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8"/>
        </pc:sldMkLst>
        <pc:spChg chg="mod ord">
          <ac:chgData name="Carey Garback" userId="dc25ffa4-de89-4779-8381-34524c87e417" providerId="ADAL" clId="{6E1D5EB8-13F6-40DF-B512-351F8F358EAF}" dt="2026-03-11T20:57:21.127" v="111" actId="700"/>
          <ac:spMkLst>
            <pc:docMk/>
            <pc:sldMk cId="0" sldId="308"/>
            <ac:spMk id="487" creationId="{00000000-0000-0000-0000-000000000000}"/>
          </ac:spMkLst>
        </pc:spChg>
        <pc:spChg chg="mod ord">
          <ac:chgData name="Carey Garback" userId="dc25ffa4-de89-4779-8381-34524c87e417" providerId="ADAL" clId="{6E1D5EB8-13F6-40DF-B512-351F8F358EAF}" dt="2026-03-11T20:57:21.127" v="111" actId="700"/>
          <ac:spMkLst>
            <pc:docMk/>
            <pc:sldMk cId="0" sldId="308"/>
            <ac:spMk id="488" creationId="{00000000-0000-0000-0000-000000000000}"/>
          </ac:spMkLst>
        </pc:spChg>
      </pc:sldChg>
      <pc:sldChg chg="delSp mod modClrScheme chgLayout">
        <pc:chgData name="Carey Garback" userId="dc25ffa4-de89-4779-8381-34524c87e417" providerId="ADAL" clId="{6E1D5EB8-13F6-40DF-B512-351F8F358EAF}" dt="2026-03-11T20:57:21.127" v="111" actId="700"/>
        <pc:sldMkLst>
          <pc:docMk/>
          <pc:sldMk cId="0" sldId="309"/>
        </pc:sldMkLst>
        <pc:spChg chg="del">
          <ac:chgData name="Carey Garback" userId="dc25ffa4-de89-4779-8381-34524c87e417" providerId="ADAL" clId="{6E1D5EB8-13F6-40DF-B512-351F8F358EAF}" dt="2026-03-11T20:49:21.684" v="28" actId="700"/>
          <ac:spMkLst>
            <pc:docMk/>
            <pc:sldMk cId="0" sldId="309"/>
            <ac:spMk id="495" creationId="{00000000-0000-0000-0000-000000000000}"/>
          </ac:spMkLst>
        </pc:spChg>
        <pc:spChg chg="del">
          <ac:chgData name="Carey Garback" userId="dc25ffa4-de89-4779-8381-34524c87e417" providerId="ADAL" clId="{6E1D5EB8-13F6-40DF-B512-351F8F358EAF}" dt="2026-03-11T20:49:21.684" v="28" actId="700"/>
          <ac:spMkLst>
            <pc:docMk/>
            <pc:sldMk cId="0" sldId="309"/>
            <ac:spMk id="496" creationId="{00000000-0000-0000-0000-000000000000}"/>
          </ac:spMkLst>
        </pc:spChg>
      </pc:sldChg>
      <pc:sldChg chg="modSp mod modClrScheme chgLayout">
        <pc:chgData name="Carey Garback" userId="dc25ffa4-de89-4779-8381-34524c87e417" providerId="ADAL" clId="{6E1D5EB8-13F6-40DF-B512-351F8F358EAF}" dt="2026-03-11T21:06:03.065" v="216" actId="14100"/>
        <pc:sldMkLst>
          <pc:docMk/>
          <pc:sldMk cId="0" sldId="310"/>
        </pc:sldMkLst>
        <pc:spChg chg="mod ord">
          <ac:chgData name="Carey Garback" userId="dc25ffa4-de89-4779-8381-34524c87e417" providerId="ADAL" clId="{6E1D5EB8-13F6-40DF-B512-351F8F358EAF}" dt="2026-03-11T21:06:03.065" v="216" actId="14100"/>
          <ac:spMkLst>
            <pc:docMk/>
            <pc:sldMk cId="0" sldId="31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10"/>
            <ac:spMk id="7" creationId="{00000000-0000-0000-0000-000000000000}"/>
          </ac:spMkLst>
        </pc:spChg>
      </pc:sldChg>
      <pc:sldChg chg="modSp mod modClrScheme chgLayout">
        <pc:chgData name="Carey Garback" userId="dc25ffa4-de89-4779-8381-34524c87e417" providerId="ADAL" clId="{6E1D5EB8-13F6-40DF-B512-351F8F358EAF}" dt="2026-03-11T21:05:54.010" v="215" actId="1076"/>
        <pc:sldMkLst>
          <pc:docMk/>
          <pc:sldMk cId="0" sldId="311"/>
        </pc:sldMkLst>
        <pc:spChg chg="mod ord">
          <ac:chgData name="Carey Garback" userId="dc25ffa4-de89-4779-8381-34524c87e417" providerId="ADAL" clId="{6E1D5EB8-13F6-40DF-B512-351F8F358EAF}" dt="2026-03-11T21:05:54.010" v="215" actId="1076"/>
          <ac:spMkLst>
            <pc:docMk/>
            <pc:sldMk cId="0" sldId="31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2"/>
        </pc:sldMkLst>
        <pc:spChg chg="mod ord">
          <ac:chgData name="Carey Garback" userId="dc25ffa4-de89-4779-8381-34524c87e417" providerId="ADAL" clId="{6E1D5EB8-13F6-40DF-B512-351F8F358EAF}" dt="2026-03-11T20:57:21.127" v="111" actId="700"/>
          <ac:spMkLst>
            <pc:docMk/>
            <pc:sldMk cId="0" sldId="312"/>
            <ac:spMk id="13" creationId="{00000000-0000-0000-0000-000000000000}"/>
          </ac:spMkLst>
        </pc:spChg>
      </pc:sldChg>
      <pc:sldChg chg="modSp mod modClrScheme chgLayout">
        <pc:chgData name="Carey Garback" userId="dc25ffa4-de89-4779-8381-34524c87e417" providerId="ADAL" clId="{6E1D5EB8-13F6-40DF-B512-351F8F358EAF}" dt="2026-03-11T21:12:26.356" v="366" actId="1076"/>
        <pc:sldMkLst>
          <pc:docMk/>
          <pc:sldMk cId="0" sldId="313"/>
        </pc:sldMkLst>
        <pc:spChg chg="mod ord">
          <ac:chgData name="Carey Garback" userId="dc25ffa4-de89-4779-8381-34524c87e417" providerId="ADAL" clId="{6E1D5EB8-13F6-40DF-B512-351F8F358EAF}" dt="2026-03-11T21:12:26.356" v="366" actId="1076"/>
          <ac:spMkLst>
            <pc:docMk/>
            <pc:sldMk cId="0" sldId="31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3"/>
            <ac:spMk id="18" creationId="{00000000-0000-0000-0000-000000000000}"/>
          </ac:spMkLst>
        </pc:spChg>
      </pc:sldChg>
      <pc:sldChg chg="delSp modSp mod modClrScheme chgLayout">
        <pc:chgData name="Carey Garback" userId="dc25ffa4-de89-4779-8381-34524c87e417" providerId="ADAL" clId="{6E1D5EB8-13F6-40DF-B512-351F8F358EAF}" dt="2026-03-11T21:12:37.002" v="369" actId="1076"/>
        <pc:sldMkLst>
          <pc:docMk/>
          <pc:sldMk cId="0" sldId="314"/>
        </pc:sldMkLst>
        <pc:spChg chg="del">
          <ac:chgData name="Carey Garback" userId="dc25ffa4-de89-4779-8381-34524c87e417" providerId="ADAL" clId="{6E1D5EB8-13F6-40DF-B512-351F8F358EAF}" dt="2026-03-11T21:12:30.155" v="367" actId="478"/>
          <ac:spMkLst>
            <pc:docMk/>
            <pc:sldMk cId="0" sldId="314"/>
            <ac:spMk id="2"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4"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5"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6"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7" creationId="{00000000-0000-0000-0000-000000000000}"/>
          </ac:spMkLst>
        </pc:spChg>
        <pc:spChg chg="mod ord">
          <ac:chgData name="Carey Garback" userId="dc25ffa4-de89-4779-8381-34524c87e417" providerId="ADAL" clId="{6E1D5EB8-13F6-40DF-B512-351F8F358EAF}" dt="2026-03-11T21:12:37.002" v="369" actId="1076"/>
          <ac:spMkLst>
            <pc:docMk/>
            <pc:sldMk cId="0" sldId="314"/>
            <ac:spMk id="8"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9" creationId="{00000000-0000-0000-0000-000000000000}"/>
          </ac:spMkLst>
        </pc:spChg>
        <pc:spChg chg="mod ord">
          <ac:chgData name="Carey Garback" userId="dc25ffa4-de89-4779-8381-34524c87e417" providerId="ADAL" clId="{6E1D5EB8-13F6-40DF-B512-351F8F358EAF}" dt="2026-03-11T21:12:33.351" v="368" actId="207"/>
          <ac:spMkLst>
            <pc:docMk/>
            <pc:sldMk cId="0" sldId="314"/>
            <ac:spMk id="10"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5"/>
        </pc:sldMkLst>
        <pc:spChg chg="mod ord">
          <ac:chgData name="Carey Garback" userId="dc25ffa4-de89-4779-8381-34524c87e417" providerId="ADAL" clId="{6E1D5EB8-13F6-40DF-B512-351F8F358EAF}" dt="2026-03-11T20:57:21.127" v="111" actId="700"/>
          <ac:spMkLst>
            <pc:docMk/>
            <pc:sldMk cId="0" sldId="31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5"/>
            <ac:spMk id="13" creationId="{00000000-0000-0000-0000-000000000000}"/>
          </ac:spMkLst>
        </pc:spChg>
      </pc:sldChg>
      <pc:sldChg chg="modSp mod modClrScheme chgLayout">
        <pc:chgData name="Carey Garback" userId="dc25ffa4-de89-4779-8381-34524c87e417" providerId="ADAL" clId="{6E1D5EB8-13F6-40DF-B512-351F8F358EAF}" dt="2026-03-11T21:12:46.091" v="371" actId="1076"/>
        <pc:sldMkLst>
          <pc:docMk/>
          <pc:sldMk cId="0" sldId="316"/>
        </pc:sldMkLst>
        <pc:spChg chg="mod ord">
          <ac:chgData name="Carey Garback" userId="dc25ffa4-de89-4779-8381-34524c87e417" providerId="ADAL" clId="{6E1D5EB8-13F6-40DF-B512-351F8F358EAF}" dt="2026-03-11T21:12:46.091" v="371" actId="1076"/>
          <ac:spMkLst>
            <pc:docMk/>
            <pc:sldMk cId="0" sldId="31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6"/>
            <ac:spMk id="10" creationId="{00000000-0000-0000-0000-000000000000}"/>
          </ac:spMkLst>
        </pc:spChg>
      </pc:sldChg>
      <pc:sldChg chg="modSp mod modClrScheme chgLayout">
        <pc:chgData name="Carey Garback" userId="dc25ffa4-de89-4779-8381-34524c87e417" providerId="ADAL" clId="{6E1D5EB8-13F6-40DF-B512-351F8F358EAF}" dt="2026-03-11T21:12:55.325" v="373" actId="1076"/>
        <pc:sldMkLst>
          <pc:docMk/>
          <pc:sldMk cId="0" sldId="317"/>
        </pc:sldMkLst>
        <pc:spChg chg="mod ord">
          <ac:chgData name="Carey Garback" userId="dc25ffa4-de89-4779-8381-34524c87e417" providerId="ADAL" clId="{6E1D5EB8-13F6-40DF-B512-351F8F358EAF}" dt="2026-03-11T21:12:55.325" v="373" actId="1076"/>
          <ac:spMkLst>
            <pc:docMk/>
            <pc:sldMk cId="0" sldId="317"/>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17"/>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8"/>
        </pc:sldMkLst>
        <pc:spChg chg="mod ord">
          <ac:chgData name="Carey Garback" userId="dc25ffa4-de89-4779-8381-34524c87e417" providerId="ADAL" clId="{6E1D5EB8-13F6-40DF-B512-351F8F358EAF}" dt="2026-03-11T20:57:21.127" v="111" actId="700"/>
          <ac:spMkLst>
            <pc:docMk/>
            <pc:sldMk cId="0" sldId="31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8"/>
            <ac:spMk id="11" creationId="{00000000-0000-0000-0000-000000000000}"/>
          </ac:spMkLst>
        </pc:spChg>
      </pc:sldChg>
      <pc:sldChg chg="modSp mod modClrScheme chgLayout">
        <pc:chgData name="Carey Garback" userId="dc25ffa4-de89-4779-8381-34524c87e417" providerId="ADAL" clId="{6E1D5EB8-13F6-40DF-B512-351F8F358EAF}" dt="2026-03-11T21:13:06.442" v="375" actId="1076"/>
        <pc:sldMkLst>
          <pc:docMk/>
          <pc:sldMk cId="0" sldId="319"/>
        </pc:sldMkLst>
        <pc:spChg chg="mod ord">
          <ac:chgData name="Carey Garback" userId="dc25ffa4-de89-4779-8381-34524c87e417" providerId="ADAL" clId="{6E1D5EB8-13F6-40DF-B512-351F8F358EAF}" dt="2026-03-11T21:13:06.442" v="375" actId="1076"/>
          <ac:spMkLst>
            <pc:docMk/>
            <pc:sldMk cId="0" sldId="319"/>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9"/>
            <ac:spMk id="10" creationId="{00000000-0000-0000-0000-000000000000}"/>
          </ac:spMkLst>
        </pc:spChg>
      </pc:sldChg>
      <pc:sldChg chg="delSp modSp mod modClrScheme chgLayout">
        <pc:chgData name="Carey Garback" userId="dc25ffa4-de89-4779-8381-34524c87e417" providerId="ADAL" clId="{6E1D5EB8-13F6-40DF-B512-351F8F358EAF}" dt="2026-03-11T21:06:21.197" v="243" actId="1035"/>
        <pc:sldMkLst>
          <pc:docMk/>
          <pc:sldMk cId="0" sldId="320"/>
        </pc:sldMkLst>
        <pc:spChg chg="del">
          <ac:chgData name="Carey Garback" userId="dc25ffa4-de89-4779-8381-34524c87e417" providerId="ADAL" clId="{6E1D5EB8-13F6-40DF-B512-351F8F358EAF}" dt="2026-03-11T20:51:58.859" v="59" actId="478"/>
          <ac:spMkLst>
            <pc:docMk/>
            <pc:sldMk cId="0" sldId="320"/>
            <ac:spMk id="2" creationId="{00000000-0000-0000-0000-000000000000}"/>
          </ac:spMkLst>
        </pc:spChg>
        <pc:spChg chg="mod">
          <ac:chgData name="Carey Garback" userId="dc25ffa4-de89-4779-8381-34524c87e417" providerId="ADAL" clId="{6E1D5EB8-13F6-40DF-B512-351F8F358EAF}" dt="2026-03-11T20:52:07.165" v="60" actId="207"/>
          <ac:spMkLst>
            <pc:docMk/>
            <pc:sldMk cId="0" sldId="320"/>
            <ac:spMk id="4" creationId="{00000000-0000-0000-0000-000000000000}"/>
          </ac:spMkLst>
        </pc:spChg>
        <pc:spChg chg="mod">
          <ac:chgData name="Carey Garback" userId="dc25ffa4-de89-4779-8381-34524c87e417" providerId="ADAL" clId="{6E1D5EB8-13F6-40DF-B512-351F8F358EAF}" dt="2026-03-11T20:52:07.165" v="60" actId="207"/>
          <ac:spMkLst>
            <pc:docMk/>
            <pc:sldMk cId="0" sldId="320"/>
            <ac:spMk id="5" creationId="{00000000-0000-0000-0000-000000000000}"/>
          </ac:spMkLst>
        </pc:spChg>
        <pc:spChg chg="mod">
          <ac:chgData name="Carey Garback" userId="dc25ffa4-de89-4779-8381-34524c87e417" providerId="ADAL" clId="{6E1D5EB8-13F6-40DF-B512-351F8F358EAF}" dt="2026-03-11T20:52:07.165" v="60" actId="207"/>
          <ac:spMkLst>
            <pc:docMk/>
            <pc:sldMk cId="0" sldId="320"/>
            <ac:spMk id="6" creationId="{00000000-0000-0000-0000-000000000000}"/>
          </ac:spMkLst>
        </pc:spChg>
        <pc:spChg chg="mod">
          <ac:chgData name="Carey Garback" userId="dc25ffa4-de89-4779-8381-34524c87e417" providerId="ADAL" clId="{6E1D5EB8-13F6-40DF-B512-351F8F358EAF}" dt="2026-03-11T20:52:07.165" v="60" actId="207"/>
          <ac:spMkLst>
            <pc:docMk/>
            <pc:sldMk cId="0" sldId="320"/>
            <ac:spMk id="7" creationId="{00000000-0000-0000-0000-000000000000}"/>
          </ac:spMkLst>
        </pc:spChg>
        <pc:spChg chg="mod">
          <ac:chgData name="Carey Garback" userId="dc25ffa4-de89-4779-8381-34524c87e417" providerId="ADAL" clId="{6E1D5EB8-13F6-40DF-B512-351F8F358EAF}" dt="2026-03-11T21:06:21.197" v="243" actId="1035"/>
          <ac:spMkLst>
            <pc:docMk/>
            <pc:sldMk cId="0" sldId="320"/>
            <ac:spMk id="9" creationId="{00000000-0000-0000-0000-000000000000}"/>
          </ac:spMkLst>
        </pc:spChg>
        <pc:spChg chg="mod ord">
          <ac:chgData name="Carey Garback" userId="dc25ffa4-de89-4779-8381-34524c87e417" providerId="ADAL" clId="{6E1D5EB8-13F6-40DF-B512-351F8F358EAF}" dt="2026-03-11T21:06:21.197" v="243" actId="1035"/>
          <ac:spMkLst>
            <pc:docMk/>
            <pc:sldMk cId="0" sldId="320"/>
            <ac:spMk id="10" creationId="{00000000-0000-0000-0000-000000000000}"/>
          </ac:spMkLst>
        </pc:spChg>
        <pc:spChg chg="del mod ord">
          <ac:chgData name="Carey Garback" userId="dc25ffa4-de89-4779-8381-34524c87e417" providerId="ADAL" clId="{6E1D5EB8-13F6-40DF-B512-351F8F358EAF}" dt="2026-03-11T20:52:16.188" v="62" actId="478"/>
          <ac:spMkLst>
            <pc:docMk/>
            <pc:sldMk cId="0" sldId="320"/>
            <ac:spMk id="11" creationId="{00000000-0000-0000-0000-000000000000}"/>
          </ac:spMkLst>
        </pc:spChg>
        <pc:spChg chg="del mod">
          <ac:chgData name="Carey Garback" userId="dc25ffa4-de89-4779-8381-34524c87e417" providerId="ADAL" clId="{6E1D5EB8-13F6-40DF-B512-351F8F358EAF}" dt="2026-03-11T20:52:14.243" v="61" actId="478"/>
          <ac:spMkLst>
            <pc:docMk/>
            <pc:sldMk cId="0" sldId="320"/>
            <ac:spMk id="12" creationId="{00000000-0000-0000-0000-000000000000}"/>
          </ac:spMkLst>
        </pc:spChg>
        <pc:grpChg chg="del">
          <ac:chgData name="Carey Garback" userId="dc25ffa4-de89-4779-8381-34524c87e417" providerId="ADAL" clId="{6E1D5EB8-13F6-40DF-B512-351F8F358EAF}" dt="2026-03-11T20:52:19.283" v="63" actId="478"/>
          <ac:grpSpMkLst>
            <pc:docMk/>
            <pc:sldMk cId="0" sldId="320"/>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1"/>
        </pc:sldMkLst>
        <pc:spChg chg="del">
          <ac:chgData name="Carey Garback" userId="dc25ffa4-de89-4779-8381-34524c87e417" providerId="ADAL" clId="{6E1D5EB8-13F6-40DF-B512-351F8F358EAF}" dt="2026-03-11T20:52:36.269" v="65" actId="478"/>
          <ac:spMkLst>
            <pc:docMk/>
            <pc:sldMk cId="0" sldId="321"/>
            <ac:spMk id="2" creationId="{00000000-0000-0000-0000-000000000000}"/>
          </ac:spMkLst>
        </pc:spChg>
        <pc:spChg chg="del">
          <ac:chgData name="Carey Garback" userId="dc25ffa4-de89-4779-8381-34524c87e417" providerId="ADAL" clId="{6E1D5EB8-13F6-40DF-B512-351F8F358EAF}" dt="2026-03-11T20:52:53.179" v="68" actId="478"/>
          <ac:spMkLst>
            <pc:docMk/>
            <pc:sldMk cId="0" sldId="321"/>
            <ac:spMk id="4" creationId="{00000000-0000-0000-0000-000000000000}"/>
          </ac:spMkLst>
        </pc:spChg>
        <pc:spChg chg="del">
          <ac:chgData name="Carey Garback" userId="dc25ffa4-de89-4779-8381-34524c87e417" providerId="ADAL" clId="{6E1D5EB8-13F6-40DF-B512-351F8F358EAF}" dt="2026-03-11T20:54:01.539" v="83" actId="478"/>
          <ac:spMkLst>
            <pc:docMk/>
            <pc:sldMk cId="0" sldId="321"/>
            <ac:spMk id="5" creationId="{00000000-0000-0000-0000-000000000000}"/>
          </ac:spMkLst>
        </pc:spChg>
        <pc:spChg chg="del">
          <ac:chgData name="Carey Garback" userId="dc25ffa4-de89-4779-8381-34524c87e417" providerId="ADAL" clId="{6E1D5EB8-13F6-40DF-B512-351F8F358EAF}" dt="2026-03-11T20:53:05.284" v="69" actId="478"/>
          <ac:spMkLst>
            <pc:docMk/>
            <pc:sldMk cId="0" sldId="32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1"/>
            <ac:spMk id="9" creationId="{00000000-0000-0000-0000-000000000000}"/>
          </ac:spMkLst>
        </pc:spChg>
        <pc:spChg chg="del">
          <ac:chgData name="Carey Garback" userId="dc25ffa4-de89-4779-8381-34524c87e417" providerId="ADAL" clId="{6E1D5EB8-13F6-40DF-B512-351F8F358EAF}" dt="2026-03-11T20:52:39.323" v="66" actId="478"/>
          <ac:spMkLst>
            <pc:docMk/>
            <pc:sldMk cId="0" sldId="321"/>
            <ac:spMk id="11" creationId="{00000000-0000-0000-0000-000000000000}"/>
          </ac:spMkLst>
        </pc:spChg>
        <pc:spChg chg="del mod">
          <ac:chgData name="Carey Garback" userId="dc25ffa4-de89-4779-8381-34524c87e417" providerId="ADAL" clId="{6E1D5EB8-13F6-40DF-B512-351F8F358EAF}" dt="2026-03-11T20:53:58.875" v="82" actId="478"/>
          <ac:spMkLst>
            <pc:docMk/>
            <pc:sldMk cId="0" sldId="321"/>
            <ac:spMk id="12" creationId="{00000000-0000-0000-0000-000000000000}"/>
          </ac:spMkLst>
        </pc:spChg>
        <pc:grpChg chg="mod">
          <ac:chgData name="Carey Garback" userId="dc25ffa4-de89-4779-8381-34524c87e417" providerId="ADAL" clId="{6E1D5EB8-13F6-40DF-B512-351F8F358EAF}" dt="2026-03-11T20:52:48.410" v="67" actId="1076"/>
          <ac:grpSpMkLst>
            <pc:docMk/>
            <pc:sldMk cId="0" sldId="321"/>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2"/>
        </pc:sldMkLst>
        <pc:spChg chg="del">
          <ac:chgData name="Carey Garback" userId="dc25ffa4-de89-4779-8381-34524c87e417" providerId="ADAL" clId="{6E1D5EB8-13F6-40DF-B512-351F8F358EAF}" dt="2026-03-11T20:53:21.947" v="71" actId="478"/>
          <ac:spMkLst>
            <pc:docMk/>
            <pc:sldMk cId="0" sldId="3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8" creationId="{00000000-0000-0000-0000-000000000000}"/>
          </ac:spMkLst>
        </pc:spChg>
        <pc:spChg chg="del">
          <ac:chgData name="Carey Garback" userId="dc25ffa4-de89-4779-8381-34524c87e417" providerId="ADAL" clId="{6E1D5EB8-13F6-40DF-B512-351F8F358EAF}" dt="2026-03-11T20:53:25.307" v="72" actId="478"/>
          <ac:spMkLst>
            <pc:docMk/>
            <pc:sldMk cId="0" sldId="322"/>
            <ac:spMk id="19" creationId="{00000000-0000-0000-0000-000000000000}"/>
          </ac:spMkLst>
        </pc:spChg>
        <pc:grpChg chg="del">
          <ac:chgData name="Carey Garback" userId="dc25ffa4-de89-4779-8381-34524c87e417" providerId="ADAL" clId="{6E1D5EB8-13F6-40DF-B512-351F8F358EAF}" dt="2026-03-11T20:53:18.674" v="70" actId="478"/>
          <ac:grpSpMkLst>
            <pc:docMk/>
            <pc:sldMk cId="0" sldId="322"/>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3"/>
        </pc:sldMkLst>
        <pc:spChg chg="del">
          <ac:chgData name="Carey Garback" userId="dc25ffa4-de89-4779-8381-34524c87e417" providerId="ADAL" clId="{6E1D5EB8-13F6-40DF-B512-351F8F358EAF}" dt="2026-03-11T20:54:30.936" v="89" actId="478"/>
          <ac:spMkLst>
            <pc:docMk/>
            <pc:sldMk cId="0" sldId="323"/>
            <ac:spMk id="2" creationId="{00000000-0000-0000-0000-000000000000}"/>
          </ac:spMkLst>
        </pc:spChg>
        <pc:spChg chg="del">
          <ac:chgData name="Carey Garback" userId="dc25ffa4-de89-4779-8381-34524c87e417" providerId="ADAL" clId="{6E1D5EB8-13F6-40DF-B512-351F8F358EAF}" dt="2026-03-11T20:54:25.451" v="88" actId="478"/>
          <ac:spMkLst>
            <pc:docMk/>
            <pc:sldMk cId="0" sldId="323"/>
            <ac:spMk id="4" creationId="{00000000-0000-0000-0000-000000000000}"/>
          </ac:spMkLst>
        </pc:spChg>
        <pc:spChg chg="del">
          <ac:chgData name="Carey Garback" userId="dc25ffa4-de89-4779-8381-34524c87e417" providerId="ADAL" clId="{6E1D5EB8-13F6-40DF-B512-351F8F358EAF}" dt="2026-03-11T20:54:47.401" v="92" actId="478"/>
          <ac:spMkLst>
            <pc:docMk/>
            <pc:sldMk cId="0" sldId="323"/>
            <ac:spMk id="5" creationId="{00000000-0000-0000-0000-000000000000}"/>
          </ac:spMkLst>
        </pc:spChg>
        <pc:spChg chg="del">
          <ac:chgData name="Carey Garback" userId="dc25ffa4-de89-4779-8381-34524c87e417" providerId="ADAL" clId="{6E1D5EB8-13F6-40DF-B512-351F8F358EAF}" dt="2026-03-11T20:54:53.236" v="94" actId="478"/>
          <ac:spMkLst>
            <pc:docMk/>
            <pc:sldMk cId="0" sldId="32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3"/>
            <ac:spMk id="9" creationId="{00000000-0000-0000-0000-000000000000}"/>
          </ac:spMkLst>
        </pc:spChg>
        <pc:spChg chg="add del">
          <ac:chgData name="Carey Garback" userId="dc25ffa4-de89-4779-8381-34524c87e417" providerId="ADAL" clId="{6E1D5EB8-13F6-40DF-B512-351F8F358EAF}" dt="2026-03-11T20:54:51.299" v="93" actId="478"/>
          <ac:spMkLst>
            <pc:docMk/>
            <pc:sldMk cId="0" sldId="323"/>
            <ac:spMk id="11" creationId="{00000000-0000-0000-0000-000000000000}"/>
          </ac:spMkLst>
        </pc:spChg>
        <pc:spChg chg="del">
          <ac:chgData name="Carey Garback" userId="dc25ffa4-de89-4779-8381-34524c87e417" providerId="ADAL" clId="{6E1D5EB8-13F6-40DF-B512-351F8F358EAF}" dt="2026-03-11T20:54:30.936" v="89" actId="478"/>
          <ac:spMkLst>
            <pc:docMk/>
            <pc:sldMk cId="0" sldId="323"/>
            <ac:spMk id="12" creationId="{00000000-0000-0000-0000-000000000000}"/>
          </ac:spMkLst>
        </pc:spChg>
        <pc:grpChg chg="add del">
          <ac:chgData name="Carey Garback" userId="dc25ffa4-de89-4779-8381-34524c87e417" providerId="ADAL" clId="{6E1D5EB8-13F6-40DF-B512-351F8F358EAF}" dt="2026-03-11T20:54:44.007" v="91" actId="478"/>
          <ac:grpSpMkLst>
            <pc:docMk/>
            <pc:sldMk cId="0" sldId="323"/>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4"/>
        </pc:sldMkLst>
        <pc:spChg chg="del">
          <ac:chgData name="Carey Garback" userId="dc25ffa4-de89-4779-8381-34524c87e417" providerId="ADAL" clId="{6E1D5EB8-13F6-40DF-B512-351F8F358EAF}" dt="2026-03-11T20:55:04.982" v="96" actId="478"/>
          <ac:spMkLst>
            <pc:docMk/>
            <pc:sldMk cId="0" sldId="32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4"/>
            <ac:spMk id="7" creationId="{00000000-0000-0000-0000-000000000000}"/>
          </ac:spMkLst>
        </pc:spChg>
        <pc:spChg chg="del">
          <ac:chgData name="Carey Garback" userId="dc25ffa4-de89-4779-8381-34524c87e417" providerId="ADAL" clId="{6E1D5EB8-13F6-40DF-B512-351F8F358EAF}" dt="2026-03-11T20:55:06.218" v="97" actId="478"/>
          <ac:spMkLst>
            <pc:docMk/>
            <pc:sldMk cId="0" sldId="324"/>
            <ac:spMk id="16" creationId="{00000000-0000-0000-0000-000000000000}"/>
          </ac:spMkLst>
        </pc:spChg>
        <pc:grpChg chg="del">
          <ac:chgData name="Carey Garback" userId="dc25ffa4-de89-4779-8381-34524c87e417" providerId="ADAL" clId="{6E1D5EB8-13F6-40DF-B512-351F8F358EAF}" dt="2026-03-11T20:55:03.088" v="95" actId="478"/>
          <ac:grpSpMkLst>
            <pc:docMk/>
            <pc:sldMk cId="0" sldId="324"/>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5"/>
        </pc:sldMkLst>
        <pc:spChg chg="del">
          <ac:chgData name="Carey Garback" userId="dc25ffa4-de89-4779-8381-34524c87e417" providerId="ADAL" clId="{6E1D5EB8-13F6-40DF-B512-351F8F358EAF}" dt="2026-03-11T20:55:18.164" v="101" actId="478"/>
          <ac:spMkLst>
            <pc:docMk/>
            <pc:sldMk cId="0" sldId="325"/>
            <ac:spMk id="2" creationId="{00000000-0000-0000-0000-000000000000}"/>
          </ac:spMkLst>
        </pc:spChg>
        <pc:spChg chg="del">
          <ac:chgData name="Carey Garback" userId="dc25ffa4-de89-4779-8381-34524c87e417" providerId="ADAL" clId="{6E1D5EB8-13F6-40DF-B512-351F8F358EAF}" dt="2026-03-11T20:55:26.635" v="105" actId="478"/>
          <ac:spMkLst>
            <pc:docMk/>
            <pc:sldMk cId="0" sldId="325"/>
            <ac:spMk id="4" creationId="{00000000-0000-0000-0000-000000000000}"/>
          </ac:spMkLst>
        </pc:spChg>
        <pc:spChg chg="del">
          <ac:chgData name="Carey Garback" userId="dc25ffa4-de89-4779-8381-34524c87e417" providerId="ADAL" clId="{6E1D5EB8-13F6-40DF-B512-351F8F358EAF}" dt="2026-03-11T20:55:22.875" v="103" actId="478"/>
          <ac:spMkLst>
            <pc:docMk/>
            <pc:sldMk cId="0" sldId="325"/>
            <ac:spMk id="5" creationId="{00000000-0000-0000-0000-000000000000}"/>
          </ac:spMkLst>
        </pc:spChg>
        <pc:spChg chg="del">
          <ac:chgData name="Carey Garback" userId="dc25ffa4-de89-4779-8381-34524c87e417" providerId="ADAL" clId="{6E1D5EB8-13F6-40DF-B512-351F8F358EAF}" dt="2026-03-11T20:55:16.399" v="100" actId="478"/>
          <ac:spMkLst>
            <pc:docMk/>
            <pc:sldMk cId="0" sldId="32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5"/>
            <ac:spMk id="9" creationId="{00000000-0000-0000-0000-000000000000}"/>
          </ac:spMkLst>
        </pc:spChg>
        <pc:spChg chg="del">
          <ac:chgData name="Carey Garback" userId="dc25ffa4-de89-4779-8381-34524c87e417" providerId="ADAL" clId="{6E1D5EB8-13F6-40DF-B512-351F8F358EAF}" dt="2026-03-11T20:55:24.178" v="104" actId="478"/>
          <ac:spMkLst>
            <pc:docMk/>
            <pc:sldMk cId="0" sldId="325"/>
            <ac:spMk id="11" creationId="{00000000-0000-0000-0000-000000000000}"/>
          </ac:spMkLst>
        </pc:spChg>
        <pc:spChg chg="mod">
          <ac:chgData name="Carey Garback" userId="dc25ffa4-de89-4779-8381-34524c87e417" providerId="ADAL" clId="{6E1D5EB8-13F6-40DF-B512-351F8F358EAF}" dt="2026-03-11T20:55:19.986" v="102" actId="6549"/>
          <ac:spMkLst>
            <pc:docMk/>
            <pc:sldMk cId="0" sldId="325"/>
            <ac:spMk id="12" creationId="{00000000-0000-0000-0000-000000000000}"/>
          </ac:spMkLst>
        </pc:spChg>
        <pc:grpChg chg="add del">
          <ac:chgData name="Carey Garback" userId="dc25ffa4-de89-4779-8381-34524c87e417" providerId="ADAL" clId="{6E1D5EB8-13F6-40DF-B512-351F8F358EAF}" dt="2026-03-11T20:55:13.521" v="99" actId="478"/>
          <ac:grpSpMkLst>
            <pc:docMk/>
            <pc:sldMk cId="0" sldId="325"/>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26"/>
        </pc:sldMkLst>
        <pc:spChg chg="mod ord">
          <ac:chgData name="Carey Garback" userId="dc25ffa4-de89-4779-8381-34524c87e417" providerId="ADAL" clId="{6E1D5EB8-13F6-40DF-B512-351F8F358EAF}" dt="2026-03-11T20:57:21.127" v="111" actId="700"/>
          <ac:spMkLst>
            <pc:docMk/>
            <pc:sldMk cId="0" sldId="3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8" creationId="{00000000-0000-0000-0000-000000000000}"/>
          </ac:spMkLst>
        </pc:spChg>
      </pc:sldChg>
      <pc:sldChg chg="modSp mod modClrScheme chgLayout">
        <pc:chgData name="Carey Garback" userId="dc25ffa4-de89-4779-8381-34524c87e417" providerId="ADAL" clId="{6E1D5EB8-13F6-40DF-B512-351F8F358EAF}" dt="2026-03-11T21:15:00.556" v="390" actId="207"/>
        <pc:sldMkLst>
          <pc:docMk/>
          <pc:sldMk cId="0" sldId="327"/>
        </pc:sldMkLst>
        <pc:spChg chg="mod ord">
          <ac:chgData name="Carey Garback" userId="dc25ffa4-de89-4779-8381-34524c87e417" providerId="ADAL" clId="{6E1D5EB8-13F6-40DF-B512-351F8F358EAF}" dt="2026-03-11T21:15:00.556" v="390" actId="207"/>
          <ac:spMkLst>
            <pc:docMk/>
            <pc:sldMk cId="0" sldId="32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8"/>
        </pc:sldMkLst>
        <pc:spChg chg="mod ord">
          <ac:chgData name="Carey Garback" userId="dc25ffa4-de89-4779-8381-34524c87e417" providerId="ADAL" clId="{6E1D5EB8-13F6-40DF-B512-351F8F358EAF}" dt="2026-03-11T20:57:21.127" v="111" actId="700"/>
          <ac:spMkLst>
            <pc:docMk/>
            <pc:sldMk cId="0" sldId="3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9"/>
        </pc:sldMkLst>
        <pc:spChg chg="mod ord">
          <ac:chgData name="Carey Garback" userId="dc25ffa4-de89-4779-8381-34524c87e417" providerId="ADAL" clId="{6E1D5EB8-13F6-40DF-B512-351F8F358EAF}" dt="2026-03-11T20:57:21.127" v="111" actId="700"/>
          <ac:spMkLst>
            <pc:docMk/>
            <pc:sldMk cId="0" sldId="3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0"/>
        </pc:sldMkLst>
        <pc:spChg chg="mod ord">
          <ac:chgData name="Carey Garback" userId="dc25ffa4-de89-4779-8381-34524c87e417" providerId="ADAL" clId="{6E1D5EB8-13F6-40DF-B512-351F8F358EAF}" dt="2026-03-11T20:57:21.127" v="111" actId="700"/>
          <ac:spMkLst>
            <pc:docMk/>
            <pc:sldMk cId="0" sldId="33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1"/>
        </pc:sldMkLst>
        <pc:spChg chg="mod ord">
          <ac:chgData name="Carey Garback" userId="dc25ffa4-de89-4779-8381-34524c87e417" providerId="ADAL" clId="{6E1D5EB8-13F6-40DF-B512-351F8F358EAF}" dt="2026-03-11T20:57:21.127" v="111" actId="700"/>
          <ac:spMkLst>
            <pc:docMk/>
            <pc:sldMk cId="0" sldId="33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2"/>
        </pc:sldMkLst>
        <pc:spChg chg="mod ord">
          <ac:chgData name="Carey Garback" userId="dc25ffa4-de89-4779-8381-34524c87e417" providerId="ADAL" clId="{6E1D5EB8-13F6-40DF-B512-351F8F358EAF}" dt="2026-03-11T20:57:21.127" v="111" actId="700"/>
          <ac:spMkLst>
            <pc:docMk/>
            <pc:sldMk cId="0" sldId="3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3"/>
        </pc:sldMkLst>
        <pc:spChg chg="mod ord">
          <ac:chgData name="Carey Garback" userId="dc25ffa4-de89-4779-8381-34524c87e417" providerId="ADAL" clId="{6E1D5EB8-13F6-40DF-B512-351F8F358EAF}" dt="2026-03-11T20:57:21.127" v="111" actId="700"/>
          <ac:spMkLst>
            <pc:docMk/>
            <pc:sldMk cId="0" sldId="33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4"/>
        </pc:sldMkLst>
        <pc:spChg chg="mod ord">
          <ac:chgData name="Carey Garback" userId="dc25ffa4-de89-4779-8381-34524c87e417" providerId="ADAL" clId="{6E1D5EB8-13F6-40DF-B512-351F8F358EAF}" dt="2026-03-11T20:57:21.127" v="111" actId="700"/>
          <ac:spMkLst>
            <pc:docMk/>
            <pc:sldMk cId="0" sldId="3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5"/>
        </pc:sldMkLst>
        <pc:spChg chg="mod ord">
          <ac:chgData name="Carey Garback" userId="dc25ffa4-de89-4779-8381-34524c87e417" providerId="ADAL" clId="{6E1D5EB8-13F6-40DF-B512-351F8F358EAF}" dt="2026-03-11T20:57:21.127" v="111" actId="700"/>
          <ac:spMkLst>
            <pc:docMk/>
            <pc:sldMk cId="0" sldId="3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8" creationId="{00000000-0000-0000-0000-000000000000}"/>
          </ac:spMkLst>
        </pc:spChg>
      </pc:sldChg>
      <pc:sldChg chg="modSp mod modClrScheme chgLayout">
        <pc:chgData name="Carey Garback" userId="dc25ffa4-de89-4779-8381-34524c87e417" providerId="ADAL" clId="{6E1D5EB8-13F6-40DF-B512-351F8F358EAF}" dt="2026-03-11T21:15:19.054" v="392" actId="14100"/>
        <pc:sldMkLst>
          <pc:docMk/>
          <pc:sldMk cId="0" sldId="336"/>
        </pc:sldMkLst>
        <pc:spChg chg="mod ord">
          <ac:chgData name="Carey Garback" userId="dc25ffa4-de89-4779-8381-34524c87e417" providerId="ADAL" clId="{6E1D5EB8-13F6-40DF-B512-351F8F358EAF}" dt="2026-03-11T21:15:19.054" v="392" actId="14100"/>
          <ac:spMkLst>
            <pc:docMk/>
            <pc:sldMk cId="0" sldId="33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7"/>
        </pc:sldMkLst>
        <pc:spChg chg="mod ord">
          <ac:chgData name="Carey Garback" userId="dc25ffa4-de89-4779-8381-34524c87e417" providerId="ADAL" clId="{6E1D5EB8-13F6-40DF-B512-351F8F358EAF}" dt="2026-03-11T20:57:21.127" v="111" actId="700"/>
          <ac:spMkLst>
            <pc:docMk/>
            <pc:sldMk cId="0" sldId="33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8"/>
        </pc:sldMkLst>
        <pc:spChg chg="mod ord">
          <ac:chgData name="Carey Garback" userId="dc25ffa4-de89-4779-8381-34524c87e417" providerId="ADAL" clId="{6E1D5EB8-13F6-40DF-B512-351F8F358EAF}" dt="2026-03-11T20:57:21.127" v="111" actId="700"/>
          <ac:spMkLst>
            <pc:docMk/>
            <pc:sldMk cId="0" sldId="3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9" creationId="{00000000-0000-0000-0000-000000000000}"/>
          </ac:spMkLst>
        </pc:spChg>
      </pc:sldChg>
      <pc:sldChg chg="delSp modSp mod modClrScheme chgLayout">
        <pc:chgData name="Carey Garback" userId="dc25ffa4-de89-4779-8381-34524c87e417" providerId="ADAL" clId="{6E1D5EB8-13F6-40DF-B512-351F8F358EAF}" dt="2026-03-11T21:06:41.464" v="286" actId="1037"/>
        <pc:sldMkLst>
          <pc:docMk/>
          <pc:sldMk cId="0" sldId="339"/>
        </pc:sldMkLst>
        <pc:spChg chg="del">
          <ac:chgData name="Carey Garback" userId="dc25ffa4-de89-4779-8381-34524c87e417" providerId="ADAL" clId="{6E1D5EB8-13F6-40DF-B512-351F8F358EAF}" dt="2026-03-11T20:55:34.711" v="106" actId="478"/>
          <ac:spMkLst>
            <pc:docMk/>
            <pc:sldMk cId="0" sldId="339"/>
            <ac:spMk id="2"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4"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5"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6"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7" creationId="{00000000-0000-0000-0000-000000000000}"/>
          </ac:spMkLst>
        </pc:spChg>
        <pc:spChg chg="mod">
          <ac:chgData name="Carey Garback" userId="dc25ffa4-de89-4779-8381-34524c87e417" providerId="ADAL" clId="{6E1D5EB8-13F6-40DF-B512-351F8F358EAF}" dt="2026-03-11T21:06:41.464" v="286" actId="1037"/>
          <ac:spMkLst>
            <pc:docMk/>
            <pc:sldMk cId="0" sldId="339"/>
            <ac:spMk id="9" creationId="{00000000-0000-0000-0000-000000000000}"/>
          </ac:spMkLst>
        </pc:spChg>
        <pc:spChg chg="mod ord">
          <ac:chgData name="Carey Garback" userId="dc25ffa4-de89-4779-8381-34524c87e417" providerId="ADAL" clId="{6E1D5EB8-13F6-40DF-B512-351F8F358EAF}" dt="2026-03-11T21:06:41.464" v="286" actId="1037"/>
          <ac:spMkLst>
            <pc:docMk/>
            <pc:sldMk cId="0" sldId="339"/>
            <ac:spMk id="10" creationId="{00000000-0000-0000-0000-000000000000}"/>
          </ac:spMkLst>
        </pc:spChg>
        <pc:spChg chg="del mod">
          <ac:chgData name="Carey Garback" userId="dc25ffa4-de89-4779-8381-34524c87e417" providerId="ADAL" clId="{6E1D5EB8-13F6-40DF-B512-351F8F358EAF}" dt="2026-03-11T20:55:53.610" v="109" actId="478"/>
          <ac:spMkLst>
            <pc:docMk/>
            <pc:sldMk cId="0" sldId="339"/>
            <ac:spMk id="11"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12" creationId="{00000000-0000-0000-0000-000000000000}"/>
          </ac:spMkLst>
        </pc:spChg>
        <pc:grpChg chg="del">
          <ac:chgData name="Carey Garback" userId="dc25ffa4-de89-4779-8381-34524c87e417" providerId="ADAL" clId="{6E1D5EB8-13F6-40DF-B512-351F8F358EAF}" dt="2026-03-11T20:55:56.315" v="110" actId="478"/>
          <ac:grpSpMkLst>
            <pc:docMk/>
            <pc:sldMk cId="0" sldId="339"/>
            <ac:grpSpMk id="3" creationId="{00000000-0000-0000-0000-000000000000}"/>
          </ac:grpSpMkLst>
        </pc:grpChg>
      </pc:sldChg>
      <pc:sldChg chg="modSp mod modClrScheme chgLayout">
        <pc:chgData name="Carey Garback" userId="dc25ffa4-de89-4779-8381-34524c87e417" providerId="ADAL" clId="{6E1D5EB8-13F6-40DF-B512-351F8F358EAF}" dt="2026-03-11T21:07:36.243" v="294" actId="14100"/>
        <pc:sldMkLst>
          <pc:docMk/>
          <pc:sldMk cId="0" sldId="340"/>
        </pc:sldMkLst>
        <pc:spChg chg="mod ord">
          <ac:chgData name="Carey Garback" userId="dc25ffa4-de89-4779-8381-34524c87e417" providerId="ADAL" clId="{6E1D5EB8-13F6-40DF-B512-351F8F358EAF}" dt="2026-03-11T21:07:36.243" v="294" actId="14100"/>
          <ac:spMkLst>
            <pc:docMk/>
            <pc:sldMk cId="0" sldId="340"/>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0"/>
            <ac:spMk id="11" creationId="{00000000-0000-0000-0000-000000000000}"/>
          </ac:spMkLst>
        </pc:spChg>
      </pc:sldChg>
      <pc:sldChg chg="modSp mod modClrScheme chgLayout">
        <pc:chgData name="Carey Garback" userId="dc25ffa4-de89-4779-8381-34524c87e417" providerId="ADAL" clId="{6E1D5EB8-13F6-40DF-B512-351F8F358EAF}" dt="2026-03-11T21:07:28.121" v="293" actId="1076"/>
        <pc:sldMkLst>
          <pc:docMk/>
          <pc:sldMk cId="0" sldId="341"/>
        </pc:sldMkLst>
        <pc:spChg chg="mod ord">
          <ac:chgData name="Carey Garback" userId="dc25ffa4-de89-4779-8381-34524c87e417" providerId="ADAL" clId="{6E1D5EB8-13F6-40DF-B512-351F8F358EAF}" dt="2026-03-11T21:07:05.598" v="290" actId="1076"/>
          <ac:spMkLst>
            <pc:docMk/>
            <pc:sldMk cId="0" sldId="341"/>
            <ac:spMk id="7" creationId="{00000000-0000-0000-0000-000000000000}"/>
          </ac:spMkLst>
        </pc:spChg>
        <pc:spChg chg="mod ord">
          <ac:chgData name="Carey Garback" userId="dc25ffa4-de89-4779-8381-34524c87e417" providerId="ADAL" clId="{6E1D5EB8-13F6-40DF-B512-351F8F358EAF}" dt="2026-03-11T21:07:28.121" v="293" actId="1076"/>
          <ac:spMkLst>
            <pc:docMk/>
            <pc:sldMk cId="0" sldId="341"/>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41"/>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2"/>
        </pc:sldMkLst>
        <pc:spChg chg="mod ord">
          <ac:chgData name="Carey Garback" userId="dc25ffa4-de89-4779-8381-34524c87e417" providerId="ADAL" clId="{6E1D5EB8-13F6-40DF-B512-351F8F358EAF}" dt="2026-03-11T20:57:21.127" v="111" actId="700"/>
          <ac:spMkLst>
            <pc:docMk/>
            <pc:sldMk cId="0" sldId="342"/>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3"/>
        </pc:sldMkLst>
        <pc:spChg chg="mod ord">
          <ac:chgData name="Carey Garback" userId="dc25ffa4-de89-4779-8381-34524c87e417" providerId="ADAL" clId="{6E1D5EB8-13F6-40DF-B512-351F8F358EAF}" dt="2026-03-11T20:57:21.127" v="111" actId="700"/>
          <ac:spMkLst>
            <pc:docMk/>
            <pc:sldMk cId="0" sldId="34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3"/>
            <ac:spMk id="1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4"/>
        </pc:sldMkLst>
        <pc:spChg chg="mod ord">
          <ac:chgData name="Carey Garback" userId="dc25ffa4-de89-4779-8381-34524c87e417" providerId="ADAL" clId="{6E1D5EB8-13F6-40DF-B512-351F8F358EAF}" dt="2026-03-11T20:57:21.127" v="111" actId="700"/>
          <ac:spMkLst>
            <pc:docMk/>
            <pc:sldMk cId="0" sldId="34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4"/>
            <ac:spMk id="18" creationId="{00000000-0000-0000-0000-000000000000}"/>
          </ac:spMkLst>
        </pc:spChg>
      </pc:sldChg>
      <pc:sldChg chg="modSp mod modClrScheme chgLayout">
        <pc:chgData name="Carey Garback" userId="dc25ffa4-de89-4779-8381-34524c87e417" providerId="ADAL" clId="{6E1D5EB8-13F6-40DF-B512-351F8F358EAF}" dt="2026-03-11T21:07:49.745" v="296" actId="1076"/>
        <pc:sldMkLst>
          <pc:docMk/>
          <pc:sldMk cId="0" sldId="345"/>
        </pc:sldMkLst>
        <pc:spChg chg="mod ord">
          <ac:chgData name="Carey Garback" userId="dc25ffa4-de89-4779-8381-34524c87e417" providerId="ADAL" clId="{6E1D5EB8-13F6-40DF-B512-351F8F358EAF}" dt="2026-03-11T21:07:49.745" v="296" actId="1076"/>
          <ac:spMkLst>
            <pc:docMk/>
            <pc:sldMk cId="0" sldId="34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5"/>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6"/>
        </pc:sldMkLst>
        <pc:spChg chg="mod ord">
          <ac:chgData name="Carey Garback" userId="dc25ffa4-de89-4779-8381-34524c87e417" providerId="ADAL" clId="{6E1D5EB8-13F6-40DF-B512-351F8F358EAF}" dt="2026-03-11T20:57:21.127" v="111" actId="700"/>
          <ac:spMkLst>
            <pc:docMk/>
            <pc:sldMk cId="0" sldId="34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6"/>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7"/>
        </pc:sldMkLst>
        <pc:spChg chg="mod ord">
          <ac:chgData name="Carey Garback" userId="dc25ffa4-de89-4779-8381-34524c87e417" providerId="ADAL" clId="{6E1D5EB8-13F6-40DF-B512-351F8F358EAF}" dt="2026-03-11T20:57:21.127" v="111" actId="700"/>
          <ac:spMkLst>
            <pc:docMk/>
            <pc:sldMk cId="0" sldId="347"/>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8"/>
        </pc:sldMkLst>
        <pc:spChg chg="mod ord">
          <ac:chgData name="Carey Garback" userId="dc25ffa4-de89-4779-8381-34524c87e417" providerId="ADAL" clId="{6E1D5EB8-13F6-40DF-B512-351F8F358EAF}" dt="2026-03-11T20:57:21.127" v="111" actId="700"/>
          <ac:spMkLst>
            <pc:docMk/>
            <pc:sldMk cId="0" sldId="348"/>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9"/>
        </pc:sldMkLst>
        <pc:spChg chg="mod ord">
          <ac:chgData name="Carey Garback" userId="dc25ffa4-de89-4779-8381-34524c87e417" providerId="ADAL" clId="{6E1D5EB8-13F6-40DF-B512-351F8F358EAF}" dt="2026-03-11T20:57:21.127" v="111" actId="700"/>
          <ac:spMkLst>
            <pc:docMk/>
            <pc:sldMk cId="0" sldId="34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0"/>
        </pc:sldMkLst>
        <pc:spChg chg="mod ord">
          <ac:chgData name="Carey Garback" userId="dc25ffa4-de89-4779-8381-34524c87e417" providerId="ADAL" clId="{6E1D5EB8-13F6-40DF-B512-351F8F358EAF}" dt="2026-03-11T20:57:21.127" v="111" actId="700"/>
          <ac:spMkLst>
            <pc:docMk/>
            <pc:sldMk cId="0" sldId="350"/>
            <ac:spMk id="10" creationId="{00000000-0000-0000-0000-000000000000}"/>
          </ac:spMkLst>
        </pc:spChg>
      </pc:sldChg>
      <pc:sldChg chg="delSp modSp mod modClrScheme chgLayout">
        <pc:chgData name="Carey Garback" userId="dc25ffa4-de89-4779-8381-34524c87e417" providerId="ADAL" clId="{6E1D5EB8-13F6-40DF-B512-351F8F358EAF}" dt="2026-03-11T21:08:26.903" v="301" actId="14100"/>
        <pc:sldMkLst>
          <pc:docMk/>
          <pc:sldMk cId="0" sldId="351"/>
        </pc:sldMkLst>
        <pc:spChg chg="del">
          <ac:chgData name="Carey Garback" userId="dc25ffa4-de89-4779-8381-34524c87e417" providerId="ADAL" clId="{6E1D5EB8-13F6-40DF-B512-351F8F358EAF}" dt="2026-03-11T21:08:07.410" v="297" actId="478"/>
          <ac:spMkLst>
            <pc:docMk/>
            <pc:sldMk cId="0" sldId="351"/>
            <ac:spMk id="2"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4"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5"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6"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7"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9" creationId="{00000000-0000-0000-0000-000000000000}"/>
          </ac:spMkLst>
        </pc:spChg>
        <pc:spChg chg="mod ord">
          <ac:chgData name="Carey Garback" userId="dc25ffa4-de89-4779-8381-34524c87e417" providerId="ADAL" clId="{6E1D5EB8-13F6-40DF-B512-351F8F358EAF}" dt="2026-03-11T21:08:26.903" v="301" actId="14100"/>
          <ac:spMkLst>
            <pc:docMk/>
            <pc:sldMk cId="0" sldId="351"/>
            <ac:spMk id="10" creationId="{00000000-0000-0000-0000-000000000000}"/>
          </ac:spMkLst>
        </pc:spChg>
        <pc:spChg chg="mod ord">
          <ac:chgData name="Carey Garback" userId="dc25ffa4-de89-4779-8381-34524c87e417" providerId="ADAL" clId="{6E1D5EB8-13F6-40DF-B512-351F8F358EAF}" dt="2026-03-11T21:08:21.268" v="300" actId="14100"/>
          <ac:spMkLst>
            <pc:docMk/>
            <pc:sldMk cId="0" sldId="351"/>
            <ac:spMk id="11"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12" creationId="{00000000-0000-0000-0000-000000000000}"/>
          </ac:spMkLst>
        </pc:spChg>
        <pc:grpChg chg="mod">
          <ac:chgData name="Carey Garback" userId="dc25ffa4-de89-4779-8381-34524c87e417" providerId="ADAL" clId="{6E1D5EB8-13F6-40DF-B512-351F8F358EAF}" dt="2026-03-11T21:08:21.268" v="300" actId="14100"/>
          <ac:grpSpMkLst>
            <pc:docMk/>
            <pc:sldMk cId="0" sldId="351"/>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52"/>
        </pc:sldMkLst>
        <pc:spChg chg="mod ord">
          <ac:chgData name="Carey Garback" userId="dc25ffa4-de89-4779-8381-34524c87e417" providerId="ADAL" clId="{6E1D5EB8-13F6-40DF-B512-351F8F358EAF}" dt="2026-03-11T20:57:21.127" v="111" actId="700"/>
          <ac:spMkLst>
            <pc:docMk/>
            <pc:sldMk cId="0" sldId="35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52"/>
            <ac:spMk id="11" creationId="{00000000-0000-0000-0000-000000000000}"/>
          </ac:spMkLst>
        </pc:spChg>
      </pc:sldChg>
      <pc:sldChg chg="modSp mod modClrScheme chgLayout">
        <pc:chgData name="Carey Garback" userId="dc25ffa4-de89-4779-8381-34524c87e417" providerId="ADAL" clId="{6E1D5EB8-13F6-40DF-B512-351F8F358EAF}" dt="2026-03-11T21:08:37.952" v="303" actId="1076"/>
        <pc:sldMkLst>
          <pc:docMk/>
          <pc:sldMk cId="0" sldId="353"/>
        </pc:sldMkLst>
        <pc:spChg chg="mod ord">
          <ac:chgData name="Carey Garback" userId="dc25ffa4-de89-4779-8381-34524c87e417" providerId="ADAL" clId="{6E1D5EB8-13F6-40DF-B512-351F8F358EAF}" dt="2026-03-11T20:57:21.127" v="111" actId="700"/>
          <ac:spMkLst>
            <pc:docMk/>
            <pc:sldMk cId="0" sldId="353"/>
            <ac:spMk id="7" creationId="{00000000-0000-0000-0000-000000000000}"/>
          </ac:spMkLst>
        </pc:spChg>
        <pc:spChg chg="mod ord">
          <ac:chgData name="Carey Garback" userId="dc25ffa4-de89-4779-8381-34524c87e417" providerId="ADAL" clId="{6E1D5EB8-13F6-40DF-B512-351F8F358EAF}" dt="2026-03-11T21:08:37.952" v="303" actId="1076"/>
          <ac:spMkLst>
            <pc:docMk/>
            <pc:sldMk cId="0" sldId="353"/>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53"/>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4"/>
        </pc:sldMkLst>
        <pc:spChg chg="mod ord">
          <ac:chgData name="Carey Garback" userId="dc25ffa4-de89-4779-8381-34524c87e417" providerId="ADAL" clId="{6E1D5EB8-13F6-40DF-B512-351F8F358EAF}" dt="2026-03-11T20:57:21.127" v="111" actId="700"/>
          <ac:spMkLst>
            <pc:docMk/>
            <pc:sldMk cId="0" sldId="354"/>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5"/>
        </pc:sldMkLst>
        <pc:spChg chg="mod ord">
          <ac:chgData name="Carey Garback" userId="dc25ffa4-de89-4779-8381-34524c87e417" providerId="ADAL" clId="{6E1D5EB8-13F6-40DF-B512-351F8F358EAF}" dt="2026-03-11T20:57:21.127" v="111" actId="700"/>
          <ac:spMkLst>
            <pc:docMk/>
            <pc:sldMk cId="0" sldId="355"/>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55"/>
            <ac:spMk id="16"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6"/>
        </pc:sldMkLst>
        <pc:spChg chg="mod ord">
          <ac:chgData name="Carey Garback" userId="dc25ffa4-de89-4779-8381-34524c87e417" providerId="ADAL" clId="{6E1D5EB8-13F6-40DF-B512-351F8F358EAF}" dt="2026-03-11T20:57:21.127" v="111" actId="700"/>
          <ac:spMkLst>
            <pc:docMk/>
            <pc:sldMk cId="0" sldId="356"/>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7"/>
        </pc:sldMkLst>
        <pc:spChg chg="mod ord">
          <ac:chgData name="Carey Garback" userId="dc25ffa4-de89-4779-8381-34524c87e417" providerId="ADAL" clId="{6E1D5EB8-13F6-40DF-B512-351F8F358EAF}" dt="2026-03-11T20:57:21.127" v="111" actId="700"/>
          <ac:spMkLst>
            <pc:docMk/>
            <pc:sldMk cId="0" sldId="35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8"/>
        </pc:sldMkLst>
        <pc:spChg chg="mod ord">
          <ac:chgData name="Carey Garback" userId="dc25ffa4-de89-4779-8381-34524c87e417" providerId="ADAL" clId="{6E1D5EB8-13F6-40DF-B512-351F8F358EAF}" dt="2026-03-11T20:57:21.127" v="111" actId="700"/>
          <ac:spMkLst>
            <pc:docMk/>
            <pc:sldMk cId="0" sldId="358"/>
            <ac:spMk id="9" creationId="{00000000-0000-0000-0000-000000000000}"/>
          </ac:spMkLst>
        </pc:spChg>
      </pc:sldChg>
      <pc:sldChg chg="modSp mod modClrScheme chgLayout">
        <pc:chgData name="Carey Garback" userId="dc25ffa4-de89-4779-8381-34524c87e417" providerId="ADAL" clId="{6E1D5EB8-13F6-40DF-B512-351F8F358EAF}" dt="2026-03-11T21:08:54.612" v="304" actId="14100"/>
        <pc:sldMkLst>
          <pc:docMk/>
          <pc:sldMk cId="0" sldId="359"/>
        </pc:sldMkLst>
        <pc:spChg chg="mod">
          <ac:chgData name="Carey Garback" userId="dc25ffa4-de89-4779-8381-34524c87e417" providerId="ADAL" clId="{6E1D5EB8-13F6-40DF-B512-351F8F358EAF}" dt="2026-03-11T21:08:54.612" v="304" actId="14100"/>
          <ac:spMkLst>
            <pc:docMk/>
            <pc:sldMk cId="0" sldId="359"/>
            <ac:spMk id="9" creationId="{00000000-0000-0000-0000-000000000000}"/>
          </ac:spMkLst>
        </pc:spChg>
      </pc:sldChg>
      <pc:sldChg chg="delSp modSp mod modClrScheme chgLayout">
        <pc:chgData name="Carey Garback" userId="dc25ffa4-de89-4779-8381-34524c87e417" providerId="ADAL" clId="{6E1D5EB8-13F6-40DF-B512-351F8F358EAF}" dt="2026-03-11T21:09:12.492" v="308" actId="1076"/>
        <pc:sldMkLst>
          <pc:docMk/>
          <pc:sldMk cId="0" sldId="360"/>
        </pc:sldMkLst>
        <pc:spChg chg="del">
          <ac:chgData name="Carey Garback" userId="dc25ffa4-de89-4779-8381-34524c87e417" providerId="ADAL" clId="{6E1D5EB8-13F6-40DF-B512-351F8F358EAF}" dt="2026-03-11T21:08:59.763" v="305" actId="478"/>
          <ac:spMkLst>
            <pc:docMk/>
            <pc:sldMk cId="0" sldId="360"/>
            <ac:spMk id="2"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4"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5"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6"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7"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8" creationId="{00000000-0000-0000-0000-000000000000}"/>
          </ac:spMkLst>
        </pc:spChg>
        <pc:spChg chg="mod ord">
          <ac:chgData name="Carey Garback" userId="dc25ffa4-de89-4779-8381-34524c87e417" providerId="ADAL" clId="{6E1D5EB8-13F6-40DF-B512-351F8F358EAF}" dt="2026-03-11T21:09:12.492" v="308" actId="1076"/>
          <ac:spMkLst>
            <pc:docMk/>
            <pc:sldMk cId="0" sldId="360"/>
            <ac:spMk id="9" creationId="{00000000-0000-0000-0000-000000000000}"/>
          </ac:spMkLst>
        </pc:spChg>
        <pc:spChg chg="mod ord">
          <ac:chgData name="Carey Garback" userId="dc25ffa4-de89-4779-8381-34524c87e417" providerId="ADAL" clId="{6E1D5EB8-13F6-40DF-B512-351F8F358EAF}" dt="2026-03-11T21:09:04.286" v="306" actId="207"/>
          <ac:spMkLst>
            <pc:docMk/>
            <pc:sldMk cId="0" sldId="360"/>
            <ac:spMk id="10"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1"/>
        </pc:sldMkLst>
        <pc:spChg chg="mod ord">
          <ac:chgData name="Carey Garback" userId="dc25ffa4-de89-4779-8381-34524c87e417" providerId="ADAL" clId="{6E1D5EB8-13F6-40DF-B512-351F8F358EAF}" dt="2026-03-11T20:57:21.127" v="111" actId="700"/>
          <ac:spMkLst>
            <pc:docMk/>
            <pc:sldMk cId="0" sldId="361"/>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61"/>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2"/>
        </pc:sldMkLst>
        <pc:spChg chg="mod ord">
          <ac:chgData name="Carey Garback" userId="dc25ffa4-de89-4779-8381-34524c87e417" providerId="ADAL" clId="{6E1D5EB8-13F6-40DF-B512-351F8F358EAF}" dt="2026-03-11T20:57:21.127" v="111" actId="700"/>
          <ac:spMkLst>
            <pc:docMk/>
            <pc:sldMk cId="0" sldId="36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2"/>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3"/>
        </pc:sldMkLst>
        <pc:spChg chg="mod ord">
          <ac:chgData name="Carey Garback" userId="dc25ffa4-de89-4779-8381-34524c87e417" providerId="ADAL" clId="{6E1D5EB8-13F6-40DF-B512-351F8F358EAF}" dt="2026-03-11T20:57:21.127" v="111" actId="700"/>
          <ac:spMkLst>
            <pc:docMk/>
            <pc:sldMk cId="0" sldId="36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3"/>
            <ac:spMk id="11" creationId="{00000000-0000-0000-0000-000000000000}"/>
          </ac:spMkLst>
        </pc:spChg>
      </pc:sldChg>
      <pc:sldChg chg="delSp modSp mod modClrScheme chgLayout">
        <pc:chgData name="Carey Garback" userId="dc25ffa4-de89-4779-8381-34524c87e417" providerId="ADAL" clId="{6E1D5EB8-13F6-40DF-B512-351F8F358EAF}" dt="2026-03-11T21:09:39.136" v="312" actId="1076"/>
        <pc:sldMkLst>
          <pc:docMk/>
          <pc:sldMk cId="0" sldId="368"/>
        </pc:sldMkLst>
        <pc:spChg chg="del">
          <ac:chgData name="Carey Garback" userId="dc25ffa4-de89-4779-8381-34524c87e417" providerId="ADAL" clId="{6E1D5EB8-13F6-40DF-B512-351F8F358EAF}" dt="2026-03-11T21:09:27.923" v="309" actId="478"/>
          <ac:spMkLst>
            <pc:docMk/>
            <pc:sldMk cId="0" sldId="368"/>
            <ac:spMk id="2"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4"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5"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6"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7"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8" creationId="{00000000-0000-0000-0000-000000000000}"/>
          </ac:spMkLst>
        </pc:spChg>
        <pc:spChg chg="mod ord">
          <ac:chgData name="Carey Garback" userId="dc25ffa4-de89-4779-8381-34524c87e417" providerId="ADAL" clId="{6E1D5EB8-13F6-40DF-B512-351F8F358EAF}" dt="2026-03-11T21:09:39.136" v="312" actId="1076"/>
          <ac:spMkLst>
            <pc:docMk/>
            <pc:sldMk cId="0" sldId="368"/>
            <ac:spMk id="9"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10" creationId="{00000000-0000-0000-0000-000000000000}"/>
          </ac:spMkLst>
        </pc:spChg>
        <pc:spChg chg="mod ord">
          <ac:chgData name="Carey Garback" userId="dc25ffa4-de89-4779-8381-34524c87e417" providerId="ADAL" clId="{6E1D5EB8-13F6-40DF-B512-351F8F358EAF}" dt="2026-03-11T21:09:31.915" v="310" actId="207"/>
          <ac:spMkLst>
            <pc:docMk/>
            <pc:sldMk cId="0" sldId="368"/>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9"/>
        </pc:sldMkLst>
        <pc:spChg chg="mod ord">
          <ac:chgData name="Carey Garback" userId="dc25ffa4-de89-4779-8381-34524c87e417" providerId="ADAL" clId="{6E1D5EB8-13F6-40DF-B512-351F8F358EAF}" dt="2026-03-11T20:57:21.127" v="111" actId="700"/>
          <ac:spMkLst>
            <pc:docMk/>
            <pc:sldMk cId="0" sldId="36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69"/>
            <ac:spMk id="7" creationId="{00000000-0000-0000-0000-000000000000}"/>
          </ac:spMkLst>
        </pc:spChg>
      </pc:sldChg>
      <pc:sldChg chg="modSp mod modClrScheme chgLayout">
        <pc:chgData name="Carey Garback" userId="dc25ffa4-de89-4779-8381-34524c87e417" providerId="ADAL" clId="{6E1D5EB8-13F6-40DF-B512-351F8F358EAF}" dt="2026-03-11T21:10:00.463" v="314" actId="1076"/>
        <pc:sldMkLst>
          <pc:docMk/>
          <pc:sldMk cId="0" sldId="370"/>
        </pc:sldMkLst>
        <pc:spChg chg="mod ord">
          <ac:chgData name="Carey Garback" userId="dc25ffa4-de89-4779-8381-34524c87e417" providerId="ADAL" clId="{6E1D5EB8-13F6-40DF-B512-351F8F358EAF}" dt="2026-03-11T21:10:00.463" v="314" actId="1076"/>
          <ac:spMkLst>
            <pc:docMk/>
            <pc:sldMk cId="0" sldId="37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0"/>
            <ac:spMk id="4" creationId="{00000000-0000-0000-0000-000000000000}"/>
          </ac:spMkLst>
        </pc:spChg>
      </pc:sldChg>
      <pc:sldChg chg="modSp mod modClrScheme chgLayout">
        <pc:chgData name="Carey Garback" userId="dc25ffa4-de89-4779-8381-34524c87e417" providerId="ADAL" clId="{6E1D5EB8-13F6-40DF-B512-351F8F358EAF}" dt="2026-03-11T21:10:08.482" v="315" actId="404"/>
        <pc:sldMkLst>
          <pc:docMk/>
          <pc:sldMk cId="0" sldId="371"/>
        </pc:sldMkLst>
        <pc:spChg chg="mod ord">
          <ac:chgData name="Carey Garback" userId="dc25ffa4-de89-4779-8381-34524c87e417" providerId="ADAL" clId="{6E1D5EB8-13F6-40DF-B512-351F8F358EAF}" dt="2026-03-11T20:57:21.127" v="111" actId="700"/>
          <ac:spMkLst>
            <pc:docMk/>
            <pc:sldMk cId="0" sldId="371"/>
            <ac:spMk id="2" creationId="{00000000-0000-0000-0000-000000000000}"/>
          </ac:spMkLst>
        </pc:spChg>
        <pc:spChg chg="mod">
          <ac:chgData name="Carey Garback" userId="dc25ffa4-de89-4779-8381-34524c87e417" providerId="ADAL" clId="{6E1D5EB8-13F6-40DF-B512-351F8F358EAF}" dt="2026-03-11T21:10:08.482" v="315" actId="404"/>
          <ac:spMkLst>
            <pc:docMk/>
            <pc:sldMk cId="0" sldId="37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7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2"/>
        </pc:sldMkLst>
        <pc:spChg chg="mod ord">
          <ac:chgData name="Carey Garback" userId="dc25ffa4-de89-4779-8381-34524c87e417" providerId="ADAL" clId="{6E1D5EB8-13F6-40DF-B512-351F8F358EAF}" dt="2026-03-11T20:57:21.127" v="111" actId="700"/>
          <ac:spMkLst>
            <pc:docMk/>
            <pc:sldMk cId="0" sldId="37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2"/>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3"/>
        </pc:sldMkLst>
        <pc:spChg chg="mod ord">
          <ac:chgData name="Carey Garback" userId="dc25ffa4-de89-4779-8381-34524c87e417" providerId="ADAL" clId="{6E1D5EB8-13F6-40DF-B512-351F8F358EAF}" dt="2026-03-11T20:57:21.127" v="111" actId="700"/>
          <ac:spMkLst>
            <pc:docMk/>
            <pc:sldMk cId="0" sldId="3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4"/>
        </pc:sldMkLst>
        <pc:spChg chg="mod ord">
          <ac:chgData name="Carey Garback" userId="dc25ffa4-de89-4779-8381-34524c87e417" providerId="ADAL" clId="{6E1D5EB8-13F6-40DF-B512-351F8F358EAF}" dt="2026-03-11T20:57:21.127" v="111" actId="700"/>
          <ac:spMkLst>
            <pc:docMk/>
            <pc:sldMk cId="0" sldId="3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2"/>
        </pc:sldMkLst>
        <pc:spChg chg="mod ord">
          <ac:chgData name="Carey Garback" userId="dc25ffa4-de89-4779-8381-34524c87e417" providerId="ADAL" clId="{6E1D5EB8-13F6-40DF-B512-351F8F358EAF}" dt="2026-03-11T20:57:21.127" v="111" actId="700"/>
          <ac:spMkLst>
            <pc:docMk/>
            <pc:sldMk cId="0" sldId="38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2"/>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3"/>
        </pc:sldMkLst>
        <pc:spChg chg="mod ord">
          <ac:chgData name="Carey Garback" userId="dc25ffa4-de89-4779-8381-34524c87e417" providerId="ADAL" clId="{6E1D5EB8-13F6-40DF-B512-351F8F358EAF}" dt="2026-03-11T20:57:21.127" v="111" actId="700"/>
          <ac:spMkLst>
            <pc:docMk/>
            <pc:sldMk cId="0" sldId="38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4"/>
        </pc:sldMkLst>
        <pc:spChg chg="mod ord">
          <ac:chgData name="Carey Garback" userId="dc25ffa4-de89-4779-8381-34524c87e417" providerId="ADAL" clId="{6E1D5EB8-13F6-40DF-B512-351F8F358EAF}" dt="2026-03-11T20:57:21.127" v="111" actId="700"/>
          <ac:spMkLst>
            <pc:docMk/>
            <pc:sldMk cId="0" sldId="384"/>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84"/>
            <ac:spMk id="7" creationId="{00000000-0000-0000-0000-000000000000}"/>
          </ac:spMkLst>
        </pc:spChg>
      </pc:sldChg>
      <pc:sldChg chg="modSp mod modClrScheme chgLayout">
        <pc:chgData name="Carey Garback" userId="dc25ffa4-de89-4779-8381-34524c87e417" providerId="ADAL" clId="{6E1D5EB8-13F6-40DF-B512-351F8F358EAF}" dt="2026-03-11T21:10:34.473" v="316" actId="14100"/>
        <pc:sldMkLst>
          <pc:docMk/>
          <pc:sldMk cId="0" sldId="385"/>
        </pc:sldMkLst>
        <pc:spChg chg="mod ord">
          <ac:chgData name="Carey Garback" userId="dc25ffa4-de89-4779-8381-34524c87e417" providerId="ADAL" clId="{6E1D5EB8-13F6-40DF-B512-351F8F358EAF}" dt="2026-03-11T20:57:21.127" v="111" actId="700"/>
          <ac:spMkLst>
            <pc:docMk/>
            <pc:sldMk cId="0" sldId="385"/>
            <ac:spMk id="7" creationId="{00000000-0000-0000-0000-000000000000}"/>
          </ac:spMkLst>
        </pc:spChg>
        <pc:grpChg chg="mod">
          <ac:chgData name="Carey Garback" userId="dc25ffa4-de89-4779-8381-34524c87e417" providerId="ADAL" clId="{6E1D5EB8-13F6-40DF-B512-351F8F358EAF}" dt="2026-03-11T21:10:34.473" v="316" actId="14100"/>
          <ac:grpSpMkLst>
            <pc:docMk/>
            <pc:sldMk cId="0" sldId="385"/>
            <ac:grpSpMk id="4" creationId="{00000000-0000-0000-0000-000000000000}"/>
          </ac:grpSpMkLst>
        </pc:grpChg>
      </pc:sldChg>
      <pc:sldChg chg="modSp mod modClrScheme chgLayout">
        <pc:chgData name="Carey Garback" userId="dc25ffa4-de89-4779-8381-34524c87e417" providerId="ADAL" clId="{6E1D5EB8-13F6-40DF-B512-351F8F358EAF}" dt="2026-03-11T21:10:41.577" v="317" actId="1076"/>
        <pc:sldMkLst>
          <pc:docMk/>
          <pc:sldMk cId="0" sldId="386"/>
        </pc:sldMkLst>
        <pc:spChg chg="mod ord">
          <ac:chgData name="Carey Garback" userId="dc25ffa4-de89-4779-8381-34524c87e417" providerId="ADAL" clId="{6E1D5EB8-13F6-40DF-B512-351F8F358EAF}" dt="2026-03-11T20:57:21.127" v="111" actId="700"/>
          <ac:spMkLst>
            <pc:docMk/>
            <pc:sldMk cId="0" sldId="38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6"/>
            <ac:spMk id="6" creationId="{00000000-0000-0000-0000-000000000000}"/>
          </ac:spMkLst>
        </pc:spChg>
        <pc:grpChg chg="mod">
          <ac:chgData name="Carey Garback" userId="dc25ffa4-de89-4779-8381-34524c87e417" providerId="ADAL" clId="{6E1D5EB8-13F6-40DF-B512-351F8F358EAF}" dt="2026-03-11T21:10:41.577" v="317" actId="1076"/>
          <ac:grpSpMkLst>
            <pc:docMk/>
            <pc:sldMk cId="0" sldId="386"/>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87"/>
        </pc:sldMkLst>
        <pc:spChg chg="mod ord">
          <ac:chgData name="Carey Garback" userId="dc25ffa4-de89-4779-8381-34524c87e417" providerId="ADAL" clId="{6E1D5EB8-13F6-40DF-B512-351F8F358EAF}" dt="2026-03-11T20:57:21.127" v="111" actId="700"/>
          <ac:spMkLst>
            <pc:docMk/>
            <pc:sldMk cId="0" sldId="387"/>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8"/>
        </pc:sldMkLst>
        <pc:spChg chg="mod ord">
          <ac:chgData name="Carey Garback" userId="dc25ffa4-de89-4779-8381-34524c87e417" providerId="ADAL" clId="{6E1D5EB8-13F6-40DF-B512-351F8F358EAF}" dt="2026-03-11T20:57:21.127" v="111" actId="700"/>
          <ac:spMkLst>
            <pc:docMk/>
            <pc:sldMk cId="0" sldId="388"/>
            <ac:spMk id="7" creationId="{00000000-0000-0000-0000-000000000000}"/>
          </ac:spMkLst>
        </pc:spChg>
      </pc:sldChg>
      <pc:sldChg chg="modSp mod modClrScheme chgLayout">
        <pc:chgData name="Carey Garback" userId="dc25ffa4-de89-4779-8381-34524c87e417" providerId="ADAL" clId="{6E1D5EB8-13F6-40DF-B512-351F8F358EAF}" dt="2026-03-11T21:10:54.298" v="319" actId="1076"/>
        <pc:sldMkLst>
          <pc:docMk/>
          <pc:sldMk cId="0" sldId="389"/>
        </pc:sldMkLst>
        <pc:spChg chg="mod ord">
          <ac:chgData name="Carey Garback" userId="dc25ffa4-de89-4779-8381-34524c87e417" providerId="ADAL" clId="{6E1D5EB8-13F6-40DF-B512-351F8F358EAF}" dt="2026-03-11T21:10:54.298" v="319" actId="1076"/>
          <ac:spMkLst>
            <pc:docMk/>
            <pc:sldMk cId="0" sldId="38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9"/>
            <ac:spMk id="6" creationId="{00000000-0000-0000-0000-000000000000}"/>
          </ac:spMkLst>
        </pc:spChg>
      </pc:sldChg>
      <pc:sldChg chg="modSp mod modClrScheme chgLayout">
        <pc:chgData name="Carey Garback" userId="dc25ffa4-de89-4779-8381-34524c87e417" providerId="ADAL" clId="{6E1D5EB8-13F6-40DF-B512-351F8F358EAF}" dt="2026-03-11T21:11:03.377" v="321" actId="1076"/>
        <pc:sldMkLst>
          <pc:docMk/>
          <pc:sldMk cId="0" sldId="390"/>
        </pc:sldMkLst>
        <pc:spChg chg="mod ord">
          <ac:chgData name="Carey Garback" userId="dc25ffa4-de89-4779-8381-34524c87e417" providerId="ADAL" clId="{6E1D5EB8-13F6-40DF-B512-351F8F358EAF}" dt="2026-03-11T21:11:03.377" v="321" actId="1076"/>
          <ac:spMkLst>
            <pc:docMk/>
            <pc:sldMk cId="0" sldId="39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90"/>
            <ac:spMk id="4" creationId="{00000000-0000-0000-0000-000000000000}"/>
          </ac:spMkLst>
        </pc:spChg>
      </pc:sldChg>
      <pc:sldChg chg="modSp mod modClrScheme chgLayout">
        <pc:chgData name="Carey Garback" userId="dc25ffa4-de89-4779-8381-34524c87e417" providerId="ADAL" clId="{6E1D5EB8-13F6-40DF-B512-351F8F358EAF}" dt="2026-03-11T21:11:36.943" v="329" actId="1076"/>
        <pc:sldMkLst>
          <pc:docMk/>
          <pc:sldMk cId="0" sldId="391"/>
        </pc:sldMkLst>
        <pc:spChg chg="mod ord">
          <ac:chgData name="Carey Garback" userId="dc25ffa4-de89-4779-8381-34524c87e417" providerId="ADAL" clId="{6E1D5EB8-13F6-40DF-B512-351F8F358EAF}" dt="2026-03-11T21:11:36.943" v="329" actId="1076"/>
          <ac:spMkLst>
            <pc:docMk/>
            <pc:sldMk cId="0" sldId="39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1"/>
            <ac:spMk id="10" creationId="{00000000-0000-0000-0000-000000000000}"/>
          </ac:spMkLst>
        </pc:spChg>
      </pc:sldChg>
      <pc:sldChg chg="modSp mod modClrScheme chgLayout">
        <pc:chgData name="Carey Garback" userId="dc25ffa4-de89-4779-8381-34524c87e417" providerId="ADAL" clId="{6E1D5EB8-13F6-40DF-B512-351F8F358EAF}" dt="2026-03-11T21:11:44.411" v="331" actId="1076"/>
        <pc:sldMkLst>
          <pc:docMk/>
          <pc:sldMk cId="0" sldId="392"/>
        </pc:sldMkLst>
        <pc:spChg chg="mod ord">
          <ac:chgData name="Carey Garback" userId="dc25ffa4-de89-4779-8381-34524c87e417" providerId="ADAL" clId="{6E1D5EB8-13F6-40DF-B512-351F8F358EAF}" dt="2026-03-11T21:11:44.411" v="331" actId="1076"/>
          <ac:spMkLst>
            <pc:docMk/>
            <pc:sldMk cId="0" sldId="39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2"/>
            <ac:spMk id="10" creationId="{00000000-0000-0000-0000-000000000000}"/>
          </ac:spMkLst>
        </pc:spChg>
      </pc:sldChg>
      <pc:sldChg chg="modSp mod modClrScheme chgLayout">
        <pc:chgData name="Carey Garback" userId="dc25ffa4-de89-4779-8381-34524c87e417" providerId="ADAL" clId="{6E1D5EB8-13F6-40DF-B512-351F8F358EAF}" dt="2026-03-11T21:11:51.379" v="333" actId="1076"/>
        <pc:sldMkLst>
          <pc:docMk/>
          <pc:sldMk cId="0" sldId="393"/>
        </pc:sldMkLst>
        <pc:spChg chg="mod ord">
          <ac:chgData name="Carey Garback" userId="dc25ffa4-de89-4779-8381-34524c87e417" providerId="ADAL" clId="{6E1D5EB8-13F6-40DF-B512-351F8F358EAF}" dt="2026-03-11T21:11:51.379" v="333" actId="1076"/>
          <ac:spMkLst>
            <pc:docMk/>
            <pc:sldMk cId="0" sldId="39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3"/>
            <ac:spMk id="10" creationId="{00000000-0000-0000-0000-000000000000}"/>
          </ac:spMkLst>
        </pc:spChg>
      </pc:sldChg>
      <pc:sldChg chg="modSp mod modClrScheme chgLayout">
        <pc:chgData name="Carey Garback" userId="dc25ffa4-de89-4779-8381-34524c87e417" providerId="ADAL" clId="{6E1D5EB8-13F6-40DF-B512-351F8F358EAF}" dt="2026-03-11T21:11:58.779" v="335" actId="1076"/>
        <pc:sldMkLst>
          <pc:docMk/>
          <pc:sldMk cId="0" sldId="394"/>
        </pc:sldMkLst>
        <pc:spChg chg="mod ord">
          <ac:chgData name="Carey Garback" userId="dc25ffa4-de89-4779-8381-34524c87e417" providerId="ADAL" clId="{6E1D5EB8-13F6-40DF-B512-351F8F358EAF}" dt="2026-03-11T21:11:58.779" v="335" actId="1076"/>
          <ac:spMkLst>
            <pc:docMk/>
            <pc:sldMk cId="0" sldId="39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94"/>
            <ac:spMk id="11" creationId="{00000000-0000-0000-0000-000000000000}"/>
          </ac:spMkLst>
        </pc:spChg>
      </pc:sldChg>
      <pc:sldChg chg="delSp modSp mod modClrScheme chgLayout">
        <pc:chgData name="Carey Garback" userId="dc25ffa4-de89-4779-8381-34524c87e417" providerId="ADAL" clId="{6E1D5EB8-13F6-40DF-B512-351F8F358EAF}" dt="2026-03-11T21:12:13.763" v="364" actId="1035"/>
        <pc:sldMkLst>
          <pc:docMk/>
          <pc:sldMk cId="0" sldId="395"/>
        </pc:sldMkLst>
        <pc:spChg chg="del">
          <ac:chgData name="Carey Garback" userId="dc25ffa4-de89-4779-8381-34524c87e417" providerId="ADAL" clId="{6E1D5EB8-13F6-40DF-B512-351F8F358EAF}" dt="2026-03-11T21:12:02.808" v="336" actId="478"/>
          <ac:spMkLst>
            <pc:docMk/>
            <pc:sldMk cId="0" sldId="395"/>
            <ac:spMk id="2"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4"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5"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6"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7" creationId="{00000000-0000-0000-0000-000000000000}"/>
          </ac:spMkLst>
        </pc:spChg>
        <pc:spChg chg="mod ord">
          <ac:chgData name="Carey Garback" userId="dc25ffa4-de89-4779-8381-34524c87e417" providerId="ADAL" clId="{6E1D5EB8-13F6-40DF-B512-351F8F358EAF}" dt="2026-03-11T21:12:13.763" v="364" actId="1035"/>
          <ac:spMkLst>
            <pc:docMk/>
            <pc:sldMk cId="0" sldId="395"/>
            <ac:spMk id="8"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9" creationId="{00000000-0000-0000-0000-000000000000}"/>
          </ac:spMkLst>
        </pc:spChg>
        <pc:spChg chg="mod ord">
          <ac:chgData name="Carey Garback" userId="dc25ffa4-de89-4779-8381-34524c87e417" providerId="ADAL" clId="{6E1D5EB8-13F6-40DF-B512-351F8F358EAF}" dt="2026-03-11T21:12:06.097" v="337" actId="207"/>
          <ac:spMkLst>
            <pc:docMk/>
            <pc:sldMk cId="0" sldId="395"/>
            <ac:spMk id="10"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96"/>
        </pc:sldMkLst>
        <pc:spChg chg="mod ord">
          <ac:chgData name="Carey Garback" userId="dc25ffa4-de89-4779-8381-34524c87e417" providerId="ADAL" clId="{6E1D5EB8-13F6-40DF-B512-351F8F358EAF}" dt="2026-03-11T20:57:21.127" v="111" actId="700"/>
          <ac:spMkLst>
            <pc:docMk/>
            <pc:sldMk cId="0" sldId="39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6"/>
            <ac:spMk id="15" creationId="{00000000-0000-0000-0000-000000000000}"/>
          </ac:spMkLst>
        </pc:spChg>
      </pc:sldChg>
      <pc:sldChg chg="modSp mod modClrScheme chgLayout">
        <pc:chgData name="Carey Garback" userId="dc25ffa4-de89-4779-8381-34524c87e417" providerId="ADAL" clId="{6E1D5EB8-13F6-40DF-B512-351F8F358EAF}" dt="2026-03-11T21:13:28.199" v="380" actId="1076"/>
        <pc:sldMkLst>
          <pc:docMk/>
          <pc:sldMk cId="0" sldId="397"/>
        </pc:sldMkLst>
        <pc:spChg chg="mod ord">
          <ac:chgData name="Carey Garback" userId="dc25ffa4-de89-4779-8381-34524c87e417" providerId="ADAL" clId="{6E1D5EB8-13F6-40DF-B512-351F8F358EAF}" dt="2026-03-11T21:13:28.199" v="380" actId="1076"/>
          <ac:spMkLst>
            <pc:docMk/>
            <pc:sldMk cId="0" sldId="397"/>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7"/>
            <ac:spMk id="11" creationId="{00000000-0000-0000-0000-000000000000}"/>
          </ac:spMkLst>
        </pc:spChg>
      </pc:sldChg>
      <pc:sldChg chg="modSp mod modClrScheme chgLayout">
        <pc:chgData name="Carey Garback" userId="dc25ffa4-de89-4779-8381-34524c87e417" providerId="ADAL" clId="{6E1D5EB8-13F6-40DF-B512-351F8F358EAF}" dt="2026-03-11T21:13:17.096" v="377" actId="1076"/>
        <pc:sldMkLst>
          <pc:docMk/>
          <pc:sldMk cId="0" sldId="398"/>
        </pc:sldMkLst>
        <pc:spChg chg="mod ord">
          <ac:chgData name="Carey Garback" userId="dc25ffa4-de89-4779-8381-34524c87e417" providerId="ADAL" clId="{6E1D5EB8-13F6-40DF-B512-351F8F358EAF}" dt="2026-03-11T21:13:17.096" v="377" actId="1076"/>
          <ac:spMkLst>
            <pc:docMk/>
            <pc:sldMk cId="0" sldId="39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8"/>
            <ac:spMk id="11" creationId="{00000000-0000-0000-0000-000000000000}"/>
          </ac:spMkLst>
        </pc:spChg>
      </pc:sldChg>
      <pc:sldChg chg="delSp modSp mod modClrScheme chgLayout">
        <pc:chgData name="Carey Garback" userId="dc25ffa4-de89-4779-8381-34524c87e417" providerId="ADAL" clId="{6E1D5EB8-13F6-40DF-B512-351F8F358EAF}" dt="2026-03-11T21:14:06.161" v="384" actId="1076"/>
        <pc:sldMkLst>
          <pc:docMk/>
          <pc:sldMk cId="0" sldId="399"/>
        </pc:sldMkLst>
        <pc:spChg chg="del">
          <ac:chgData name="Carey Garback" userId="dc25ffa4-de89-4779-8381-34524c87e417" providerId="ADAL" clId="{6E1D5EB8-13F6-40DF-B512-351F8F358EAF}" dt="2026-03-11T21:13:38.722" v="381" actId="478"/>
          <ac:spMkLst>
            <pc:docMk/>
            <pc:sldMk cId="0" sldId="399"/>
            <ac:spMk id="2"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4"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5"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6"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7" creationId="{00000000-0000-0000-0000-000000000000}"/>
          </ac:spMkLst>
        </pc:spChg>
        <pc:spChg chg="mod ord">
          <ac:chgData name="Carey Garback" userId="dc25ffa4-de89-4779-8381-34524c87e417" providerId="ADAL" clId="{6E1D5EB8-13F6-40DF-B512-351F8F358EAF}" dt="2026-03-11T21:14:06.161" v="384" actId="1076"/>
          <ac:spMkLst>
            <pc:docMk/>
            <pc:sldMk cId="0" sldId="399"/>
            <ac:spMk id="8"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9" creationId="{00000000-0000-0000-0000-000000000000}"/>
          </ac:spMkLst>
        </pc:spChg>
        <pc:spChg chg="mod ord">
          <ac:chgData name="Carey Garback" userId="dc25ffa4-de89-4779-8381-34524c87e417" providerId="ADAL" clId="{6E1D5EB8-13F6-40DF-B512-351F8F358EAF}" dt="2026-03-11T21:14:02.665" v="383" actId="207"/>
          <ac:spMkLst>
            <pc:docMk/>
            <pc:sldMk cId="0" sldId="399"/>
            <ac:spMk id="10"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11" creationId="{00000000-0000-0000-0000-000000000000}"/>
          </ac:spMkLst>
        </pc:spChg>
      </pc:sldChg>
      <pc:sldChg chg="delSp modSp mod modClrScheme chgLayout">
        <pc:chgData name="Carey Garback" userId="dc25ffa4-de89-4779-8381-34524c87e417" providerId="ADAL" clId="{6E1D5EB8-13F6-40DF-B512-351F8F358EAF}" dt="2026-03-11T21:14:14.233" v="386" actId="1076"/>
        <pc:sldMkLst>
          <pc:docMk/>
          <pc:sldMk cId="0" sldId="400"/>
        </pc:sldMkLst>
        <pc:spChg chg="del">
          <ac:chgData name="Carey Garback" userId="dc25ffa4-de89-4779-8381-34524c87e417" providerId="ADAL" clId="{6E1D5EB8-13F6-40DF-B512-351F8F358EAF}" dt="2026-03-11T21:13:42.561" v="382" actId="478"/>
          <ac:spMkLst>
            <pc:docMk/>
            <pc:sldMk cId="0" sldId="400"/>
            <ac:spMk id="2"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4"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5"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6"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7" creationId="{00000000-0000-0000-0000-000000000000}"/>
          </ac:spMkLst>
        </pc:spChg>
        <pc:spChg chg="mod ord">
          <ac:chgData name="Carey Garback" userId="dc25ffa4-de89-4779-8381-34524c87e417" providerId="ADAL" clId="{6E1D5EB8-13F6-40DF-B512-351F8F358EAF}" dt="2026-03-11T21:14:14.233" v="386" actId="1076"/>
          <ac:spMkLst>
            <pc:docMk/>
            <pc:sldMk cId="0" sldId="400"/>
            <ac:spMk id="8"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9" creationId="{00000000-0000-0000-0000-000000000000}"/>
          </ac:spMkLst>
        </pc:spChg>
        <pc:spChg chg="mod ord">
          <ac:chgData name="Carey Garback" userId="dc25ffa4-de89-4779-8381-34524c87e417" providerId="ADAL" clId="{6E1D5EB8-13F6-40DF-B512-351F8F358EAF}" dt="2026-03-11T21:14:11.332" v="385" actId="207"/>
          <ac:spMkLst>
            <pc:docMk/>
            <pc:sldMk cId="0" sldId="400"/>
            <ac:spMk id="10"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11" creationId="{00000000-0000-0000-0000-000000000000}"/>
          </ac:spMkLst>
        </pc:spChg>
      </pc:sldChg>
      <pc:sldChg chg="modSp mod modClrScheme chgLayout">
        <pc:chgData name="Carey Garback" userId="dc25ffa4-de89-4779-8381-34524c87e417" providerId="ADAL" clId="{6E1D5EB8-13F6-40DF-B512-351F8F358EAF}" dt="2026-03-11T21:14:22.529" v="388" actId="1076"/>
        <pc:sldMkLst>
          <pc:docMk/>
          <pc:sldMk cId="0" sldId="401"/>
        </pc:sldMkLst>
        <pc:spChg chg="mod ord">
          <ac:chgData name="Carey Garback" userId="dc25ffa4-de89-4779-8381-34524c87e417" providerId="ADAL" clId="{6E1D5EB8-13F6-40DF-B512-351F8F358EAF}" dt="2026-03-11T21:14:22.529" v="388" actId="1076"/>
          <ac:spMkLst>
            <pc:docMk/>
            <pc:sldMk cId="0" sldId="40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2"/>
        </pc:sldMkLst>
        <pc:spChg chg="mod ord">
          <ac:chgData name="Carey Garback" userId="dc25ffa4-de89-4779-8381-34524c87e417" providerId="ADAL" clId="{6E1D5EB8-13F6-40DF-B512-351F8F358EAF}" dt="2026-03-11T20:57:21.127" v="111" actId="700"/>
          <ac:spMkLst>
            <pc:docMk/>
            <pc:sldMk cId="0" sldId="40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2"/>
            <ac:spMk id="10" creationId="{00000000-0000-0000-0000-000000000000}"/>
          </ac:spMkLst>
        </pc:spChg>
      </pc:sldChg>
      <pc:sldChg chg="modSp mod modClrScheme chgLayout">
        <pc:chgData name="Carey Garback" userId="dc25ffa4-de89-4779-8381-34524c87e417" providerId="ADAL" clId="{6E1D5EB8-13F6-40DF-B512-351F8F358EAF}" dt="2026-03-11T21:14:31.769" v="389" actId="207"/>
        <pc:sldMkLst>
          <pc:docMk/>
          <pc:sldMk cId="0" sldId="403"/>
        </pc:sldMkLst>
        <pc:spChg chg="mod ord">
          <ac:chgData name="Carey Garback" userId="dc25ffa4-de89-4779-8381-34524c87e417" providerId="ADAL" clId="{6E1D5EB8-13F6-40DF-B512-351F8F358EAF}" dt="2026-03-11T21:14:31.769" v="389" actId="207"/>
          <ac:spMkLst>
            <pc:docMk/>
            <pc:sldMk cId="0" sldId="40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4"/>
        </pc:sldMkLst>
        <pc:spChg chg="mod ord">
          <ac:chgData name="Carey Garback" userId="dc25ffa4-de89-4779-8381-34524c87e417" providerId="ADAL" clId="{6E1D5EB8-13F6-40DF-B512-351F8F358EAF}" dt="2026-03-11T20:57:21.127" v="111" actId="700"/>
          <ac:spMkLst>
            <pc:docMk/>
            <pc:sldMk cId="0" sldId="404"/>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5"/>
        </pc:sldMkLst>
        <pc:spChg chg="mod ord">
          <ac:chgData name="Carey Garback" userId="dc25ffa4-de89-4779-8381-34524c87e417" providerId="ADAL" clId="{6E1D5EB8-13F6-40DF-B512-351F8F358EAF}" dt="2026-03-11T20:57:21.127" v="111" actId="700"/>
          <ac:spMkLst>
            <pc:docMk/>
            <pc:sldMk cId="0" sldId="40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6"/>
        </pc:sldMkLst>
        <pc:spChg chg="mod ord">
          <ac:chgData name="Carey Garback" userId="dc25ffa4-de89-4779-8381-34524c87e417" providerId="ADAL" clId="{6E1D5EB8-13F6-40DF-B512-351F8F358EAF}" dt="2026-03-11T20:57:21.127" v="111" actId="700"/>
          <ac:spMkLst>
            <pc:docMk/>
            <pc:sldMk cId="0" sldId="40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7"/>
        </pc:sldMkLst>
        <pc:spChg chg="mod ord">
          <ac:chgData name="Carey Garback" userId="dc25ffa4-de89-4779-8381-34524c87e417" providerId="ADAL" clId="{6E1D5EB8-13F6-40DF-B512-351F8F358EAF}" dt="2026-03-11T20:57:21.127" v="111" actId="700"/>
          <ac:spMkLst>
            <pc:docMk/>
            <pc:sldMk cId="0" sldId="40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8"/>
        </pc:sldMkLst>
        <pc:spChg chg="mod ord">
          <ac:chgData name="Carey Garback" userId="dc25ffa4-de89-4779-8381-34524c87e417" providerId="ADAL" clId="{6E1D5EB8-13F6-40DF-B512-351F8F358EAF}" dt="2026-03-11T20:57:21.127" v="111" actId="700"/>
          <ac:spMkLst>
            <pc:docMk/>
            <pc:sldMk cId="0" sldId="40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9" creationId="{00000000-0000-0000-0000-000000000000}"/>
          </ac:spMkLst>
        </pc:spChg>
      </pc:sldChg>
      <pc:sldChg chg="modSp mod modClrScheme chgLayout">
        <pc:chgData name="Carey Garback" userId="dc25ffa4-de89-4779-8381-34524c87e417" providerId="ADAL" clId="{6E1D5EB8-13F6-40DF-B512-351F8F358EAF}" dt="2026-03-11T21:15:34.989" v="395" actId="14100"/>
        <pc:sldMkLst>
          <pc:docMk/>
          <pc:sldMk cId="0" sldId="409"/>
        </pc:sldMkLst>
        <pc:spChg chg="mod ord">
          <ac:chgData name="Carey Garback" userId="dc25ffa4-de89-4779-8381-34524c87e417" providerId="ADAL" clId="{6E1D5EB8-13F6-40DF-B512-351F8F358EAF}" dt="2026-03-11T21:15:34.989" v="395" actId="14100"/>
          <ac:spMkLst>
            <pc:docMk/>
            <pc:sldMk cId="0" sldId="40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0"/>
        </pc:sldMkLst>
        <pc:spChg chg="mod ord">
          <ac:chgData name="Carey Garback" userId="dc25ffa4-de89-4779-8381-34524c87e417" providerId="ADAL" clId="{6E1D5EB8-13F6-40DF-B512-351F8F358EAF}" dt="2026-03-11T20:57:21.127" v="111" actId="700"/>
          <ac:spMkLst>
            <pc:docMk/>
            <pc:sldMk cId="0" sldId="41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1"/>
        </pc:sldMkLst>
        <pc:spChg chg="mod ord">
          <ac:chgData name="Carey Garback" userId="dc25ffa4-de89-4779-8381-34524c87e417" providerId="ADAL" clId="{6E1D5EB8-13F6-40DF-B512-351F8F358EAF}" dt="2026-03-11T20:57:21.127" v="111" actId="700"/>
          <ac:spMkLst>
            <pc:docMk/>
            <pc:sldMk cId="0" sldId="41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2"/>
        </pc:sldMkLst>
        <pc:spChg chg="mod ord">
          <ac:chgData name="Carey Garback" userId="dc25ffa4-de89-4779-8381-34524c87e417" providerId="ADAL" clId="{6E1D5EB8-13F6-40DF-B512-351F8F358EAF}" dt="2026-03-11T20:57:21.127" v="111" actId="700"/>
          <ac:spMkLst>
            <pc:docMk/>
            <pc:sldMk cId="0" sldId="41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3"/>
        </pc:sldMkLst>
        <pc:spChg chg="mod ord">
          <ac:chgData name="Carey Garback" userId="dc25ffa4-de89-4779-8381-34524c87e417" providerId="ADAL" clId="{6E1D5EB8-13F6-40DF-B512-351F8F358EAF}" dt="2026-03-11T20:57:21.127" v="111" actId="700"/>
          <ac:spMkLst>
            <pc:docMk/>
            <pc:sldMk cId="0" sldId="41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9" creationId="{00000000-0000-0000-0000-000000000000}"/>
          </ac:spMkLst>
        </pc:spChg>
      </pc:sldChg>
      <pc:sldChg chg="modSp mod modClrScheme chgLayout">
        <pc:chgData name="Carey Garback" userId="dc25ffa4-de89-4779-8381-34524c87e417" providerId="ADAL" clId="{6E1D5EB8-13F6-40DF-B512-351F8F358EAF}" dt="2026-03-11T21:15:46.035" v="396" actId="207"/>
        <pc:sldMkLst>
          <pc:docMk/>
          <pc:sldMk cId="0" sldId="414"/>
        </pc:sldMkLst>
        <pc:spChg chg="mod ord">
          <ac:chgData name="Carey Garback" userId="dc25ffa4-de89-4779-8381-34524c87e417" providerId="ADAL" clId="{6E1D5EB8-13F6-40DF-B512-351F8F358EAF}" dt="2026-03-11T21:15:46.035" v="396" actId="207"/>
          <ac:spMkLst>
            <pc:docMk/>
            <pc:sldMk cId="0" sldId="41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5"/>
        </pc:sldMkLst>
        <pc:spChg chg="mod ord">
          <ac:chgData name="Carey Garback" userId="dc25ffa4-de89-4779-8381-34524c87e417" providerId="ADAL" clId="{6E1D5EB8-13F6-40DF-B512-351F8F358EAF}" dt="2026-03-11T20:57:21.127" v="111" actId="700"/>
          <ac:spMkLst>
            <pc:docMk/>
            <pc:sldMk cId="0" sldId="41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6"/>
        </pc:sldMkLst>
        <pc:spChg chg="mod ord">
          <ac:chgData name="Carey Garback" userId="dc25ffa4-de89-4779-8381-34524c87e417" providerId="ADAL" clId="{6E1D5EB8-13F6-40DF-B512-351F8F358EAF}" dt="2026-03-11T20:57:21.127" v="111" actId="700"/>
          <ac:spMkLst>
            <pc:docMk/>
            <pc:sldMk cId="0" sldId="41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7"/>
        </pc:sldMkLst>
        <pc:spChg chg="mod ord">
          <ac:chgData name="Carey Garback" userId="dc25ffa4-de89-4779-8381-34524c87e417" providerId="ADAL" clId="{6E1D5EB8-13F6-40DF-B512-351F8F358EAF}" dt="2026-03-11T20:57:21.127" v="111" actId="700"/>
          <ac:spMkLst>
            <pc:docMk/>
            <pc:sldMk cId="0" sldId="41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8"/>
        </pc:sldMkLst>
        <pc:spChg chg="mod ord">
          <ac:chgData name="Carey Garback" userId="dc25ffa4-de89-4779-8381-34524c87e417" providerId="ADAL" clId="{6E1D5EB8-13F6-40DF-B512-351F8F358EAF}" dt="2026-03-11T20:57:21.127" v="111" actId="700"/>
          <ac:spMkLst>
            <pc:docMk/>
            <pc:sldMk cId="0" sldId="41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9"/>
        </pc:sldMkLst>
        <pc:spChg chg="mod ord">
          <ac:chgData name="Carey Garback" userId="dc25ffa4-de89-4779-8381-34524c87e417" providerId="ADAL" clId="{6E1D5EB8-13F6-40DF-B512-351F8F358EAF}" dt="2026-03-11T20:57:21.127" v="111" actId="700"/>
          <ac:spMkLst>
            <pc:docMk/>
            <pc:sldMk cId="0" sldId="419"/>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0"/>
        </pc:sldMkLst>
        <pc:spChg chg="mod ord">
          <ac:chgData name="Carey Garback" userId="dc25ffa4-de89-4779-8381-34524c87e417" providerId="ADAL" clId="{6E1D5EB8-13F6-40DF-B512-351F8F358EAF}" dt="2026-03-11T20:57:21.127" v="111" actId="700"/>
          <ac:spMkLst>
            <pc:docMk/>
            <pc:sldMk cId="0" sldId="42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1"/>
        </pc:sldMkLst>
        <pc:spChg chg="mod ord">
          <ac:chgData name="Carey Garback" userId="dc25ffa4-de89-4779-8381-34524c87e417" providerId="ADAL" clId="{6E1D5EB8-13F6-40DF-B512-351F8F358EAF}" dt="2026-03-11T20:57:21.127" v="111" actId="700"/>
          <ac:spMkLst>
            <pc:docMk/>
            <pc:sldMk cId="0" sldId="42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2"/>
        </pc:sldMkLst>
        <pc:spChg chg="mod ord">
          <ac:chgData name="Carey Garback" userId="dc25ffa4-de89-4779-8381-34524c87e417" providerId="ADAL" clId="{6E1D5EB8-13F6-40DF-B512-351F8F358EAF}" dt="2026-03-11T20:57:21.127" v="111" actId="700"/>
          <ac:spMkLst>
            <pc:docMk/>
            <pc:sldMk cId="0" sldId="4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2"/>
            <ac:spMk id="12" creationId="{00000000-0000-0000-0000-000000000000}"/>
          </ac:spMkLst>
        </pc:spChg>
      </pc:sldChg>
      <pc:sldChg chg="modSp mod modClrScheme chgLayout">
        <pc:chgData name="Carey Garback" userId="dc25ffa4-de89-4779-8381-34524c87e417" providerId="ADAL" clId="{6E1D5EB8-13F6-40DF-B512-351F8F358EAF}" dt="2026-03-11T21:16:43.044" v="427" actId="1076"/>
        <pc:sldMkLst>
          <pc:docMk/>
          <pc:sldMk cId="0" sldId="423"/>
        </pc:sldMkLst>
        <pc:spChg chg="mod ord">
          <ac:chgData name="Carey Garback" userId="dc25ffa4-de89-4779-8381-34524c87e417" providerId="ADAL" clId="{6E1D5EB8-13F6-40DF-B512-351F8F358EAF}" dt="2026-03-11T21:16:43.044" v="427" actId="1076"/>
          <ac:spMkLst>
            <pc:docMk/>
            <pc:sldMk cId="0" sldId="423"/>
            <ac:spMk id="2" creationId="{00000000-0000-0000-0000-000000000000}"/>
          </ac:spMkLst>
        </pc:spChg>
      </pc:sldChg>
      <pc:sldChg chg="delSp modSp mod modClrScheme chgLayout">
        <pc:chgData name="Carey Garback" userId="dc25ffa4-de89-4779-8381-34524c87e417" providerId="ADAL" clId="{6E1D5EB8-13F6-40DF-B512-351F8F358EAF}" dt="2026-03-11T21:17:09.192" v="428" actId="478"/>
        <pc:sldMkLst>
          <pc:docMk/>
          <pc:sldMk cId="0" sldId="424"/>
        </pc:sldMkLst>
        <pc:spChg chg="mod ord">
          <ac:chgData name="Carey Garback" userId="dc25ffa4-de89-4779-8381-34524c87e417" providerId="ADAL" clId="{6E1D5EB8-13F6-40DF-B512-351F8F358EAF}" dt="2026-03-11T20:57:21.127" v="111" actId="700"/>
          <ac:spMkLst>
            <pc:docMk/>
            <pc:sldMk cId="0" sldId="424"/>
            <ac:spMk id="3" creationId="{00000000-0000-0000-0000-000000000000}"/>
          </ac:spMkLst>
        </pc:spChg>
        <pc:spChg chg="del mod ord">
          <ac:chgData name="Carey Garback" userId="dc25ffa4-de89-4779-8381-34524c87e417" providerId="ADAL" clId="{6E1D5EB8-13F6-40DF-B512-351F8F358EAF}" dt="2026-03-11T21:17:09.192" v="428" actId="478"/>
          <ac:spMkLst>
            <pc:docMk/>
            <pc:sldMk cId="0" sldId="424"/>
            <ac:spMk id="4" creationId="{00000000-0000-0000-0000-000000000000}"/>
          </ac:spMkLst>
        </pc:spChg>
      </pc:sldChg>
      <pc:sldChg chg="delSp modSp mod modClrScheme chgLayout">
        <pc:chgData name="Carey Garback" userId="dc25ffa4-de89-4779-8381-34524c87e417" providerId="ADAL" clId="{6E1D5EB8-13F6-40DF-B512-351F8F358EAF}" dt="2026-03-11T21:17:14.370" v="429" actId="478"/>
        <pc:sldMkLst>
          <pc:docMk/>
          <pc:sldMk cId="0" sldId="425"/>
        </pc:sldMkLst>
        <pc:spChg chg="mod ord">
          <ac:chgData name="Carey Garback" userId="dc25ffa4-de89-4779-8381-34524c87e417" providerId="ADAL" clId="{6E1D5EB8-13F6-40DF-B512-351F8F358EAF}" dt="2026-03-11T20:57:21.127" v="111" actId="700"/>
          <ac:spMkLst>
            <pc:docMk/>
            <pc:sldMk cId="0" sldId="425"/>
            <ac:spMk id="5" creationId="{00000000-0000-0000-0000-000000000000}"/>
          </ac:spMkLst>
        </pc:spChg>
        <pc:spChg chg="del mod ord">
          <ac:chgData name="Carey Garback" userId="dc25ffa4-de89-4779-8381-34524c87e417" providerId="ADAL" clId="{6E1D5EB8-13F6-40DF-B512-351F8F358EAF}" dt="2026-03-11T21:17:14.370" v="429" actId="478"/>
          <ac:spMkLst>
            <pc:docMk/>
            <pc:sldMk cId="0" sldId="425"/>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6"/>
        </pc:sldMkLst>
        <pc:spChg chg="mod ord">
          <ac:chgData name="Carey Garback" userId="dc25ffa4-de89-4779-8381-34524c87e417" providerId="ADAL" clId="{6E1D5EB8-13F6-40DF-B512-351F8F358EAF}" dt="2026-03-11T20:57:21.127" v="111" actId="700"/>
          <ac:spMkLst>
            <pc:docMk/>
            <pc:sldMk cId="0" sldId="4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6"/>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7"/>
        </pc:sldMkLst>
        <pc:spChg chg="mod ord">
          <ac:chgData name="Carey Garback" userId="dc25ffa4-de89-4779-8381-34524c87e417" providerId="ADAL" clId="{6E1D5EB8-13F6-40DF-B512-351F8F358EAF}" dt="2026-03-11T20:57:21.127" v="111" actId="700"/>
          <ac:spMkLst>
            <pc:docMk/>
            <pc:sldMk cId="0" sldId="42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8"/>
        </pc:sldMkLst>
        <pc:spChg chg="mod ord">
          <ac:chgData name="Carey Garback" userId="dc25ffa4-de89-4779-8381-34524c87e417" providerId="ADAL" clId="{6E1D5EB8-13F6-40DF-B512-351F8F358EAF}" dt="2026-03-11T20:57:21.127" v="111" actId="700"/>
          <ac:spMkLst>
            <pc:docMk/>
            <pc:sldMk cId="0" sldId="4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9"/>
        </pc:sldMkLst>
        <pc:spChg chg="mod ord">
          <ac:chgData name="Carey Garback" userId="dc25ffa4-de89-4779-8381-34524c87e417" providerId="ADAL" clId="{6E1D5EB8-13F6-40DF-B512-351F8F358EAF}" dt="2026-03-11T20:57:21.127" v="111" actId="700"/>
          <ac:spMkLst>
            <pc:docMk/>
            <pc:sldMk cId="0" sldId="4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0"/>
        </pc:sldMkLst>
        <pc:spChg chg="mod ord">
          <ac:chgData name="Carey Garback" userId="dc25ffa4-de89-4779-8381-34524c87e417" providerId="ADAL" clId="{6E1D5EB8-13F6-40DF-B512-351F8F358EAF}" dt="2026-03-11T20:57:21.127" v="111" actId="700"/>
          <ac:spMkLst>
            <pc:docMk/>
            <pc:sldMk cId="0" sldId="43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3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1"/>
        </pc:sldMkLst>
        <pc:spChg chg="mod ord">
          <ac:chgData name="Carey Garback" userId="dc25ffa4-de89-4779-8381-34524c87e417" providerId="ADAL" clId="{6E1D5EB8-13F6-40DF-B512-351F8F358EAF}" dt="2026-03-11T20:57:21.127" v="111" actId="700"/>
          <ac:spMkLst>
            <pc:docMk/>
            <pc:sldMk cId="0" sldId="43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3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2"/>
        </pc:sldMkLst>
        <pc:spChg chg="mod ord">
          <ac:chgData name="Carey Garback" userId="dc25ffa4-de89-4779-8381-34524c87e417" providerId="ADAL" clId="{6E1D5EB8-13F6-40DF-B512-351F8F358EAF}" dt="2026-03-11T20:57:21.127" v="111" actId="700"/>
          <ac:spMkLst>
            <pc:docMk/>
            <pc:sldMk cId="0" sldId="4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3"/>
        </pc:sldMkLst>
        <pc:spChg chg="mod ord">
          <ac:chgData name="Carey Garback" userId="dc25ffa4-de89-4779-8381-34524c87e417" providerId="ADAL" clId="{6E1D5EB8-13F6-40DF-B512-351F8F358EAF}" dt="2026-03-11T20:57:21.127" v="111" actId="700"/>
          <ac:spMkLst>
            <pc:docMk/>
            <pc:sldMk cId="0" sldId="433"/>
            <ac:spMk id="3"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4"/>
        </pc:sldMkLst>
        <pc:spChg chg="mod ord">
          <ac:chgData name="Carey Garback" userId="dc25ffa4-de89-4779-8381-34524c87e417" providerId="ADAL" clId="{6E1D5EB8-13F6-40DF-B512-351F8F358EAF}" dt="2026-03-11T20:57:21.127" v="111" actId="700"/>
          <ac:spMkLst>
            <pc:docMk/>
            <pc:sldMk cId="0" sldId="4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5"/>
        </pc:sldMkLst>
        <pc:spChg chg="mod ord">
          <ac:chgData name="Carey Garback" userId="dc25ffa4-de89-4779-8381-34524c87e417" providerId="ADAL" clId="{6E1D5EB8-13F6-40DF-B512-351F8F358EAF}" dt="2026-03-11T20:57:21.127" v="111" actId="700"/>
          <ac:spMkLst>
            <pc:docMk/>
            <pc:sldMk cId="0" sldId="4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5"/>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6"/>
        </pc:sldMkLst>
        <pc:spChg chg="mod ord">
          <ac:chgData name="Carey Garback" userId="dc25ffa4-de89-4779-8381-34524c87e417" providerId="ADAL" clId="{6E1D5EB8-13F6-40DF-B512-351F8F358EAF}" dt="2026-03-11T20:57:21.127" v="111" actId="700"/>
          <ac:spMkLst>
            <pc:docMk/>
            <pc:sldMk cId="0" sldId="43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6"/>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7"/>
        </pc:sldMkLst>
        <pc:spChg chg="mod ord">
          <ac:chgData name="Carey Garback" userId="dc25ffa4-de89-4779-8381-34524c87e417" providerId="ADAL" clId="{6E1D5EB8-13F6-40DF-B512-351F8F358EAF}" dt="2026-03-11T20:57:21.127" v="111" actId="700"/>
          <ac:spMkLst>
            <pc:docMk/>
            <pc:sldMk cId="0" sldId="43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8"/>
        </pc:sldMkLst>
        <pc:spChg chg="mod ord">
          <ac:chgData name="Carey Garback" userId="dc25ffa4-de89-4779-8381-34524c87e417" providerId="ADAL" clId="{6E1D5EB8-13F6-40DF-B512-351F8F358EAF}" dt="2026-03-11T20:57:21.127" v="111" actId="700"/>
          <ac:spMkLst>
            <pc:docMk/>
            <pc:sldMk cId="0" sldId="4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9"/>
        </pc:sldMkLst>
        <pc:spChg chg="mod ord">
          <ac:chgData name="Carey Garback" userId="dc25ffa4-de89-4779-8381-34524c87e417" providerId="ADAL" clId="{6E1D5EB8-13F6-40DF-B512-351F8F358EAF}" dt="2026-03-11T20:57:21.127" v="111" actId="700"/>
          <ac:spMkLst>
            <pc:docMk/>
            <pc:sldMk cId="0" sldId="43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0"/>
        </pc:sldMkLst>
        <pc:spChg chg="mod ord">
          <ac:chgData name="Carey Garback" userId="dc25ffa4-de89-4779-8381-34524c87e417" providerId="ADAL" clId="{6E1D5EB8-13F6-40DF-B512-351F8F358EAF}" dt="2026-03-11T20:57:21.127" v="111" actId="700"/>
          <ac:spMkLst>
            <pc:docMk/>
            <pc:sldMk cId="0" sldId="44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0"/>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1"/>
        </pc:sldMkLst>
        <pc:spChg chg="mod ord">
          <ac:chgData name="Carey Garback" userId="dc25ffa4-de89-4779-8381-34524c87e417" providerId="ADAL" clId="{6E1D5EB8-13F6-40DF-B512-351F8F358EAF}" dt="2026-03-11T20:57:21.127" v="111" actId="700"/>
          <ac:spMkLst>
            <pc:docMk/>
            <pc:sldMk cId="0" sldId="44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2"/>
        </pc:sldMkLst>
        <pc:spChg chg="mod ord">
          <ac:chgData name="Carey Garback" userId="dc25ffa4-de89-4779-8381-34524c87e417" providerId="ADAL" clId="{6E1D5EB8-13F6-40DF-B512-351F8F358EAF}" dt="2026-03-11T20:57:21.127" v="111" actId="700"/>
          <ac:spMkLst>
            <pc:docMk/>
            <pc:sldMk cId="0" sldId="44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3"/>
        </pc:sldMkLst>
        <pc:spChg chg="mod ord">
          <ac:chgData name="Carey Garback" userId="dc25ffa4-de89-4779-8381-34524c87e417" providerId="ADAL" clId="{6E1D5EB8-13F6-40DF-B512-351F8F358EAF}" dt="2026-03-11T20:57:21.127" v="111" actId="700"/>
          <ac:spMkLst>
            <pc:docMk/>
            <pc:sldMk cId="0" sldId="443"/>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3"/>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4"/>
        </pc:sldMkLst>
        <pc:spChg chg="mod ord">
          <ac:chgData name="Carey Garback" userId="dc25ffa4-de89-4779-8381-34524c87e417" providerId="ADAL" clId="{6E1D5EB8-13F6-40DF-B512-351F8F358EAF}" dt="2026-03-11T20:57:21.127" v="111" actId="700"/>
          <ac:spMkLst>
            <pc:docMk/>
            <pc:sldMk cId="0" sldId="44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4"/>
            <ac:spMk id="4" creationId="{00000000-0000-0000-0000-000000000000}"/>
          </ac:spMkLst>
        </pc:spChg>
      </pc:sldChg>
      <pc:sldMasterChg chg="del delSldLayout">
        <pc:chgData name="Carey Garback" userId="dc25ffa4-de89-4779-8381-34524c87e417" providerId="ADAL" clId="{6E1D5EB8-13F6-40DF-B512-351F8F358EAF}" dt="2026-03-11T20:48:42.898" v="27" actId="700"/>
        <pc:sldMasterMkLst>
          <pc:docMk/>
          <pc:sldMasterMk cId="3235924352" sldId="2147483660"/>
        </pc:sldMasterMkLst>
        <pc:sldLayoutChg chg="del">
          <pc:chgData name="Carey Garback" userId="dc25ffa4-de89-4779-8381-34524c87e417" providerId="ADAL" clId="{6E1D5EB8-13F6-40DF-B512-351F8F358EAF}" dt="2026-03-11T20:48:42.898" v="27" actId="700"/>
          <pc:sldLayoutMkLst>
            <pc:docMk/>
            <pc:sldMasterMk cId="3235924352" sldId="2147483660"/>
            <pc:sldLayoutMk cId="1035141377" sldId="2147483661"/>
          </pc:sldLayoutMkLst>
        </pc:sldLayoutChg>
        <pc:sldLayoutChg chg="del">
          <pc:chgData name="Carey Garback" userId="dc25ffa4-de89-4779-8381-34524c87e417" providerId="ADAL" clId="{6E1D5EB8-13F6-40DF-B512-351F8F358EAF}" dt="2026-03-11T20:48:42.898" v="27" actId="700"/>
          <pc:sldLayoutMkLst>
            <pc:docMk/>
            <pc:sldMasterMk cId="3235924352" sldId="2147483660"/>
            <pc:sldLayoutMk cId="4027653642" sldId="2147483662"/>
          </pc:sldLayoutMkLst>
        </pc:sldLayoutChg>
      </pc:sldMasterChg>
      <pc:sldMasterChg chg="del delSldLayout">
        <pc:chgData name="Carey Garback" userId="dc25ffa4-de89-4779-8381-34524c87e417" providerId="ADAL" clId="{6E1D5EB8-13F6-40DF-B512-351F8F358EAF}" dt="2026-03-11T20:49:21.684" v="28" actId="700"/>
        <pc:sldMasterMkLst>
          <pc:docMk/>
          <pc:sldMasterMk cId="923368649" sldId="2147483666"/>
        </pc:sldMasterMkLst>
        <pc:sldLayoutChg chg="del">
          <pc:chgData name="Carey Garback" userId="dc25ffa4-de89-4779-8381-34524c87e417" providerId="ADAL" clId="{6E1D5EB8-13F6-40DF-B512-351F8F358EAF}" dt="2026-03-11T20:49:21.684" v="28" actId="700"/>
          <pc:sldLayoutMkLst>
            <pc:docMk/>
            <pc:sldMasterMk cId="923368649" sldId="2147483666"/>
            <pc:sldLayoutMk cId="1141453576" sldId="2147483667"/>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1456915426" sldId="2147483668"/>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2183310103" sldId="214748366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1401809999" sldId="2147483679"/>
        </pc:sldMasterMkLst>
        <pc:sldLayoutChg chg="del">
          <pc:chgData name="Carey Garback" userId="dc25ffa4-de89-4779-8381-34524c87e417" providerId="ADAL" clId="{6E1D5EB8-13F6-40DF-B512-351F8F358EAF}" dt="2026-03-11T20:57:21.127" v="111" actId="700"/>
          <pc:sldLayoutMkLst>
            <pc:docMk/>
            <pc:sldMasterMk cId="1401809999" sldId="2147483679"/>
            <pc:sldLayoutMk cId="2909978897" sldId="2147483680"/>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2915061967" sldId="2147483681"/>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1914343070" sldId="2147483682"/>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365608168" sldId="2147483683"/>
          </pc:sldLayoutMkLst>
        </pc:sldLayoutChg>
      </pc:sldMasterChg>
      <pc:sldMasterChg chg="del delSldLayout">
        <pc:chgData name="Carey Garback" userId="dc25ffa4-de89-4779-8381-34524c87e417" providerId="ADAL" clId="{6E1D5EB8-13F6-40DF-B512-351F8F358EAF}" dt="2026-03-11T20:57:21.127" v="111" actId="700"/>
        <pc:sldMasterMkLst>
          <pc:docMk/>
          <pc:sldMasterMk cId="917995300" sldId="2147483685"/>
        </pc:sldMasterMkLst>
        <pc:sldLayoutChg chg="del">
          <pc:chgData name="Carey Garback" userId="dc25ffa4-de89-4779-8381-34524c87e417" providerId="ADAL" clId="{6E1D5EB8-13F6-40DF-B512-351F8F358EAF}" dt="2026-03-11T20:57:21.127" v="111" actId="700"/>
          <pc:sldLayoutMkLst>
            <pc:docMk/>
            <pc:sldMasterMk cId="917995300" sldId="2147483685"/>
            <pc:sldLayoutMk cId="1257960484" sldId="2147483686"/>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738163252" sldId="2147483687"/>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3981737369" sldId="2147483688"/>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1236164671" sldId="214748368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4040483893" sldId="2147483691"/>
        </pc:sldMasterMkLst>
        <pc:sldLayoutChg chg="del">
          <pc:chgData name="Carey Garback" userId="dc25ffa4-de89-4779-8381-34524c87e417" providerId="ADAL" clId="{6E1D5EB8-13F6-40DF-B512-351F8F358EAF}" dt="2026-03-11T20:57:21.127" v="111" actId="700"/>
          <pc:sldLayoutMkLst>
            <pc:docMk/>
            <pc:sldMasterMk cId="4040483893" sldId="2147483691"/>
            <pc:sldLayoutMk cId="62507525" sldId="2147483692"/>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3087094166" sldId="2147483693"/>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500174963" sldId="2147483695"/>
          </pc:sldLayoutMkLst>
        </pc:sldLayoutChg>
      </pc:sldMasterChg>
      <pc:sldMasterChg chg="del delSldLayout">
        <pc:chgData name="Carey Garback" userId="dc25ffa4-de89-4779-8381-34524c87e417" providerId="ADAL" clId="{6E1D5EB8-13F6-40DF-B512-351F8F358EAF}" dt="2026-03-11T20:57:21.127" v="111" actId="700"/>
        <pc:sldMasterMkLst>
          <pc:docMk/>
          <pc:sldMasterMk cId="833956046" sldId="2147483697"/>
        </pc:sldMasterMkLst>
        <pc:sldLayoutChg chg="del">
          <pc:chgData name="Carey Garback" userId="dc25ffa4-de89-4779-8381-34524c87e417" providerId="ADAL" clId="{6E1D5EB8-13F6-40DF-B512-351F8F358EAF}" dt="2026-03-11T20:57:21.127" v="111" actId="700"/>
          <pc:sldLayoutMkLst>
            <pc:docMk/>
            <pc:sldMasterMk cId="833956046" sldId="2147483697"/>
            <pc:sldLayoutMk cId="3345404786" sldId="2147483698"/>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048282712" sldId="2147483699"/>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843714748" sldId="2147483701"/>
          </pc:sldLayoutMkLst>
        </pc:sldLayoutChg>
      </pc:sldMasterChg>
      <pc:sldMasterChg chg="new mod addSldLayout">
        <pc:chgData name="Carey Garback" userId="dc25ffa4-de89-4779-8381-34524c87e417" providerId="ADAL" clId="{6E1D5EB8-13F6-40DF-B512-351F8F358EAF}" dt="2026-03-11T20:45:54.864" v="0" actId="6938"/>
        <pc:sldMasterMkLst>
          <pc:docMk/>
          <pc:sldMasterMk cId="3768917275" sldId="2147483702"/>
        </pc:sldMasterMkLst>
        <pc:sldLayoutChg chg="new replId">
          <pc:chgData name="Carey Garback" userId="dc25ffa4-de89-4779-8381-34524c87e417" providerId="ADAL" clId="{6E1D5EB8-13F6-40DF-B512-351F8F358EAF}" dt="2026-03-11T20:45:54.864" v="0" actId="6938"/>
          <pc:sldLayoutMkLst>
            <pc:docMk/>
            <pc:sldMasterMk cId="3768917275" sldId="2147483702"/>
            <pc:sldLayoutMk cId="4122042031" sldId="2147483703"/>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9336987" sldId="2147483704"/>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999859724" sldId="2147483705"/>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046803670" sldId="2147483706"/>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27527939" sldId="2147483707"/>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568196630" sldId="2147483708"/>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38423179" sldId="2147483709"/>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639641599" sldId="2147483710"/>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727792376" sldId="2147483711"/>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1994235" sldId="2147483712"/>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774246442" sldId="214748371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2648E-2733-4EC8-BEDA-1577DE2D3D0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A796C-48E4-4AB2-BF9A-20773E9CD213}" type="slidenum">
              <a:rPr lang="en-US" smtClean="0"/>
              <a:t>‹#›</a:t>
            </a:fld>
            <a:endParaRPr lang="en-US"/>
          </a:p>
        </p:txBody>
      </p:sp>
    </p:spTree>
    <p:extLst>
      <p:ext uri="{BB962C8B-B14F-4D97-AF65-F5344CB8AC3E}">
        <p14:creationId xmlns:p14="http://schemas.microsoft.com/office/powerpoint/2010/main" val="410043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A380C-F67F-EFBA-3B70-375AF924BF22}"/>
              </a:ext>
            </a:extLst>
          </p:cNvPr>
          <p:cNvSpPr>
            <a:spLocks noGrp="1"/>
          </p:cNvSpPr>
          <p:nvPr>
            <p:ph type="dt" sz="half" idx="10"/>
          </p:nvPr>
        </p:nvSpPr>
        <p:spPr/>
        <p:txBody>
          <a:bodyPr/>
          <a:lstStyle/>
          <a:p>
            <a:fld id="{8CF61943-3342-4554-8403-118C8C1529D5}" type="datetimeFigureOut">
              <a:rPr lang="en-US" smtClean="0"/>
              <a:t>10/19/2026</a:t>
            </a:fld>
            <a:endParaRPr lang="en-US"/>
          </a:p>
        </p:txBody>
      </p:sp>
      <p:sp>
        <p:nvSpPr>
          <p:cNvPr id="3" name="Footer Placeholder 2">
            <a:extLst>
              <a:ext uri="{FF2B5EF4-FFF2-40B4-BE49-F238E27FC236}">
                <a16:creationId xmlns:a16="http://schemas.microsoft.com/office/drawing/2014/main" id="{1D4AFDB8-8FC5-F48F-B4AE-DA7846B5D4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92BEB7-8480-87E5-785A-0C311E8BB8F7}"/>
              </a:ext>
            </a:extLst>
          </p:cNvPr>
          <p:cNvSpPr>
            <a:spLocks noGrp="1"/>
          </p:cNvSpPr>
          <p:nvPr>
            <p:ph type="sldNum" sz="quarter" idx="12"/>
          </p:nvPr>
        </p:nvSpPr>
        <p:spPr/>
        <p:txBody>
          <a:bodyPr/>
          <a:lstStyle/>
          <a:p>
            <a:fld id="{C1D4C522-3418-4017-B3CC-40AB942034BC}" type="slidenum">
              <a:rPr lang="en-US" smtClean="0"/>
              <a:t>‹#›</a:t>
            </a:fld>
            <a:endParaRPr lang="en-US"/>
          </a:p>
        </p:txBody>
      </p:sp>
    </p:spTree>
    <p:extLst>
      <p:ext uri="{BB962C8B-B14F-4D97-AF65-F5344CB8AC3E}">
        <p14:creationId xmlns:p14="http://schemas.microsoft.com/office/powerpoint/2010/main" val="313842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263524" y="208032"/>
            <a:ext cx="11664951" cy="563524"/>
          </a:xfrm>
          <a:prstGeom prst="rect">
            <a:avLst/>
          </a:prstGeom>
        </p:spPr>
        <p:txBody>
          <a:bodyPr/>
          <a:lstStyle>
            <a:lvl1pPr marL="0" indent="0">
              <a:buNone/>
              <a:defRPr sz="2800" b="1">
                <a:latin typeface="+mj-lt"/>
              </a:defRPr>
            </a:lvl1pPr>
          </a:lstStyle>
          <a:p>
            <a:pPr lvl="0"/>
            <a:r>
              <a:rPr kumimoji="1" lang="en-US" altLang="ja-JP" dirty="0"/>
              <a:t>Title, Verdana Bold 28pt</a:t>
            </a:r>
            <a:endParaRPr kumimoji="1" lang="ja-JP" altLang="en-US" dirty="0"/>
          </a:p>
        </p:txBody>
      </p:sp>
      <p:sp>
        <p:nvSpPr>
          <p:cNvPr id="8" name="テキスト プレースホルダー 7"/>
          <p:cNvSpPr>
            <a:spLocks noGrp="1"/>
          </p:cNvSpPr>
          <p:nvPr>
            <p:ph type="body" sz="quarter" idx="11" hasCustomPrompt="1"/>
          </p:nvPr>
        </p:nvSpPr>
        <p:spPr>
          <a:xfrm>
            <a:off x="270415" y="976343"/>
            <a:ext cx="11658059" cy="446057"/>
          </a:xfrm>
          <a:prstGeom prst="rect">
            <a:avLst/>
          </a:prstGeom>
        </p:spPr>
        <p:txBody>
          <a:bodyPr/>
          <a:lstStyle>
            <a:lvl1pPr marL="228600" indent="-228600">
              <a:buFont typeface="Wingdings" panose="05000000000000000000" pitchFamily="2" charset="2"/>
              <a:buChar char="n"/>
              <a:defRPr sz="2400" baseline="0">
                <a:latin typeface="+mn-lt"/>
              </a:defRPr>
            </a:lvl1pPr>
          </a:lstStyle>
          <a:p>
            <a:pPr lvl="0"/>
            <a:r>
              <a:rPr kumimoji="1" lang="en-US" altLang="ja-JP" dirty="0"/>
              <a:t>Body Title, Verdana 24pt</a:t>
            </a:r>
            <a:endParaRPr kumimoji="1" lang="ja-JP" altLang="en-US" dirty="0"/>
          </a:p>
        </p:txBody>
      </p:sp>
      <p:sp>
        <p:nvSpPr>
          <p:cNvPr id="9" name="テキスト プレースホルダー 7"/>
          <p:cNvSpPr>
            <a:spLocks noGrp="1"/>
          </p:cNvSpPr>
          <p:nvPr>
            <p:ph type="body" sz="quarter" idx="12" hasCustomPrompt="1"/>
          </p:nvPr>
        </p:nvSpPr>
        <p:spPr>
          <a:xfrm>
            <a:off x="270415" y="1422400"/>
            <a:ext cx="11658059" cy="4622800"/>
          </a:xfrm>
          <a:prstGeom prst="rect">
            <a:avLst/>
          </a:prstGeom>
        </p:spPr>
        <p:txBody>
          <a:bodyPr/>
          <a:lstStyle>
            <a:lvl1pPr marL="0" indent="0">
              <a:buFontTx/>
              <a:buNone/>
              <a:defRPr sz="1800" baseline="0">
                <a:latin typeface="+mn-lt"/>
              </a:defRPr>
            </a:lvl1pPr>
          </a:lstStyle>
          <a:p>
            <a:pPr lvl="0"/>
            <a:r>
              <a:rPr kumimoji="1" lang="en-US" altLang="ja-JP" dirty="0"/>
              <a:t>Body Text, Verdana 18pt</a:t>
            </a:r>
            <a:endParaRPr kumimoji="1" lang="ja-JP" altLang="en-US" dirty="0"/>
          </a:p>
        </p:txBody>
      </p:sp>
    </p:spTree>
    <p:extLst>
      <p:ext uri="{BB962C8B-B14F-4D97-AF65-F5344CB8AC3E}">
        <p14:creationId xmlns:p14="http://schemas.microsoft.com/office/powerpoint/2010/main" val="122523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9">
          <p15:clr>
            <a:srgbClr val="FBAE40"/>
          </p15:clr>
        </p15:guide>
        <p15:guide id="5" orient="horz" pos="61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4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279451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5542D-E5F5-D09D-EEA0-06051D45B2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12CF76-9965-422C-D7AA-934E02A1E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C11D16-F5A9-231C-545E-6906C5F1D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F61943-3342-4554-8403-118C8C1529D5}" type="datetimeFigureOut">
              <a:rPr lang="en-US" smtClean="0"/>
              <a:t>10/19/2026</a:t>
            </a:fld>
            <a:endParaRPr lang="en-US"/>
          </a:p>
        </p:txBody>
      </p:sp>
      <p:sp>
        <p:nvSpPr>
          <p:cNvPr id="5" name="Footer Placeholder 4">
            <a:extLst>
              <a:ext uri="{FF2B5EF4-FFF2-40B4-BE49-F238E27FC236}">
                <a16:creationId xmlns:a16="http://schemas.microsoft.com/office/drawing/2014/main" id="{BBD8B990-6EF6-E39E-EF31-38B044D069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B0DDA7-C73D-4678-0FED-6404D4AF2D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D4C522-3418-4017-B3CC-40AB942034BC}" type="slidenum">
              <a:rPr lang="en-US" smtClean="0"/>
              <a:t>‹#›</a:t>
            </a:fld>
            <a:endParaRPr lang="en-US"/>
          </a:p>
        </p:txBody>
      </p:sp>
    </p:spTree>
    <p:extLst>
      <p:ext uri="{BB962C8B-B14F-4D97-AF65-F5344CB8AC3E}">
        <p14:creationId xmlns:p14="http://schemas.microsoft.com/office/powerpoint/2010/main" val="376891727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nealprobert" TargetMode="External"/><Relationship Id="rId2" Type="http://schemas.openxmlformats.org/officeDocument/2006/relationships/hyperlink" Target="mailto:neal.probert@nissan-usa.com"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cc.gov/engineering-technology/policy-and-rules-division/general/radio-spectrum-allocation" TargetMode="External"/><Relationship Id="rId7" Type="http://schemas.openxmlformats.org/officeDocument/2006/relationships/hyperlink" Target="https://fccid.io/" TargetMode="External"/><Relationship Id="rId2" Type="http://schemas.openxmlformats.org/officeDocument/2006/relationships/hyperlink" Target="https://www.fcc.gov/media/radio/low-power-radio-general-information" TargetMode="External"/><Relationship Id="rId1" Type="http://schemas.openxmlformats.org/officeDocument/2006/relationships/slideLayout" Target="../slideLayouts/slideLayout3.xml"/><Relationship Id="rId6" Type="http://schemas.openxmlformats.org/officeDocument/2006/relationships/hyperlink" Target="https://www.fcc.gov/oet/ea/fccid" TargetMode="External"/><Relationship Id="rId5" Type="http://schemas.openxmlformats.org/officeDocument/2006/relationships/hyperlink" Target="https://www.fcc.gov/general/jammer-enforcement" TargetMode="External"/><Relationship Id="rId4" Type="http://schemas.openxmlformats.org/officeDocument/2006/relationships/hyperlink" Target="https://www.fcc.gov/consumers/guides/unauthorized-radio-operatio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hyperlink" Target="https://maclookup.app/" TargetMode="External"/><Relationship Id="rId2" Type="http://schemas.openxmlformats.org/officeDocument/2006/relationships/hyperlink" Target="https://en.wikipedia.org/wiki/MAC_address"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hyperlink" Target="https://www.gnuradio.org/" TargetMode="External"/><Relationship Id="rId3" Type="http://schemas.openxmlformats.org/officeDocument/2006/relationships/hyperlink" Target="https://www.sans.org/cyber-security-courses/wireless-penetration-testing-ethical-hacking" TargetMode="External"/><Relationship Id="rId7" Type="http://schemas.openxmlformats.org/officeDocument/2006/relationships/hyperlink" Target="https://www.rtl-sdr.com/" TargetMode="External"/><Relationship Id="rId2" Type="http://schemas.openxmlformats.org/officeDocument/2006/relationships/hyperlink" Target="https://github.com/nprobert/AutoISAC-ACT-AdvWireless" TargetMode="External"/><Relationship Id="rId1" Type="http://schemas.openxmlformats.org/officeDocument/2006/relationships/slideLayout" Target="../slideLayouts/slideLayout2.xml"/><Relationship Id="rId6" Type="http://schemas.openxmlformats.org/officeDocument/2006/relationships/hyperlink" Target="https://greatscottgadgets.com/hackrf/" TargetMode="External"/><Relationship Id="rId5" Type="http://schemas.openxmlformats.org/officeDocument/2006/relationships/hyperlink" Target="https://freewili.com/" TargetMode="External"/><Relationship Id="rId4" Type="http://schemas.openxmlformats.org/officeDocument/2006/relationships/hyperlink" Target="https://flipper.net/" TargetMode="External"/><Relationship Id="rId9" Type="http://schemas.openxmlformats.org/officeDocument/2006/relationships/hyperlink" Target="https://www.gnuradio.org/news/2022-02-03-new-tutori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5790-9782-F041-9855-3EA712D1272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6208E19-D911-EE2C-E87C-EC7983F2A0D9}"/>
              </a:ext>
            </a:extLst>
          </p:cNvPr>
          <p:cNvSpPr>
            <a:spLocks noGrp="1"/>
          </p:cNvSpPr>
          <p:nvPr>
            <p:ph type="body" sz="quarter" idx="10"/>
          </p:nvPr>
        </p:nvSpPr>
        <p:spPr>
          <a:xfrm>
            <a:off x="263525" y="208032"/>
            <a:ext cx="11412538" cy="563524"/>
          </a:xfrm>
        </p:spPr>
        <p:txBody>
          <a:bodyPr/>
          <a:lstStyle/>
          <a:p>
            <a:r>
              <a:rPr lang="en-US" altLang="ja-JP" kern="0" dirty="0">
                <a:solidFill>
                  <a:srgbClr val="000000"/>
                </a:solidFill>
                <a:ea typeface="ＭＳ Ｐゴシック"/>
                <a:cs typeface="+mj-cs"/>
              </a:rPr>
              <a:t>Who am I?</a:t>
            </a:r>
            <a:endParaRPr kumimoji="1" lang="ja-JP" altLang="en-US" dirty="0"/>
          </a:p>
        </p:txBody>
      </p:sp>
      <p:sp>
        <p:nvSpPr>
          <p:cNvPr id="4" name="テキスト プレースホルダー 3">
            <a:extLst>
              <a:ext uri="{FF2B5EF4-FFF2-40B4-BE49-F238E27FC236}">
                <a16:creationId xmlns:a16="http://schemas.microsoft.com/office/drawing/2014/main" id="{85DF450F-0F29-BDCA-0DD0-45BDDAFFE97F}"/>
              </a:ext>
            </a:extLst>
          </p:cNvPr>
          <p:cNvSpPr>
            <a:spLocks noGrp="1"/>
          </p:cNvSpPr>
          <p:nvPr>
            <p:ph type="body" sz="quarter" idx="11"/>
          </p:nvPr>
        </p:nvSpPr>
        <p:spPr>
          <a:xfrm>
            <a:off x="263525" y="877636"/>
            <a:ext cx="11160126" cy="5618167"/>
          </a:xfrm>
        </p:spPr>
        <p:txBody>
          <a:bodyPr/>
          <a:lstStyle/>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Neal Probert </a:t>
            </a:r>
            <a:r>
              <a:rPr lang="en-US" altLang="ja-JP" sz="2000" dirty="0">
                <a:solidFill>
                  <a:srgbClr val="000000"/>
                </a:solidFill>
                <a:ea typeface="ＭＳ Ｐゴシック" pitchFamily="50" charset="-128"/>
                <a:hlinkClick r:id="rId2"/>
              </a:rPr>
              <a:t>neal.probert@nissan-usa.com</a:t>
            </a:r>
            <a:r>
              <a:rPr lang="en-US" altLang="ja-JP" sz="2000" dirty="0">
                <a:solidFill>
                  <a:srgbClr val="000000"/>
                </a:solidFill>
                <a:ea typeface="ＭＳ Ｐゴシック" pitchFamily="50" charset="-128"/>
              </a:rPr>
              <a:t> </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NNA VSOC Lead, Senior Cybersecurity Engineer</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Nissan Technical Center North America (NTCNA)</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Research &amp; Development, Technical Planning &amp; Research</a:t>
            </a:r>
          </a:p>
          <a:p>
            <a:pPr lvl="0" fontAlgn="base">
              <a:lnSpc>
                <a:spcPct val="100000"/>
              </a:lnSpc>
              <a:spcBef>
                <a:spcPct val="0"/>
              </a:spcBef>
              <a:spcAft>
                <a:spcPct val="0"/>
              </a:spcAft>
              <a:buFont typeface="Wingdings" panose="05000000000000000000" pitchFamily="2" charset="2"/>
              <a:buChar char="§"/>
            </a:pPr>
            <a:r>
              <a:rPr lang="en-US" sz="2000" dirty="0">
                <a:hlinkClick r:id="rId3"/>
              </a:rPr>
              <a:t>Neal Probert - Nissan Technical Center North America | LinkedIn</a:t>
            </a:r>
            <a:endParaRPr lang="en-US" altLang="ja-JP" sz="2000" dirty="0">
              <a:solidFill>
                <a:srgbClr val="000000"/>
              </a:solidFill>
              <a:ea typeface="ＭＳ Ｐゴシック" pitchFamily="50" charset="-128"/>
            </a:endParaRP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Auto-ISAC PoC for Nissan</a:t>
            </a:r>
          </a:p>
          <a:p>
            <a:pPr lvl="0" fontAlgn="base">
              <a:lnSpc>
                <a:spcPct val="100000"/>
              </a:lnSpc>
              <a:spcBef>
                <a:spcPct val="0"/>
              </a:spcBef>
              <a:spcAft>
                <a:spcPct val="0"/>
              </a:spcAft>
              <a:buFont typeface="Wingdings" panose="05000000000000000000" pitchFamily="2" charset="2"/>
              <a:buChar char="§"/>
            </a:pPr>
            <a:endParaRPr lang="en-US" altLang="ja-JP" sz="2000" dirty="0">
              <a:solidFill>
                <a:srgbClr val="000000"/>
              </a:solidFill>
              <a:ea typeface="ＭＳ Ｐゴシック" pitchFamily="50" charset="-128"/>
            </a:endParaRP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Certified Automotive Security Engineer (CASE)</a:t>
            </a: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ACT Advanced Wireless Lab instructor</a:t>
            </a:r>
          </a:p>
          <a:p>
            <a:pPr fontAlgn="base">
              <a:lnSpc>
                <a:spcPct val="100000"/>
              </a:lnSpc>
              <a:spcBef>
                <a:spcPct val="0"/>
              </a:spcBef>
              <a:spcAft>
                <a:spcPct val="0"/>
              </a:spcAft>
            </a:pPr>
            <a:r>
              <a:rPr lang="en-US" altLang="ja-JP" sz="1800" dirty="0">
                <a:solidFill>
                  <a:srgbClr val="000000"/>
                </a:solidFill>
                <a:ea typeface="ＭＳ Ｐゴシック" pitchFamily="50" charset="-128"/>
              </a:rPr>
              <a:t>SAE 21434 Automotive Cybersecurity Certification (ACC) L1 &amp; L2</a:t>
            </a:r>
          </a:p>
          <a:p>
            <a:pPr marL="0" lvl="0" indent="0" fontAlgn="base">
              <a:lnSpc>
                <a:spcPct val="100000"/>
              </a:lnSpc>
              <a:spcBef>
                <a:spcPct val="0"/>
              </a:spcBef>
              <a:spcAft>
                <a:spcPct val="0"/>
              </a:spcAft>
              <a:buNone/>
            </a:pPr>
            <a:endParaRPr lang="en-US" altLang="ja-JP" sz="18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At Nissan, prior to Cybersecurity I was heavily involved in Vehicle to Vehicle (V2V) and Vehicle to Infrastructure (V2I) work with the Crash Avoidance Metrics Partnership (CAMP) with multiple OEMs.  Btw, my career started out at Ford Research where I got the Henry Ford Technology Award.</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My background is in Software Engineering and Networking.  I have worked as a software developer and system/network administrator.</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Linux/Unix, Python, C/C++, Java, PHP, Perl, SQL, …</a:t>
            </a: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HAM Radio: KD8NVN</a:t>
            </a:r>
          </a:p>
        </p:txBody>
      </p:sp>
      <p:pic>
        <p:nvPicPr>
          <p:cNvPr id="5" name="Picture 4">
            <a:extLst>
              <a:ext uri="{FF2B5EF4-FFF2-40B4-BE49-F238E27FC236}">
                <a16:creationId xmlns:a16="http://schemas.microsoft.com/office/drawing/2014/main" id="{AEB9037B-06A8-6C69-8656-2EE1EF2AAD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312276" y="1179261"/>
            <a:ext cx="2413000" cy="1809750"/>
          </a:xfrm>
          <a:prstGeom prst="rect">
            <a:avLst/>
          </a:prstGeom>
        </p:spPr>
      </p:pic>
    </p:spTree>
    <p:extLst>
      <p:ext uri="{BB962C8B-B14F-4D97-AF65-F5344CB8AC3E}">
        <p14:creationId xmlns:p14="http://schemas.microsoft.com/office/powerpoint/2010/main" val="3694643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8CC41A-92DC-4526-9165-E4D3020A5F9A}"/>
              </a:ext>
            </a:extLst>
          </p:cNvPr>
          <p:cNvSpPr>
            <a:spLocks noGrp="1"/>
          </p:cNvSpPr>
          <p:nvPr>
            <p:ph type="body" sz="quarter" idx="10"/>
          </p:nvPr>
        </p:nvSpPr>
        <p:spPr/>
        <p:txBody>
          <a:bodyPr/>
          <a:lstStyle/>
          <a:p>
            <a:r>
              <a:rPr lang="en-US" dirty="0"/>
              <a:t>Auto-ISAC ACT Advanced Wireless Lab – 2026 Syllabus</a:t>
            </a:r>
          </a:p>
        </p:txBody>
      </p:sp>
      <p:sp>
        <p:nvSpPr>
          <p:cNvPr id="4" name="Text Placeholder 3">
            <a:extLst>
              <a:ext uri="{FF2B5EF4-FFF2-40B4-BE49-F238E27FC236}">
                <a16:creationId xmlns:a16="http://schemas.microsoft.com/office/drawing/2014/main" id="{37CF222F-449F-AEF7-61FD-D75CFCD9EC5D}"/>
              </a:ext>
            </a:extLst>
          </p:cNvPr>
          <p:cNvSpPr>
            <a:spLocks noGrp="1"/>
          </p:cNvSpPr>
          <p:nvPr>
            <p:ph type="body" sz="quarter" idx="12"/>
          </p:nvPr>
        </p:nvSpPr>
        <p:spPr>
          <a:xfrm>
            <a:off x="270415" y="717259"/>
            <a:ext cx="11658059" cy="5848133"/>
          </a:xfrm>
        </p:spPr>
        <p:txBody>
          <a:bodyPr>
            <a:normAutofit fontScale="92500" lnSpcReduction="20000"/>
          </a:bodyPr>
          <a:lstStyle/>
          <a:p>
            <a:pPr marL="285750" indent="-285750">
              <a:buFont typeface="Arial" panose="020B0604020202020204" pitchFamily="34" charset="0"/>
              <a:buChar char="•"/>
            </a:pPr>
            <a:r>
              <a:rPr lang="en-US" sz="1600" b="1" dirty="0"/>
              <a:t>Intro</a:t>
            </a:r>
          </a:p>
          <a:p>
            <a:pPr marL="971550" lvl="1" indent="-285750"/>
            <a:r>
              <a:rPr lang="en-US" sz="1400" dirty="0"/>
              <a:t>US Laws &amp; Regulations</a:t>
            </a:r>
          </a:p>
          <a:p>
            <a:pPr marL="971550" lvl="1" indent="-285750"/>
            <a:r>
              <a:rPr lang="en-US" sz="1400" dirty="0"/>
              <a:t>Radio Modulation</a:t>
            </a:r>
          </a:p>
          <a:p>
            <a:pPr marL="971550" lvl="1" indent="-285750"/>
            <a:r>
              <a:rPr lang="en-US" sz="1400" dirty="0"/>
              <a:t>FCC ID Lookup</a:t>
            </a:r>
          </a:p>
          <a:p>
            <a:pPr marL="971550" lvl="1" indent="-285750"/>
            <a:r>
              <a:rPr lang="en-US" sz="1400" dirty="0"/>
              <a:t>MAC ID Lookup</a:t>
            </a:r>
          </a:p>
          <a:p>
            <a:pPr marL="285750" indent="-285750">
              <a:buFont typeface="Arial" panose="020B0604020202020204" pitchFamily="34" charset="0"/>
              <a:buChar char="•"/>
            </a:pPr>
            <a:r>
              <a:rPr lang="en-US" sz="1600" b="1" dirty="0"/>
              <a:t>Bluetooth</a:t>
            </a:r>
          </a:p>
          <a:p>
            <a:pPr marL="971550" lvl="1" indent="-285750"/>
            <a:r>
              <a:rPr lang="en-US" sz="1400" dirty="0"/>
              <a:t>Scanning</a:t>
            </a:r>
          </a:p>
          <a:p>
            <a:pPr marL="971550" lvl="1" indent="-285750"/>
            <a:r>
              <a:rPr lang="en-US" sz="1400" dirty="0"/>
              <a:t>Enumerating</a:t>
            </a:r>
          </a:p>
          <a:p>
            <a:pPr marL="971550" lvl="1" indent="-285750"/>
            <a:r>
              <a:rPr lang="en-US" sz="1400" dirty="0"/>
              <a:t>Identifying</a:t>
            </a:r>
          </a:p>
          <a:p>
            <a:pPr marL="971550" lvl="1" indent="-285750"/>
            <a:r>
              <a:rPr lang="en-US" sz="1400" dirty="0"/>
              <a:t>Analyzing</a:t>
            </a:r>
          </a:p>
          <a:p>
            <a:pPr marL="971550" lvl="1" indent="-285750"/>
            <a:r>
              <a:rPr lang="en-US" sz="1400" dirty="0"/>
              <a:t>Pairing</a:t>
            </a:r>
          </a:p>
          <a:p>
            <a:pPr marL="971550" lvl="1" indent="-285750"/>
            <a:r>
              <a:rPr lang="en-US" sz="1400" dirty="0"/>
              <a:t>Data</a:t>
            </a:r>
          </a:p>
          <a:p>
            <a:pPr marL="285750" indent="-285750">
              <a:buFont typeface="Arial" panose="020B0604020202020204" pitchFamily="34" charset="0"/>
              <a:buChar char="•"/>
            </a:pPr>
            <a:r>
              <a:rPr lang="en-US" sz="1600" b="1" dirty="0" err="1"/>
              <a:t>WiFi</a:t>
            </a:r>
            <a:endParaRPr lang="en-US" sz="1600" b="1" dirty="0"/>
          </a:p>
          <a:p>
            <a:pPr marL="971550" lvl="1" indent="-285750"/>
            <a:r>
              <a:rPr lang="en-US" sz="1400" dirty="0"/>
              <a:t>Analyzer</a:t>
            </a:r>
          </a:p>
          <a:p>
            <a:pPr marL="971550" lvl="1" indent="-285750"/>
            <a:r>
              <a:rPr lang="en-US" sz="1400" dirty="0" err="1"/>
              <a:t>WiFite</a:t>
            </a:r>
            <a:endParaRPr lang="en-US" sz="1400" dirty="0"/>
          </a:p>
          <a:p>
            <a:pPr marL="971550" lvl="1" indent="-285750"/>
            <a:r>
              <a:rPr lang="en-US" sz="1400" dirty="0" err="1"/>
              <a:t>HackISAC</a:t>
            </a:r>
            <a:endParaRPr lang="en-US" sz="1400" dirty="0"/>
          </a:p>
          <a:p>
            <a:pPr marL="285750" indent="-285750">
              <a:buFont typeface="Arial" panose="020B0604020202020204" pitchFamily="34" charset="0"/>
              <a:buChar char="•"/>
            </a:pPr>
            <a:r>
              <a:rPr lang="en-US" sz="1600" b="1" dirty="0"/>
              <a:t>GPS</a:t>
            </a:r>
          </a:p>
          <a:p>
            <a:pPr marL="971550" lvl="1" indent="-285750"/>
            <a:r>
              <a:rPr lang="en-US" sz="1400" dirty="0"/>
              <a:t>Viewing</a:t>
            </a:r>
            <a:endParaRPr lang="en-US" sz="800" dirty="0"/>
          </a:p>
          <a:p>
            <a:pPr marL="285750" indent="-285750">
              <a:buFont typeface="Arial" panose="020B0604020202020204" pitchFamily="34" charset="0"/>
              <a:buChar char="•"/>
            </a:pPr>
            <a:r>
              <a:rPr lang="en-US" sz="1600" b="1" dirty="0"/>
              <a:t>Cellular</a:t>
            </a:r>
          </a:p>
          <a:p>
            <a:pPr marL="971550" lvl="1" indent="-285750"/>
            <a:r>
              <a:rPr lang="en-US" sz="1400" dirty="0"/>
              <a:t>Overview</a:t>
            </a:r>
            <a:endParaRPr lang="en-US" sz="1400" b="1" dirty="0"/>
          </a:p>
          <a:p>
            <a:pPr marL="285750" indent="-285750">
              <a:buFont typeface="Arial" panose="020B0604020202020204" pitchFamily="34" charset="0"/>
              <a:buChar char="•"/>
            </a:pPr>
            <a:r>
              <a:rPr lang="en-US" sz="1600" b="1" dirty="0"/>
              <a:t>SDR</a:t>
            </a:r>
          </a:p>
          <a:p>
            <a:pPr marL="971550" lvl="1" indent="-285750"/>
            <a:r>
              <a:rPr lang="en-US" sz="1400" dirty="0"/>
              <a:t>FM Radio</a:t>
            </a:r>
          </a:p>
          <a:p>
            <a:pPr marL="971550" lvl="1" indent="-285750"/>
            <a:r>
              <a:rPr lang="en-US" sz="1400" dirty="0" err="1"/>
              <a:t>Keyfob</a:t>
            </a:r>
            <a:r>
              <a:rPr lang="en-US" sz="1400" dirty="0"/>
              <a:t> record</a:t>
            </a:r>
          </a:p>
          <a:p>
            <a:pPr marL="971550" lvl="1" indent="-285750"/>
            <a:r>
              <a:rPr lang="en-US" sz="1400" dirty="0" err="1"/>
              <a:t>Keyfob</a:t>
            </a:r>
            <a:r>
              <a:rPr lang="en-US" sz="1400" dirty="0"/>
              <a:t> replay</a:t>
            </a:r>
          </a:p>
          <a:p>
            <a:pPr marL="971550" lvl="1" indent="-285750"/>
            <a:r>
              <a:rPr lang="en-US" sz="1400" dirty="0" err="1"/>
              <a:t>Keyfob</a:t>
            </a:r>
            <a:r>
              <a:rPr lang="en-US" sz="1400" dirty="0"/>
              <a:t> decode</a:t>
            </a:r>
          </a:p>
          <a:p>
            <a:pPr marL="285750" indent="-285750"/>
            <a:endParaRPr lang="en-US" sz="800" dirty="0"/>
          </a:p>
        </p:txBody>
      </p:sp>
    </p:spTree>
    <p:extLst>
      <p:ext uri="{BB962C8B-B14F-4D97-AF65-F5344CB8AC3E}">
        <p14:creationId xmlns:p14="http://schemas.microsoft.com/office/powerpoint/2010/main" val="119498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98304"/>
          </a:xfrm>
        </p:spPr>
        <p:txBody>
          <a:bodyPr>
            <a:normAutofit fontScale="90000"/>
          </a:bodyPr>
          <a:lstStyle/>
          <a:p>
            <a:pPr algn="ctr"/>
            <a:r>
              <a:rPr lang="en-US" b="1" dirty="0"/>
              <a:t>US Laws, Guidelines &amp; Rules</a:t>
            </a:r>
          </a:p>
        </p:txBody>
      </p:sp>
      <p:sp>
        <p:nvSpPr>
          <p:cNvPr id="3" name="Content Placeholder 2"/>
          <p:cNvSpPr>
            <a:spLocks noGrp="1"/>
          </p:cNvSpPr>
          <p:nvPr>
            <p:ph idx="1"/>
          </p:nvPr>
        </p:nvSpPr>
        <p:spPr>
          <a:xfrm>
            <a:off x="1981200" y="900706"/>
            <a:ext cx="8229600" cy="5562248"/>
          </a:xfrm>
        </p:spPr>
        <p:txBody>
          <a:bodyPr>
            <a:normAutofit fontScale="92500" lnSpcReduction="10000"/>
          </a:bodyPr>
          <a:lstStyle/>
          <a:p>
            <a:r>
              <a:rPr lang="en-US" dirty="0"/>
              <a:t>FCC</a:t>
            </a:r>
          </a:p>
          <a:p>
            <a:pPr lvl="1"/>
            <a:r>
              <a:rPr lang="en-US" dirty="0"/>
              <a:t>General Radio</a:t>
            </a:r>
          </a:p>
          <a:p>
            <a:pPr lvl="2"/>
            <a:r>
              <a:rPr lang="en-US" dirty="0">
                <a:hlinkClick r:id="rId2"/>
              </a:rPr>
              <a:t>https://www.fcc.gov/media/radio/low-power-radio-general-information</a:t>
            </a:r>
            <a:endParaRPr lang="en-US" dirty="0"/>
          </a:p>
          <a:p>
            <a:pPr lvl="1"/>
            <a:r>
              <a:rPr lang="en-US" dirty="0"/>
              <a:t>Spectrum Allocation</a:t>
            </a:r>
          </a:p>
          <a:p>
            <a:pPr lvl="2"/>
            <a:r>
              <a:rPr lang="en-US" dirty="0"/>
              <a:t>Many of the devices mentioned use unlicensed bands</a:t>
            </a:r>
          </a:p>
          <a:p>
            <a:pPr lvl="2"/>
            <a:r>
              <a:rPr lang="en-US" dirty="0">
                <a:hlinkClick r:id="rId3"/>
              </a:rPr>
              <a:t>https://www.fcc.gov/engineering-technology/policy-and-rules-division/general/radio-spectrum-allocation</a:t>
            </a:r>
            <a:endParaRPr lang="en-US" dirty="0"/>
          </a:p>
          <a:p>
            <a:pPr lvl="1"/>
            <a:r>
              <a:rPr lang="en-US" dirty="0"/>
              <a:t>Unauthorized Radio Operation</a:t>
            </a:r>
          </a:p>
          <a:p>
            <a:pPr lvl="2"/>
            <a:r>
              <a:rPr lang="en-US" dirty="0"/>
              <a:t>There are restrictions on band usage and power levels</a:t>
            </a:r>
          </a:p>
          <a:p>
            <a:pPr lvl="2"/>
            <a:r>
              <a:rPr lang="en-US" dirty="0"/>
              <a:t>Violation of these rules are against the law</a:t>
            </a:r>
          </a:p>
          <a:p>
            <a:pPr lvl="2"/>
            <a:r>
              <a:rPr lang="en-US" dirty="0">
                <a:hlinkClick r:id="rId4"/>
              </a:rPr>
              <a:t>https://www.fcc.gov/consumers/guides/unauthorized-radio-operation</a:t>
            </a:r>
            <a:endParaRPr lang="en-US" dirty="0"/>
          </a:p>
          <a:p>
            <a:pPr lvl="1"/>
            <a:r>
              <a:rPr lang="en-US" dirty="0"/>
              <a:t>Jammer Enforcement</a:t>
            </a:r>
          </a:p>
          <a:p>
            <a:pPr lvl="2"/>
            <a:r>
              <a:rPr lang="en-US" dirty="0"/>
              <a:t>Jammers are against the law</a:t>
            </a:r>
          </a:p>
          <a:p>
            <a:pPr lvl="2"/>
            <a:r>
              <a:rPr lang="en-US" dirty="0">
                <a:hlinkClick r:id="rId5"/>
              </a:rPr>
              <a:t>https://www.fcc.gov/general/jammer-enforcement</a:t>
            </a:r>
            <a:endParaRPr lang="en-US" dirty="0"/>
          </a:p>
          <a:p>
            <a:pPr lvl="1"/>
            <a:r>
              <a:rPr lang="en-US" dirty="0"/>
              <a:t>Device Lookup</a:t>
            </a:r>
          </a:p>
          <a:p>
            <a:pPr lvl="2"/>
            <a:r>
              <a:rPr lang="en-US" dirty="0"/>
              <a:t>Transmitting Devices in the US must be FCC certified and labeled</a:t>
            </a:r>
          </a:p>
          <a:p>
            <a:pPr lvl="2"/>
            <a:r>
              <a:rPr lang="en-US" dirty="0">
                <a:hlinkClick r:id="rId6"/>
              </a:rPr>
              <a:t>https://www.fcc.gov/oet/ea/fccid</a:t>
            </a:r>
            <a:endParaRPr lang="en-US" dirty="0"/>
          </a:p>
          <a:p>
            <a:pPr lvl="2"/>
            <a:r>
              <a:rPr lang="en-US" dirty="0">
                <a:hlinkClick r:id="rId7"/>
              </a:rPr>
              <a:t>https://fccid.io/</a:t>
            </a:r>
            <a:endParaRPr lang="en-US" dirty="0"/>
          </a:p>
          <a:p>
            <a:pPr lvl="2"/>
            <a:r>
              <a:rPr lang="en-US" dirty="0"/>
              <a:t>Useful for obtaining additional information on wireless devices</a:t>
            </a:r>
          </a:p>
          <a:p>
            <a:pPr marL="914400" lvl="2" indent="0">
              <a:buNone/>
            </a:pPr>
            <a:endParaRPr lang="en-US" dirty="0"/>
          </a:p>
        </p:txBody>
      </p:sp>
    </p:spTree>
    <p:extLst>
      <p:ext uri="{BB962C8B-B14F-4D97-AF65-F5344CB8AC3E}">
        <p14:creationId xmlns:p14="http://schemas.microsoft.com/office/powerpoint/2010/main" val="40077567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adio Modulation Explained: Carrier Changes and Sidebands | Dahiru Ohida  posted on the topic | LinkedIn">
            <a:extLst>
              <a:ext uri="{FF2B5EF4-FFF2-40B4-BE49-F238E27FC236}">
                <a16:creationId xmlns:a16="http://schemas.microsoft.com/office/drawing/2014/main" id="{2DE009B5-8E18-E8D1-5552-5F4FAAEF0916}"/>
              </a:ext>
            </a:extLst>
          </p:cNvPr>
          <p:cNvPicPr>
            <a:picLocks noChangeAspect="1"/>
          </p:cNvPicPr>
          <p:nvPr/>
        </p:nvPicPr>
        <p:blipFill>
          <a:blip r:embed="rId2"/>
          <a:stretch>
            <a:fillRect/>
          </a:stretch>
        </p:blipFill>
        <p:spPr>
          <a:xfrm>
            <a:off x="219074" y="96821"/>
            <a:ext cx="5305425" cy="6664358"/>
          </a:xfrm>
          <a:prstGeom prst="rect">
            <a:avLst/>
          </a:prstGeom>
        </p:spPr>
      </p:pic>
      <p:pic>
        <p:nvPicPr>
          <p:cNvPr id="5" name="Picture 4" descr="Waterfall Displays—What Information Do They Provide?">
            <a:extLst>
              <a:ext uri="{FF2B5EF4-FFF2-40B4-BE49-F238E27FC236}">
                <a16:creationId xmlns:a16="http://schemas.microsoft.com/office/drawing/2014/main" id="{F2929E58-5667-CD8A-B800-D0C6DDE7C602}"/>
              </a:ext>
            </a:extLst>
          </p:cNvPr>
          <p:cNvPicPr>
            <a:picLocks noChangeAspect="1"/>
          </p:cNvPicPr>
          <p:nvPr/>
        </p:nvPicPr>
        <p:blipFill>
          <a:blip r:embed="rId3"/>
          <a:stretch>
            <a:fillRect/>
          </a:stretch>
        </p:blipFill>
        <p:spPr>
          <a:xfrm>
            <a:off x="6239158" y="495667"/>
            <a:ext cx="4533333" cy="2933333"/>
          </a:xfrm>
          <a:prstGeom prst="rect">
            <a:avLst/>
          </a:prstGeom>
        </p:spPr>
      </p:pic>
    </p:spTree>
    <p:extLst>
      <p:ext uri="{BB962C8B-B14F-4D97-AF65-F5344CB8AC3E}">
        <p14:creationId xmlns:p14="http://schemas.microsoft.com/office/powerpoint/2010/main" val="7173101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98667" y="509412"/>
            <a:ext cx="5933440" cy="632651"/>
          </a:xfrm>
          <a:prstGeom prst="rect">
            <a:avLst/>
          </a:prstGeom>
        </p:spPr>
        <p:txBody>
          <a:bodyPr vert="horz" wrap="square" lIns="0" tIns="16933" rIns="0" bIns="0" rtlCol="0">
            <a:spAutoFit/>
          </a:bodyPr>
          <a:lstStyle/>
          <a:p>
            <a:pPr marL="16933" defTabSz="1219170">
              <a:spcBef>
                <a:spcPts val="133"/>
              </a:spcBef>
            </a:pPr>
            <a:r>
              <a:rPr sz="4000" kern="0" dirty="0">
                <a:solidFill>
                  <a:srgbClr val="595959"/>
                </a:solidFill>
                <a:latin typeface="Roboto"/>
                <a:cs typeface="Roboto"/>
              </a:rPr>
              <a:t>FCCID</a:t>
            </a:r>
            <a:r>
              <a:rPr sz="4000" kern="0" spc="-80" dirty="0">
                <a:solidFill>
                  <a:srgbClr val="595959"/>
                </a:solidFill>
                <a:latin typeface="Roboto"/>
                <a:cs typeface="Roboto"/>
              </a:rPr>
              <a:t> </a:t>
            </a:r>
            <a:r>
              <a:rPr sz="4000" kern="0" dirty="0">
                <a:solidFill>
                  <a:srgbClr val="595959"/>
                </a:solidFill>
                <a:latin typeface="Roboto"/>
                <a:cs typeface="Roboto"/>
              </a:rPr>
              <a:t>Lookup</a:t>
            </a:r>
            <a:r>
              <a:rPr sz="4000" kern="0" spc="-60" dirty="0">
                <a:solidFill>
                  <a:srgbClr val="595959"/>
                </a:solidFill>
                <a:latin typeface="Roboto"/>
                <a:cs typeface="Roboto"/>
              </a:rPr>
              <a:t> </a:t>
            </a:r>
            <a:r>
              <a:rPr sz="4000" kern="0" dirty="0">
                <a:solidFill>
                  <a:srgbClr val="2A3890"/>
                </a:solidFill>
                <a:latin typeface="Roboto"/>
                <a:cs typeface="Roboto"/>
              </a:rPr>
              <a:t>–</a:t>
            </a:r>
            <a:r>
              <a:rPr sz="4000" kern="0" spc="-80" dirty="0">
                <a:solidFill>
                  <a:srgbClr val="2A3890"/>
                </a:solidFill>
                <a:latin typeface="Roboto"/>
                <a:cs typeface="Roboto"/>
              </a:rPr>
              <a:t> </a:t>
            </a:r>
            <a:r>
              <a:rPr sz="4000" kern="0" spc="-13" dirty="0">
                <a:solidFill>
                  <a:srgbClr val="2A3890"/>
                </a:solidFill>
                <a:latin typeface="Roboto"/>
                <a:cs typeface="Roboto"/>
              </a:rPr>
              <a:t>Research</a:t>
            </a:r>
            <a:endParaRPr sz="4000" kern="0">
              <a:solidFill>
                <a:sysClr val="windowText" lastClr="000000"/>
              </a:solidFill>
              <a:latin typeface="Roboto"/>
              <a:cs typeface="Roboto"/>
            </a:endParaRPr>
          </a:p>
        </p:txBody>
      </p:sp>
      <p:grpSp>
        <p:nvGrpSpPr>
          <p:cNvPr id="3" name="object 3"/>
          <p:cNvGrpSpPr/>
          <p:nvPr/>
        </p:nvGrpSpPr>
        <p:grpSpPr>
          <a:xfrm>
            <a:off x="791449" y="1292220"/>
            <a:ext cx="2337647" cy="4785360"/>
            <a:chOff x="593586" y="969165"/>
            <a:chExt cx="1753235" cy="3589020"/>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745021" y="1049646"/>
              <a:ext cx="1490060" cy="3334896"/>
            </a:xfrm>
            <a:prstGeom prst="rect">
              <a:avLst/>
            </a:prstGeom>
          </p:spPr>
        </p:pic>
        <p:sp>
          <p:nvSpPr>
            <p:cNvPr id="5" name="object 5"/>
            <p:cNvSpPr/>
            <p:nvPr/>
          </p:nvSpPr>
          <p:spPr>
            <a:xfrm>
              <a:off x="598348" y="973928"/>
              <a:ext cx="1743710" cy="3579495"/>
            </a:xfrm>
            <a:custGeom>
              <a:avLst/>
              <a:gdLst/>
              <a:ahLst/>
              <a:cxnLst/>
              <a:rect l="l" t="t" r="r" b="b"/>
              <a:pathLst>
                <a:path w="1743710" h="3579495">
                  <a:moveTo>
                    <a:pt x="0" y="0"/>
                  </a:moveTo>
                  <a:lnTo>
                    <a:pt x="1743493" y="0"/>
                  </a:lnTo>
                  <a:lnTo>
                    <a:pt x="1743493"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6" name="object 6"/>
          <p:cNvGrpSpPr/>
          <p:nvPr/>
        </p:nvGrpSpPr>
        <p:grpSpPr>
          <a:xfrm>
            <a:off x="3669344" y="1292220"/>
            <a:ext cx="2101427" cy="4785360"/>
            <a:chOff x="2752008" y="969165"/>
            <a:chExt cx="1576070" cy="3589020"/>
          </a:xfrm>
        </p:grpSpPr>
        <p:pic>
          <p:nvPicPr>
            <p:cNvPr id="7" name="object 7"/>
            <p:cNvPicPr/>
            <p:nvPr/>
          </p:nvPicPr>
          <p:blipFill>
            <a:blip r:embed="rId4" cstate="email">
              <a:extLst>
                <a:ext uri="{28A0092B-C50C-407E-A947-70E740481C1C}">
                  <a14:useLocalDpi xmlns:a14="http://schemas.microsoft.com/office/drawing/2010/main"/>
                </a:ext>
              </a:extLst>
            </a:blip>
            <a:stretch>
              <a:fillRect/>
            </a:stretch>
          </p:blipFill>
          <p:spPr>
            <a:xfrm>
              <a:off x="2832489" y="978690"/>
              <a:ext cx="1419104" cy="3476806"/>
            </a:xfrm>
            <a:prstGeom prst="rect">
              <a:avLst/>
            </a:prstGeom>
          </p:spPr>
        </p:pic>
        <p:sp>
          <p:nvSpPr>
            <p:cNvPr id="8" name="object 8"/>
            <p:cNvSpPr/>
            <p:nvPr/>
          </p:nvSpPr>
          <p:spPr>
            <a:xfrm>
              <a:off x="2756771" y="973928"/>
              <a:ext cx="1566545" cy="3579495"/>
            </a:xfrm>
            <a:custGeom>
              <a:avLst/>
              <a:gdLst/>
              <a:ahLst/>
              <a:cxnLst/>
              <a:rect l="l" t="t" r="r" b="b"/>
              <a:pathLst>
                <a:path w="1566545" h="3579495">
                  <a:moveTo>
                    <a:pt x="0" y="0"/>
                  </a:moveTo>
                  <a:lnTo>
                    <a:pt x="1566105" y="0"/>
                  </a:lnTo>
                  <a:lnTo>
                    <a:pt x="1566105"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9" name="object 9"/>
          <p:cNvGrpSpPr/>
          <p:nvPr/>
        </p:nvGrpSpPr>
        <p:grpSpPr>
          <a:xfrm>
            <a:off x="6158684" y="2116186"/>
            <a:ext cx="5779347" cy="2810933"/>
            <a:chOff x="4619013" y="1587139"/>
            <a:chExt cx="4334510" cy="2108200"/>
          </a:xfrm>
        </p:grpSpPr>
        <p:pic>
          <p:nvPicPr>
            <p:cNvPr id="10" name="object 10"/>
            <p:cNvPicPr/>
            <p:nvPr/>
          </p:nvPicPr>
          <p:blipFill>
            <a:blip r:embed="rId5" cstate="email">
              <a:extLst>
                <a:ext uri="{28A0092B-C50C-407E-A947-70E740481C1C}">
                  <a14:useLocalDpi xmlns:a14="http://schemas.microsoft.com/office/drawing/2010/main"/>
                </a:ext>
              </a:extLst>
            </a:blip>
            <a:stretch>
              <a:fillRect/>
            </a:stretch>
          </p:blipFill>
          <p:spPr>
            <a:xfrm>
              <a:off x="4628538" y="1596664"/>
              <a:ext cx="4315358" cy="2033148"/>
            </a:xfrm>
            <a:prstGeom prst="rect">
              <a:avLst/>
            </a:prstGeom>
          </p:spPr>
        </p:pic>
        <p:sp>
          <p:nvSpPr>
            <p:cNvPr id="11" name="object 11"/>
            <p:cNvSpPr/>
            <p:nvPr/>
          </p:nvSpPr>
          <p:spPr>
            <a:xfrm>
              <a:off x="4623775" y="1591901"/>
              <a:ext cx="4324985" cy="2098675"/>
            </a:xfrm>
            <a:custGeom>
              <a:avLst/>
              <a:gdLst/>
              <a:ahLst/>
              <a:cxnLst/>
              <a:rect l="l" t="t" r="r" b="b"/>
              <a:pathLst>
                <a:path w="4324984" h="2098675">
                  <a:moveTo>
                    <a:pt x="0" y="0"/>
                  </a:moveTo>
                  <a:lnTo>
                    <a:pt x="4324883" y="0"/>
                  </a:lnTo>
                  <a:lnTo>
                    <a:pt x="4324883" y="2098585"/>
                  </a:lnTo>
                  <a:lnTo>
                    <a:pt x="0" y="2098585"/>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sp>
        <p:nvSpPr>
          <p:cNvPr id="12" name="object 12"/>
          <p:cNvSpPr txBox="1"/>
          <p:nvPr/>
        </p:nvSpPr>
        <p:spPr>
          <a:xfrm>
            <a:off x="6243370" y="1756718"/>
            <a:ext cx="2613660" cy="304421"/>
          </a:xfrm>
          <a:prstGeom prst="rect">
            <a:avLst/>
          </a:prstGeom>
        </p:spPr>
        <p:txBody>
          <a:bodyPr vert="horz" wrap="square" lIns="0" tIns="16933" rIns="0" bIns="0" rtlCol="0">
            <a:spAutoFit/>
          </a:bodyPr>
          <a:lstStyle/>
          <a:p>
            <a:pPr marL="16933" defTabSz="1219170">
              <a:spcBef>
                <a:spcPts val="133"/>
              </a:spcBef>
            </a:pPr>
            <a:r>
              <a:rPr sz="1867" b="1" kern="0" dirty="0">
                <a:solidFill>
                  <a:srgbClr val="2A3890"/>
                </a:solidFill>
                <a:latin typeface="Arial"/>
                <a:cs typeface="Arial"/>
              </a:rPr>
              <a:t>Operating</a:t>
            </a:r>
            <a:r>
              <a:rPr sz="1867" b="1" kern="0" spc="-60" dirty="0">
                <a:solidFill>
                  <a:srgbClr val="2A3890"/>
                </a:solidFill>
                <a:latin typeface="Arial"/>
                <a:cs typeface="Arial"/>
              </a:rPr>
              <a:t> </a:t>
            </a:r>
            <a:r>
              <a:rPr sz="1867" b="1" kern="0" spc="-13" dirty="0">
                <a:solidFill>
                  <a:srgbClr val="2A3890"/>
                </a:solidFill>
                <a:latin typeface="Arial"/>
                <a:cs typeface="Arial"/>
              </a:rPr>
              <a:t>Frequencies</a:t>
            </a:r>
            <a:endParaRPr sz="1867" kern="0">
              <a:solidFill>
                <a:sysClr val="windowText" lastClr="000000"/>
              </a:solidFill>
              <a:latin typeface="Arial"/>
              <a:cs typeface="Arial"/>
            </a:endParaRP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5</a:t>
            </a:fld>
            <a:endParaRPr kern="0" spc="-33"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30487" y="2636519"/>
            <a:ext cx="3136900" cy="359073"/>
          </a:xfrm>
          <a:prstGeom prst="rect">
            <a:avLst/>
          </a:prstGeom>
          <a:solidFill>
            <a:srgbClr val="FFFF00"/>
          </a:solidFill>
        </p:spPr>
        <p:txBody>
          <a:bodyPr vert="horz" wrap="square" lIns="0" tIns="0" rIns="0" bIns="0" rtlCol="0">
            <a:spAutoFit/>
          </a:bodyPr>
          <a:lstStyle/>
          <a:p>
            <a:pPr defTabSz="1219170">
              <a:lnSpc>
                <a:spcPts val="2787"/>
              </a:lnSpc>
            </a:pPr>
            <a:r>
              <a:rPr sz="2400" kern="0" dirty="0">
                <a:solidFill>
                  <a:srgbClr val="434343"/>
                </a:solidFill>
                <a:latin typeface="Roboto"/>
                <a:cs typeface="Roboto"/>
              </a:rPr>
              <a:t>FCCID</a:t>
            </a:r>
            <a:r>
              <a:rPr sz="2400" kern="0" spc="-53" dirty="0">
                <a:solidFill>
                  <a:srgbClr val="434343"/>
                </a:solidFill>
                <a:latin typeface="Roboto"/>
                <a:cs typeface="Roboto"/>
              </a:rPr>
              <a:t> </a:t>
            </a:r>
            <a:r>
              <a:rPr sz="2400" kern="0" dirty="0">
                <a:solidFill>
                  <a:srgbClr val="434343"/>
                </a:solidFill>
                <a:latin typeface="Roboto"/>
                <a:cs typeface="Roboto"/>
              </a:rPr>
              <a:t>[ID</a:t>
            </a:r>
            <a:r>
              <a:rPr sz="2400" kern="0" spc="-47" dirty="0">
                <a:solidFill>
                  <a:srgbClr val="434343"/>
                </a:solidFill>
                <a:latin typeface="Roboto"/>
                <a:cs typeface="Roboto"/>
              </a:rPr>
              <a:t> </a:t>
            </a:r>
            <a:r>
              <a:rPr sz="2400" kern="0" dirty="0">
                <a:solidFill>
                  <a:srgbClr val="434343"/>
                </a:solidFill>
                <a:latin typeface="Roboto"/>
                <a:cs typeface="Roboto"/>
              </a:rPr>
              <a:t>ON</a:t>
            </a:r>
            <a:r>
              <a:rPr sz="2400" kern="0" spc="-47" dirty="0">
                <a:solidFill>
                  <a:srgbClr val="434343"/>
                </a:solidFill>
                <a:latin typeface="Roboto"/>
                <a:cs typeface="Roboto"/>
              </a:rPr>
              <a:t> </a:t>
            </a:r>
            <a:r>
              <a:rPr sz="2400" kern="0" dirty="0">
                <a:solidFill>
                  <a:srgbClr val="434343"/>
                </a:solidFill>
                <a:latin typeface="Roboto"/>
                <a:cs typeface="Roboto"/>
              </a:rPr>
              <a:t>KEY</a:t>
            </a:r>
            <a:r>
              <a:rPr sz="2400" kern="0" spc="-47" dirty="0">
                <a:solidFill>
                  <a:srgbClr val="434343"/>
                </a:solidFill>
                <a:latin typeface="Roboto"/>
                <a:cs typeface="Roboto"/>
              </a:rPr>
              <a:t> </a:t>
            </a:r>
            <a:r>
              <a:rPr sz="2400" kern="0" spc="-27" dirty="0">
                <a:solidFill>
                  <a:srgbClr val="434343"/>
                </a:solidFill>
                <a:latin typeface="Roboto"/>
                <a:cs typeface="Roboto"/>
              </a:rPr>
              <a:t>FOB]</a:t>
            </a:r>
            <a:endParaRPr sz="2400" kern="0">
              <a:solidFill>
                <a:sysClr val="windowText" lastClr="000000"/>
              </a:solidFill>
              <a:latin typeface="Roboto"/>
              <a:cs typeface="Roboto"/>
            </a:endParaRPr>
          </a:p>
        </p:txBody>
      </p:sp>
      <p:sp>
        <p:nvSpPr>
          <p:cNvPr id="3" name="object 3"/>
          <p:cNvSpPr txBox="1"/>
          <p:nvPr/>
        </p:nvSpPr>
        <p:spPr>
          <a:xfrm>
            <a:off x="646095" y="1875874"/>
            <a:ext cx="6189980" cy="1494426"/>
          </a:xfrm>
          <a:prstGeom prst="rect">
            <a:avLst/>
          </a:prstGeom>
        </p:spPr>
        <p:txBody>
          <a:bodyPr vert="horz" wrap="square" lIns="0" tIns="16933" rIns="0" bIns="0" rtlCol="0">
            <a:spAutoFit/>
          </a:bodyPr>
          <a:lstStyle/>
          <a:p>
            <a:pPr marL="572331" indent="-555398" defTabSz="1219170">
              <a:spcBef>
                <a:spcPts val="133"/>
              </a:spcBef>
              <a:buFontTx/>
              <a:buAutoNum type="arabicPeriod"/>
              <a:tabLst>
                <a:tab pos="572331" algn="l"/>
              </a:tabLst>
            </a:pPr>
            <a:r>
              <a:rPr sz="2400" kern="0" spc="-27" dirty="0">
                <a:solidFill>
                  <a:srgbClr val="434343"/>
                </a:solidFill>
                <a:latin typeface="Roboto"/>
                <a:cs typeface="Roboto"/>
              </a:rPr>
              <a:t>Take</a:t>
            </a:r>
            <a:r>
              <a:rPr sz="2400" kern="0" spc="-47" dirty="0">
                <a:solidFill>
                  <a:srgbClr val="434343"/>
                </a:solidFill>
                <a:latin typeface="Roboto"/>
                <a:cs typeface="Roboto"/>
              </a:rPr>
              <a:t> </a:t>
            </a:r>
            <a:r>
              <a:rPr sz="2400" kern="0" dirty="0">
                <a:solidFill>
                  <a:srgbClr val="434343"/>
                </a:solidFill>
                <a:latin typeface="Roboto"/>
                <a:cs typeface="Roboto"/>
              </a:rPr>
              <a:t>a</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dirty="0">
                <a:solidFill>
                  <a:srgbClr val="434343"/>
                </a:solidFill>
                <a:latin typeface="Roboto"/>
                <a:cs typeface="Roboto"/>
              </a:rPr>
              <a:t>fob</a:t>
            </a:r>
            <a:r>
              <a:rPr sz="2400" kern="0" spc="-47" dirty="0">
                <a:solidFill>
                  <a:srgbClr val="434343"/>
                </a:solidFill>
                <a:latin typeface="Roboto"/>
                <a:cs typeface="Roboto"/>
              </a:rPr>
              <a:t> </a:t>
            </a:r>
            <a:r>
              <a:rPr sz="2400" kern="0" dirty="0">
                <a:solidFill>
                  <a:srgbClr val="434343"/>
                </a:solidFill>
                <a:latin typeface="Roboto"/>
                <a:cs typeface="Roboto"/>
              </a:rPr>
              <a:t>/</a:t>
            </a:r>
            <a:r>
              <a:rPr sz="2400" kern="0" spc="-40" dirty="0">
                <a:solidFill>
                  <a:srgbClr val="434343"/>
                </a:solidFill>
                <a:latin typeface="Roboto"/>
                <a:cs typeface="Roboto"/>
              </a:rPr>
              <a:t> </a:t>
            </a:r>
            <a:r>
              <a:rPr sz="2400" kern="0" dirty="0">
                <a:solidFill>
                  <a:srgbClr val="434343"/>
                </a:solidFill>
                <a:latin typeface="Roboto"/>
                <a:cs typeface="Roboto"/>
              </a:rPr>
              <a:t>Use</a:t>
            </a:r>
            <a:r>
              <a:rPr sz="2400" kern="0" spc="-40" dirty="0">
                <a:solidFill>
                  <a:srgbClr val="434343"/>
                </a:solidFill>
                <a:latin typeface="Roboto"/>
                <a:cs typeface="Roboto"/>
              </a:rPr>
              <a:t> </a:t>
            </a:r>
            <a:r>
              <a:rPr sz="2400" kern="0" dirty="0">
                <a:solidFill>
                  <a:srgbClr val="434343"/>
                </a:solidFill>
                <a:latin typeface="Roboto"/>
                <a:cs typeface="Roboto"/>
              </a:rPr>
              <a:t>your</a:t>
            </a:r>
            <a:r>
              <a:rPr sz="2400" kern="0" spc="-47" dirty="0">
                <a:solidFill>
                  <a:srgbClr val="434343"/>
                </a:solidFill>
                <a:latin typeface="Roboto"/>
                <a:cs typeface="Roboto"/>
              </a:rPr>
              <a:t> </a:t>
            </a:r>
            <a:r>
              <a:rPr sz="2400" kern="0" dirty="0">
                <a:solidFill>
                  <a:srgbClr val="434343"/>
                </a:solidFill>
                <a:latin typeface="Roboto"/>
                <a:cs typeface="Roboto"/>
              </a:rPr>
              <a:t>own</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Lst>
            </a:pPr>
            <a:r>
              <a:rPr sz="2400" kern="0" dirty="0">
                <a:solidFill>
                  <a:srgbClr val="434343"/>
                </a:solidFill>
                <a:latin typeface="Roboto"/>
                <a:cs typeface="Roboto"/>
              </a:rPr>
              <a:t>Find</a:t>
            </a:r>
            <a:r>
              <a:rPr sz="2400" kern="0" spc="-47"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FCCID</a:t>
            </a:r>
            <a:r>
              <a:rPr sz="2400" kern="0" spc="-40" dirty="0">
                <a:solidFill>
                  <a:srgbClr val="434343"/>
                </a:solidFill>
                <a:latin typeface="Roboto"/>
                <a:cs typeface="Roboto"/>
              </a:rPr>
              <a:t> </a:t>
            </a:r>
            <a:r>
              <a:rPr sz="2400" kern="0" dirty="0">
                <a:solidFill>
                  <a:srgbClr val="434343"/>
                </a:solidFill>
                <a:latin typeface="Roboto"/>
                <a:cs typeface="Roboto"/>
              </a:rPr>
              <a:t>on</a:t>
            </a:r>
            <a:r>
              <a:rPr sz="2400" kern="0" spc="-40"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 pos="4795400" algn="l"/>
              </a:tabLst>
            </a:pPr>
            <a:r>
              <a:rPr sz="2400" kern="0" spc="-13" dirty="0">
                <a:solidFill>
                  <a:srgbClr val="434343"/>
                </a:solidFill>
                <a:latin typeface="Roboto"/>
                <a:cs typeface="Roboto"/>
              </a:rPr>
              <a:t>Search</a:t>
            </a:r>
            <a:r>
              <a:rPr lang="en-US" sz="2400" kern="0" dirty="0">
                <a:solidFill>
                  <a:srgbClr val="434343"/>
                </a:solidFill>
                <a:latin typeface="Roboto"/>
                <a:cs typeface="Roboto"/>
              </a:rPr>
              <a:t>	</a:t>
            </a:r>
            <a:r>
              <a:rPr sz="2400" kern="0" dirty="0">
                <a:solidFill>
                  <a:srgbClr val="434343"/>
                </a:solidFill>
                <a:latin typeface="Roboto"/>
                <a:cs typeface="Roboto"/>
              </a:rPr>
              <a:t>on</a:t>
            </a:r>
            <a:r>
              <a:rPr sz="2400" kern="0" spc="-27" dirty="0">
                <a:solidFill>
                  <a:srgbClr val="434343"/>
                </a:solidFill>
                <a:latin typeface="Roboto"/>
                <a:cs typeface="Roboto"/>
              </a:rPr>
              <a:t> </a:t>
            </a:r>
            <a:r>
              <a:rPr sz="2400" kern="0" spc="-13" dirty="0">
                <a:solidFill>
                  <a:srgbClr val="434343"/>
                </a:solidFill>
                <a:latin typeface="Roboto"/>
                <a:cs typeface="Roboto"/>
              </a:rPr>
              <a:t>Google</a:t>
            </a:r>
            <a:endParaRPr lang="en-US" sz="2400" kern="0" spc="-13" dirty="0">
              <a:solidFill>
                <a:srgbClr val="434343"/>
              </a:solidFill>
              <a:latin typeface="Roboto"/>
              <a:cs typeface="Roboto"/>
            </a:endParaRPr>
          </a:p>
          <a:p>
            <a:pPr marL="572331" indent="-555398" defTabSz="1219170">
              <a:buFontTx/>
              <a:buAutoNum type="arabicPeriod"/>
              <a:tabLst>
                <a:tab pos="572331" algn="l"/>
                <a:tab pos="4795400" algn="l"/>
              </a:tabLst>
            </a:pPr>
            <a:r>
              <a:rPr lang="en-US" sz="2400" kern="0" dirty="0">
                <a:solidFill>
                  <a:sysClr val="windowText" lastClr="000000"/>
                </a:solidFill>
                <a:latin typeface="Roboto"/>
                <a:cs typeface="Roboto"/>
              </a:rPr>
              <a:t>https://www.fcc.gov/oet/ea/fccid</a:t>
            </a:r>
            <a:endParaRPr sz="2400" kern="0" dirty="0">
              <a:solidFill>
                <a:sysClr val="windowText" lastClr="000000"/>
              </a:solidFill>
              <a:latin typeface="Roboto"/>
              <a:cs typeface="Roboto"/>
            </a:endParaRPr>
          </a:p>
        </p:txBody>
      </p:sp>
      <p:sp>
        <p:nvSpPr>
          <p:cNvPr id="4" name="object 4"/>
          <p:cNvSpPr txBox="1"/>
          <p:nvPr/>
        </p:nvSpPr>
        <p:spPr>
          <a:xfrm>
            <a:off x="604886" y="3743960"/>
            <a:ext cx="6833447" cy="427532"/>
          </a:xfrm>
          <a:prstGeom prst="rect">
            <a:avLst/>
          </a:prstGeom>
        </p:spPr>
        <p:txBody>
          <a:bodyPr vert="horz" wrap="square" lIns="0" tIns="16933" rIns="0" bIns="0" rtlCol="0">
            <a:spAutoFit/>
          </a:bodyPr>
          <a:lstStyle/>
          <a:p>
            <a:pPr marL="16933" defTabSz="1219170">
              <a:spcBef>
                <a:spcPts val="133"/>
              </a:spcBef>
              <a:tabLst>
                <a:tab pos="613818" algn="l"/>
              </a:tabLst>
            </a:pPr>
            <a:r>
              <a:rPr sz="2667" b="1" kern="0" spc="-33" dirty="0">
                <a:solidFill>
                  <a:srgbClr val="D13368"/>
                </a:solidFill>
                <a:latin typeface="Roboto"/>
                <a:cs typeface="Roboto"/>
              </a:rPr>
              <a:t>4.</a:t>
            </a:r>
            <a:r>
              <a:rPr sz="2667" b="1" kern="0" dirty="0">
                <a:solidFill>
                  <a:srgbClr val="D13368"/>
                </a:solidFill>
                <a:latin typeface="Roboto"/>
                <a:cs typeface="Roboto"/>
              </a:rPr>
              <a:t>	What</a:t>
            </a:r>
            <a:r>
              <a:rPr sz="2667" b="1" kern="0" spc="-53" dirty="0">
                <a:solidFill>
                  <a:srgbClr val="D13368"/>
                </a:solidFill>
                <a:latin typeface="Roboto"/>
                <a:cs typeface="Roboto"/>
              </a:rPr>
              <a:t> </a:t>
            </a:r>
            <a:r>
              <a:rPr sz="2667" b="1" kern="0" dirty="0">
                <a:solidFill>
                  <a:srgbClr val="D13368"/>
                </a:solidFill>
                <a:latin typeface="Roboto"/>
                <a:cs typeface="Roboto"/>
              </a:rPr>
              <a:t>frequency</a:t>
            </a:r>
            <a:r>
              <a:rPr sz="2667" b="1" kern="0" spc="-47" dirty="0">
                <a:solidFill>
                  <a:srgbClr val="D13368"/>
                </a:solidFill>
                <a:latin typeface="Roboto"/>
                <a:cs typeface="Roboto"/>
              </a:rPr>
              <a:t> </a:t>
            </a:r>
            <a:r>
              <a:rPr sz="2667" b="1" kern="0" dirty="0">
                <a:solidFill>
                  <a:srgbClr val="D13368"/>
                </a:solidFill>
                <a:latin typeface="Roboto"/>
                <a:cs typeface="Roboto"/>
              </a:rPr>
              <a:t>does</a:t>
            </a:r>
            <a:r>
              <a:rPr sz="2667" b="1" kern="0" spc="-53" dirty="0">
                <a:solidFill>
                  <a:srgbClr val="D13368"/>
                </a:solidFill>
                <a:latin typeface="Roboto"/>
                <a:cs typeface="Roboto"/>
              </a:rPr>
              <a:t> </a:t>
            </a:r>
            <a:r>
              <a:rPr sz="2667" b="1" kern="0" dirty="0">
                <a:solidFill>
                  <a:srgbClr val="D13368"/>
                </a:solidFill>
                <a:latin typeface="Roboto"/>
                <a:cs typeface="Roboto"/>
              </a:rPr>
              <a:t>the</a:t>
            </a:r>
            <a:r>
              <a:rPr sz="2667" b="1" kern="0" spc="-47" dirty="0">
                <a:solidFill>
                  <a:srgbClr val="D13368"/>
                </a:solidFill>
                <a:latin typeface="Roboto"/>
                <a:cs typeface="Roboto"/>
              </a:rPr>
              <a:t> </a:t>
            </a:r>
            <a:r>
              <a:rPr sz="2667" b="1" kern="0" dirty="0">
                <a:solidFill>
                  <a:srgbClr val="D13368"/>
                </a:solidFill>
                <a:latin typeface="Roboto"/>
                <a:cs typeface="Roboto"/>
              </a:rPr>
              <a:t>key</a:t>
            </a:r>
            <a:r>
              <a:rPr sz="2667" b="1" kern="0" spc="-53" dirty="0">
                <a:solidFill>
                  <a:srgbClr val="D13368"/>
                </a:solidFill>
                <a:latin typeface="Roboto"/>
                <a:cs typeface="Roboto"/>
              </a:rPr>
              <a:t> </a:t>
            </a:r>
            <a:r>
              <a:rPr sz="2667" b="1" kern="0" dirty="0">
                <a:solidFill>
                  <a:srgbClr val="D13368"/>
                </a:solidFill>
                <a:latin typeface="Roboto"/>
                <a:cs typeface="Roboto"/>
              </a:rPr>
              <a:t>fob</a:t>
            </a:r>
            <a:r>
              <a:rPr sz="2667" b="1" kern="0" spc="-47" dirty="0">
                <a:solidFill>
                  <a:srgbClr val="D13368"/>
                </a:solidFill>
                <a:latin typeface="Roboto"/>
                <a:cs typeface="Roboto"/>
              </a:rPr>
              <a:t> </a:t>
            </a:r>
            <a:r>
              <a:rPr sz="2667" b="1" kern="0" dirty="0">
                <a:solidFill>
                  <a:srgbClr val="D13368"/>
                </a:solidFill>
                <a:latin typeface="Roboto"/>
                <a:cs typeface="Roboto"/>
              </a:rPr>
              <a:t>run</a:t>
            </a:r>
            <a:r>
              <a:rPr sz="2667" b="1" kern="0" spc="-53" dirty="0">
                <a:solidFill>
                  <a:srgbClr val="D13368"/>
                </a:solidFill>
                <a:latin typeface="Roboto"/>
                <a:cs typeface="Roboto"/>
              </a:rPr>
              <a:t> </a:t>
            </a:r>
            <a:r>
              <a:rPr sz="2667" b="1" kern="0" spc="-33" dirty="0">
                <a:solidFill>
                  <a:srgbClr val="D13368"/>
                </a:solidFill>
                <a:latin typeface="Roboto"/>
                <a:cs typeface="Roboto"/>
              </a:rPr>
              <a:t>on?</a:t>
            </a:r>
            <a:endParaRPr sz="2667" kern="0">
              <a:solidFill>
                <a:sysClr val="windowText" lastClr="000000"/>
              </a:solidFill>
              <a:latin typeface="Roboto"/>
              <a:cs typeface="Roboto"/>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6</a:t>
            </a:fld>
            <a:endParaRPr kern="0" spc="-33" dirty="0"/>
          </a:p>
        </p:txBody>
      </p:sp>
      <p:sp>
        <p:nvSpPr>
          <p:cNvPr id="5" name="object 5" descr="$PPTXTitle"/>
          <p:cNvSpPr txBox="1">
            <a:spLocks noGrp="1"/>
          </p:cNvSpPr>
          <p:nvPr>
            <p:ph type="title" idx="4294967295"/>
          </p:nvPr>
        </p:nvSpPr>
        <p:spPr>
          <a:xfrm>
            <a:off x="0" y="557213"/>
            <a:ext cx="6330950" cy="631825"/>
          </a:xfrm>
          <a:prstGeom prst="rect">
            <a:avLst/>
          </a:prstGeom>
        </p:spPr>
        <p:txBody>
          <a:bodyPr vert="horz" wrap="square" lIns="0" tIns="16933" rIns="0" bIns="0" rtlCol="0">
            <a:spAutoFit/>
          </a:bodyPr>
          <a:lstStyle/>
          <a:p>
            <a:pPr marL="16933">
              <a:spcBef>
                <a:spcPts val="133"/>
              </a:spcBef>
            </a:pPr>
            <a:r>
              <a:rPr dirty="0"/>
              <a:t>FCCID</a:t>
            </a:r>
            <a:r>
              <a:rPr spc="-80" dirty="0"/>
              <a:t> </a:t>
            </a:r>
            <a:r>
              <a:rPr dirty="0"/>
              <a:t>Lookup</a:t>
            </a:r>
            <a:r>
              <a:rPr spc="-60" dirty="0"/>
              <a:t> </a:t>
            </a:r>
            <a:r>
              <a:rPr dirty="0">
                <a:solidFill>
                  <a:srgbClr val="2A3890"/>
                </a:solidFill>
              </a:rPr>
              <a:t>–</a:t>
            </a:r>
            <a:r>
              <a:rPr spc="-80" dirty="0">
                <a:solidFill>
                  <a:srgbClr val="2A3890"/>
                </a:solidFill>
              </a:rPr>
              <a:t> </a:t>
            </a:r>
            <a:r>
              <a:rPr spc="-13" dirty="0">
                <a:solidFill>
                  <a:srgbClr val="2A3890"/>
                </a:solidFill>
              </a:rPr>
              <a:t>Exercise</a:t>
            </a:r>
          </a:p>
        </p:txBody>
      </p:sp>
      <p:pic>
        <p:nvPicPr>
          <p:cNvPr id="6" name="object 6"/>
          <p:cNvPicPr/>
          <p:nvPr/>
        </p:nvPicPr>
        <p:blipFill>
          <a:blip r:embed="rId3" cstate="email">
            <a:extLst>
              <a:ext uri="{28A0092B-C50C-407E-A947-70E740481C1C}">
                <a14:useLocalDpi xmlns:a14="http://schemas.microsoft.com/office/drawing/2010/main"/>
              </a:ext>
            </a:extLst>
          </a:blip>
          <a:stretch>
            <a:fillRect/>
          </a:stretch>
        </p:blipFill>
        <p:spPr>
          <a:xfrm>
            <a:off x="8112132" y="814367"/>
            <a:ext cx="3368832" cy="5692767"/>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0" y="613363"/>
            <a:ext cx="8370771" cy="631825"/>
          </a:xfrm>
          <a:prstGeom prst="rect">
            <a:avLst/>
          </a:prstGeom>
        </p:spPr>
        <p:txBody>
          <a:bodyPr vert="horz" wrap="square" lIns="0" tIns="16933" rIns="0" bIns="0" rtlCol="0">
            <a:spAutoFit/>
          </a:bodyPr>
          <a:lstStyle/>
          <a:p>
            <a:pPr marL="16933">
              <a:spcBef>
                <a:spcPts val="133"/>
              </a:spcBef>
            </a:pPr>
            <a:r>
              <a:rPr dirty="0"/>
              <a:t>FCCID</a:t>
            </a:r>
            <a:r>
              <a:rPr spc="-73" dirty="0"/>
              <a:t> </a:t>
            </a:r>
            <a:r>
              <a:rPr dirty="0"/>
              <a:t>Lookup</a:t>
            </a:r>
            <a:r>
              <a:rPr spc="-47" dirty="0"/>
              <a:t> </a:t>
            </a:r>
            <a:r>
              <a:rPr dirty="0">
                <a:solidFill>
                  <a:srgbClr val="2A3890"/>
                </a:solidFill>
              </a:rPr>
              <a:t>–</a:t>
            </a:r>
            <a:r>
              <a:rPr spc="-67" dirty="0">
                <a:solidFill>
                  <a:srgbClr val="2A3890"/>
                </a:solidFill>
              </a:rPr>
              <a:t> </a:t>
            </a:r>
            <a:r>
              <a:rPr dirty="0">
                <a:solidFill>
                  <a:srgbClr val="2A3890"/>
                </a:solidFill>
              </a:rPr>
              <a:t>Other</a:t>
            </a:r>
            <a:r>
              <a:rPr spc="-67" dirty="0">
                <a:solidFill>
                  <a:srgbClr val="2A3890"/>
                </a:solidFill>
              </a:rPr>
              <a:t> </a:t>
            </a:r>
            <a:r>
              <a:rPr spc="-13" dirty="0">
                <a:solidFill>
                  <a:srgbClr val="2A3890"/>
                </a:solidFill>
              </a:rPr>
              <a:t>Examples</a:t>
            </a:r>
          </a:p>
        </p:txBody>
      </p:sp>
      <p:grpSp>
        <p:nvGrpSpPr>
          <p:cNvPr id="3" name="object 3"/>
          <p:cNvGrpSpPr/>
          <p:nvPr/>
        </p:nvGrpSpPr>
        <p:grpSpPr>
          <a:xfrm>
            <a:off x="1341934" y="1509400"/>
            <a:ext cx="3553460" cy="2198793"/>
            <a:chOff x="1006450" y="1132049"/>
            <a:chExt cx="2665095" cy="1649095"/>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1015975" y="1141574"/>
              <a:ext cx="2645450" cy="1629425"/>
            </a:xfrm>
            <a:prstGeom prst="rect">
              <a:avLst/>
            </a:prstGeom>
          </p:spPr>
        </p:pic>
        <p:sp>
          <p:nvSpPr>
            <p:cNvPr id="5" name="object 5"/>
            <p:cNvSpPr/>
            <p:nvPr/>
          </p:nvSpPr>
          <p:spPr>
            <a:xfrm>
              <a:off x="1011212" y="1136812"/>
              <a:ext cx="2655570" cy="1639570"/>
            </a:xfrm>
            <a:custGeom>
              <a:avLst/>
              <a:gdLst/>
              <a:ahLst/>
              <a:cxnLst/>
              <a:rect l="l" t="t" r="r" b="b"/>
              <a:pathLst>
                <a:path w="2655570" h="1639570">
                  <a:moveTo>
                    <a:pt x="0" y="0"/>
                  </a:moveTo>
                  <a:lnTo>
                    <a:pt x="2654975" y="0"/>
                  </a:lnTo>
                  <a:lnTo>
                    <a:pt x="2654975" y="1638950"/>
                  </a:lnTo>
                  <a:lnTo>
                    <a:pt x="0" y="1638950"/>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6" name="object 6"/>
          <p:cNvSpPr txBox="1"/>
          <p:nvPr/>
        </p:nvSpPr>
        <p:spPr>
          <a:xfrm>
            <a:off x="2159102" y="3779841"/>
            <a:ext cx="1916007"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iPhone</a:t>
            </a:r>
            <a:r>
              <a:rPr sz="2400" b="1" kern="0" spc="-12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7" name="object 7"/>
          <p:cNvGrpSpPr/>
          <p:nvPr/>
        </p:nvGrpSpPr>
        <p:grpSpPr>
          <a:xfrm>
            <a:off x="7028999" y="1509401"/>
            <a:ext cx="4030133" cy="2198793"/>
            <a:chOff x="5271749" y="1132050"/>
            <a:chExt cx="3022600" cy="1649095"/>
          </a:xfrm>
        </p:grpSpPr>
        <p:pic>
          <p:nvPicPr>
            <p:cNvPr id="8" name="object 8"/>
            <p:cNvPicPr/>
            <p:nvPr/>
          </p:nvPicPr>
          <p:blipFill>
            <a:blip r:embed="rId4" cstate="email">
              <a:extLst>
                <a:ext uri="{28A0092B-C50C-407E-A947-70E740481C1C}">
                  <a14:useLocalDpi xmlns:a14="http://schemas.microsoft.com/office/drawing/2010/main"/>
                </a:ext>
              </a:extLst>
            </a:blip>
            <a:stretch>
              <a:fillRect/>
            </a:stretch>
          </p:blipFill>
          <p:spPr>
            <a:xfrm>
              <a:off x="5281274" y="1141575"/>
              <a:ext cx="3003418" cy="1629424"/>
            </a:xfrm>
            <a:prstGeom prst="rect">
              <a:avLst/>
            </a:prstGeom>
          </p:spPr>
        </p:pic>
        <p:sp>
          <p:nvSpPr>
            <p:cNvPr id="9" name="object 9"/>
            <p:cNvSpPr/>
            <p:nvPr/>
          </p:nvSpPr>
          <p:spPr>
            <a:xfrm>
              <a:off x="5276512" y="1136812"/>
              <a:ext cx="3013075" cy="1639570"/>
            </a:xfrm>
            <a:custGeom>
              <a:avLst/>
              <a:gdLst/>
              <a:ahLst/>
              <a:cxnLst/>
              <a:rect l="l" t="t" r="r" b="b"/>
              <a:pathLst>
                <a:path w="3013075" h="1639570">
                  <a:moveTo>
                    <a:pt x="0" y="0"/>
                  </a:moveTo>
                  <a:lnTo>
                    <a:pt x="3012943" y="0"/>
                  </a:lnTo>
                  <a:lnTo>
                    <a:pt x="3012943" y="1638949"/>
                  </a:lnTo>
                  <a:lnTo>
                    <a:pt x="0" y="1638949"/>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0" name="object 10"/>
          <p:cNvSpPr txBox="1"/>
          <p:nvPr/>
        </p:nvSpPr>
        <p:spPr>
          <a:xfrm>
            <a:off x="8018145" y="3779841"/>
            <a:ext cx="2049780"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Key</a:t>
            </a:r>
            <a:r>
              <a:rPr sz="2400" b="1" kern="0" spc="-67" dirty="0">
                <a:solidFill>
                  <a:srgbClr val="212D73"/>
                </a:solidFill>
                <a:latin typeface="Roboto"/>
                <a:cs typeface="Roboto"/>
              </a:rPr>
              <a:t> </a:t>
            </a:r>
            <a:r>
              <a:rPr sz="2400" b="1" kern="0" dirty="0">
                <a:solidFill>
                  <a:srgbClr val="212D73"/>
                </a:solidFill>
                <a:latin typeface="Roboto"/>
                <a:cs typeface="Roboto"/>
              </a:rPr>
              <a:t>Fob</a:t>
            </a:r>
            <a:r>
              <a:rPr sz="2400" b="1" kern="0" spc="-6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11" name="object 11"/>
          <p:cNvGrpSpPr/>
          <p:nvPr/>
        </p:nvGrpSpPr>
        <p:grpSpPr>
          <a:xfrm>
            <a:off x="4689667" y="4281966"/>
            <a:ext cx="2786380" cy="1943100"/>
            <a:chOff x="3517250" y="3211474"/>
            <a:chExt cx="2089785" cy="1457325"/>
          </a:xfrm>
        </p:grpSpPr>
        <p:pic>
          <p:nvPicPr>
            <p:cNvPr id="12" name="object 12"/>
            <p:cNvPicPr/>
            <p:nvPr/>
          </p:nvPicPr>
          <p:blipFill>
            <a:blip r:embed="rId5" cstate="email">
              <a:extLst>
                <a:ext uri="{28A0092B-C50C-407E-A947-70E740481C1C}">
                  <a14:useLocalDpi xmlns:a14="http://schemas.microsoft.com/office/drawing/2010/main"/>
                </a:ext>
              </a:extLst>
            </a:blip>
            <a:stretch>
              <a:fillRect/>
            </a:stretch>
          </p:blipFill>
          <p:spPr>
            <a:xfrm>
              <a:off x="3526775" y="3220999"/>
              <a:ext cx="2070324" cy="1437749"/>
            </a:xfrm>
            <a:prstGeom prst="rect">
              <a:avLst/>
            </a:prstGeom>
          </p:spPr>
        </p:pic>
        <p:sp>
          <p:nvSpPr>
            <p:cNvPr id="13" name="object 13"/>
            <p:cNvSpPr/>
            <p:nvPr/>
          </p:nvSpPr>
          <p:spPr>
            <a:xfrm>
              <a:off x="3522012" y="3216237"/>
              <a:ext cx="2080260" cy="1447800"/>
            </a:xfrm>
            <a:custGeom>
              <a:avLst/>
              <a:gdLst/>
              <a:ahLst/>
              <a:cxnLst/>
              <a:rect l="l" t="t" r="r" b="b"/>
              <a:pathLst>
                <a:path w="2080260" h="1447800">
                  <a:moveTo>
                    <a:pt x="0" y="0"/>
                  </a:moveTo>
                  <a:lnTo>
                    <a:pt x="2079849" y="0"/>
                  </a:lnTo>
                  <a:lnTo>
                    <a:pt x="2079849" y="1447274"/>
                  </a:lnTo>
                  <a:lnTo>
                    <a:pt x="0" y="1447274"/>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4" name="object 14"/>
          <p:cNvSpPr txBox="1"/>
          <p:nvPr/>
        </p:nvSpPr>
        <p:spPr>
          <a:xfrm>
            <a:off x="4603347" y="6318869"/>
            <a:ext cx="2954867" cy="359073"/>
          </a:xfrm>
          <a:prstGeom prst="rect">
            <a:avLst/>
          </a:prstGeom>
        </p:spPr>
        <p:txBody>
          <a:bodyPr vert="horz" wrap="square" lIns="0" tIns="0" rIns="0" bIns="0" rtlCol="0">
            <a:spAutoFit/>
          </a:bodyPr>
          <a:lstStyle/>
          <a:p>
            <a:pPr marL="16933" defTabSz="1219170">
              <a:lnSpc>
                <a:spcPts val="2840"/>
              </a:lnSpc>
            </a:pPr>
            <a:r>
              <a:rPr sz="2400" b="1" kern="0" dirty="0">
                <a:solidFill>
                  <a:srgbClr val="212D73"/>
                </a:solidFill>
                <a:latin typeface="Roboto"/>
                <a:cs typeface="Roboto"/>
              </a:rPr>
              <a:t>PS5</a:t>
            </a:r>
            <a:r>
              <a:rPr sz="2400" b="1" kern="0" spc="-53" dirty="0">
                <a:solidFill>
                  <a:srgbClr val="212D73"/>
                </a:solidFill>
                <a:latin typeface="Roboto"/>
                <a:cs typeface="Roboto"/>
              </a:rPr>
              <a:t> </a:t>
            </a:r>
            <a:r>
              <a:rPr sz="2400" b="1" kern="0" spc="-13" dirty="0">
                <a:solidFill>
                  <a:srgbClr val="212D73"/>
                </a:solidFill>
                <a:latin typeface="Roboto"/>
                <a:cs typeface="Roboto"/>
              </a:rPr>
              <a:t>Controller</a:t>
            </a:r>
            <a:r>
              <a:rPr sz="2400" b="1" kern="0" spc="-47"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sp>
        <p:nvSpPr>
          <p:cNvPr id="15" name="object 15"/>
          <p:cNvSpPr txBox="1"/>
          <p:nvPr/>
        </p:nvSpPr>
        <p:spPr>
          <a:xfrm>
            <a:off x="11377941" y="6320327"/>
            <a:ext cx="298027" cy="282129"/>
          </a:xfrm>
          <a:prstGeom prst="rect">
            <a:avLst/>
          </a:prstGeom>
        </p:spPr>
        <p:txBody>
          <a:bodyPr vert="horz" wrap="square" lIns="0" tIns="0" rIns="0" bIns="0" rtlCol="0">
            <a:spAutoFit/>
          </a:bodyPr>
          <a:lstStyle/>
          <a:p>
            <a:pPr marL="16933" defTabSz="1219170">
              <a:lnSpc>
                <a:spcPts val="2193"/>
              </a:lnSpc>
            </a:pPr>
            <a:r>
              <a:rPr sz="1867" kern="0" spc="-33" dirty="0">
                <a:solidFill>
                  <a:srgbClr val="434343"/>
                </a:solidFill>
                <a:latin typeface="Arial"/>
                <a:cs typeface="Arial"/>
              </a:rPr>
              <a:t>38</a:t>
            </a:r>
            <a:endParaRPr sz="1867" kern="0">
              <a:solidFill>
                <a:sysClr val="windowText" lastClr="000000"/>
              </a:solidFill>
              <a:latin typeface="Arial"/>
              <a:cs typeface="Arial"/>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5F03D4-C60F-BCC2-00B2-3FC5A2869F43}"/>
              </a:ext>
            </a:extLst>
          </p:cNvPr>
          <p:cNvSpPr>
            <a:spLocks noGrp="1"/>
          </p:cNvSpPr>
          <p:nvPr>
            <p:ph type="body" sz="quarter" idx="10"/>
          </p:nvPr>
        </p:nvSpPr>
        <p:spPr/>
        <p:txBody>
          <a:bodyPr/>
          <a:lstStyle/>
          <a:p>
            <a:r>
              <a:rPr lang="en-US" dirty="0"/>
              <a:t>MAC ID Lookup</a:t>
            </a:r>
          </a:p>
        </p:txBody>
      </p:sp>
      <p:sp>
        <p:nvSpPr>
          <p:cNvPr id="4" name="Text Placeholder 3">
            <a:extLst>
              <a:ext uri="{FF2B5EF4-FFF2-40B4-BE49-F238E27FC236}">
                <a16:creationId xmlns:a16="http://schemas.microsoft.com/office/drawing/2014/main" id="{6CBFDCB8-2683-8890-D373-3B0A01A29E9D}"/>
              </a:ext>
            </a:extLst>
          </p:cNvPr>
          <p:cNvSpPr>
            <a:spLocks noGrp="1"/>
          </p:cNvSpPr>
          <p:nvPr>
            <p:ph type="body" sz="quarter" idx="12"/>
          </p:nvPr>
        </p:nvSpPr>
        <p:spPr>
          <a:xfrm>
            <a:off x="270415" y="771556"/>
            <a:ext cx="11658059" cy="5273644"/>
          </a:xfrm>
        </p:spPr>
        <p:txBody>
          <a:bodyPr/>
          <a:lstStyle/>
          <a:p>
            <a:pPr marL="285750" indent="-285750">
              <a:buFont typeface="Arial" panose="020B0604020202020204" pitchFamily="34" charset="0"/>
              <a:buChar char="•"/>
            </a:pPr>
            <a:r>
              <a:rPr lang="en-US" dirty="0">
                <a:hlinkClick r:id="rId2"/>
              </a:rPr>
              <a:t>https://en.wikipedia.org/wiki/MAC_address</a:t>
            </a:r>
            <a:endParaRPr lang="en-US" dirty="0"/>
          </a:p>
          <a:p>
            <a:pPr marL="285750" indent="-285750">
              <a:buFont typeface="Arial" panose="020B0604020202020204" pitchFamily="34" charset="0"/>
              <a:buChar char="•"/>
            </a:pPr>
            <a:r>
              <a:rPr lang="en-US" dirty="0"/>
              <a:t>Looking up the Medium Access Control (MAC) address</a:t>
            </a:r>
          </a:p>
          <a:p>
            <a:pPr marL="285750" indent="-285750">
              <a:buFont typeface="Arial" panose="020B0604020202020204" pitchFamily="34" charset="0"/>
              <a:buChar char="•"/>
            </a:pPr>
            <a:r>
              <a:rPr lang="en-US" dirty="0"/>
              <a:t>Important identification of device on local networks, wired or wireless</a:t>
            </a:r>
          </a:p>
          <a:p>
            <a:pPr marL="285750" indent="-285750">
              <a:buFont typeface="Arial" panose="020B0604020202020204" pitchFamily="34" charset="0"/>
              <a:buChar char="•"/>
            </a:pPr>
            <a:r>
              <a:rPr lang="en-US" dirty="0"/>
              <a:t>Works with Ethernet, </a:t>
            </a:r>
            <a:r>
              <a:rPr lang="en-US" dirty="0" err="1"/>
              <a:t>WiFi</a:t>
            </a:r>
            <a:r>
              <a:rPr lang="en-US" dirty="0"/>
              <a:t> and Bluetooth devices</a:t>
            </a:r>
          </a:p>
          <a:p>
            <a:pPr marL="285750" indent="-285750">
              <a:buFont typeface="Arial" panose="020B0604020202020204" pitchFamily="34" charset="0"/>
              <a:buChar char="•"/>
            </a:pPr>
            <a:r>
              <a:rPr lang="en-US" dirty="0"/>
              <a:t>Gives Manufacturer Organizationally Unique Identifier (OUI)</a:t>
            </a:r>
          </a:p>
          <a:p>
            <a:pPr marL="285750" indent="-285750">
              <a:buFont typeface="Arial" panose="020B0604020202020204" pitchFamily="34" charset="0"/>
              <a:buChar char="•"/>
            </a:pPr>
            <a:r>
              <a:rPr lang="en-US" dirty="0">
                <a:hlinkClick r:id="rId3"/>
              </a:rPr>
              <a:t>https://maclookup.app/</a:t>
            </a:r>
            <a:r>
              <a:rPr lang="en-US" dirty="0"/>
              <a:t> </a:t>
            </a:r>
          </a:p>
          <a:p>
            <a:pPr marL="285750" indent="-28575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17233AFC-FA66-F154-7C50-1D6B83AEC69F}"/>
              </a:ext>
            </a:extLst>
          </p:cNvPr>
          <p:cNvPicPr>
            <a:picLocks noChangeAspect="1"/>
          </p:cNvPicPr>
          <p:nvPr/>
        </p:nvPicPr>
        <p:blipFill>
          <a:blip r:embed="rId4"/>
          <a:stretch>
            <a:fillRect/>
          </a:stretch>
        </p:blipFill>
        <p:spPr>
          <a:xfrm>
            <a:off x="3219199" y="3865691"/>
            <a:ext cx="5753599" cy="2179509"/>
          </a:xfrm>
          <a:prstGeom prst="rect">
            <a:avLst/>
          </a:prstGeom>
        </p:spPr>
      </p:pic>
    </p:spTree>
    <p:extLst>
      <p:ext uri="{BB962C8B-B14F-4D97-AF65-F5344CB8AC3E}">
        <p14:creationId xmlns:p14="http://schemas.microsoft.com/office/powerpoint/2010/main" val="4027383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8296D6-69DD-EFB3-27C5-5BB0CA443216}"/>
              </a:ext>
            </a:extLst>
          </p:cNvPr>
          <p:cNvSpPr>
            <a:spLocks noGrp="1"/>
          </p:cNvSpPr>
          <p:nvPr>
            <p:ph type="body" sz="quarter" idx="10"/>
          </p:nvPr>
        </p:nvSpPr>
        <p:spPr/>
        <p:txBody>
          <a:bodyPr/>
          <a:lstStyle/>
          <a:p>
            <a:r>
              <a:rPr lang="en-US" dirty="0"/>
              <a:t>Appendix</a:t>
            </a:r>
          </a:p>
        </p:txBody>
      </p:sp>
      <p:sp>
        <p:nvSpPr>
          <p:cNvPr id="4" name="Text Placeholder 3">
            <a:extLst>
              <a:ext uri="{FF2B5EF4-FFF2-40B4-BE49-F238E27FC236}">
                <a16:creationId xmlns:a16="http://schemas.microsoft.com/office/drawing/2014/main" id="{FBD158A4-E09F-9C63-2A15-EC5A41F8B727}"/>
              </a:ext>
            </a:extLst>
          </p:cNvPr>
          <p:cNvSpPr>
            <a:spLocks noGrp="1"/>
          </p:cNvSpPr>
          <p:nvPr>
            <p:ph type="body" sz="quarter" idx="12"/>
          </p:nvPr>
        </p:nvSpPr>
        <p:spPr>
          <a:xfrm>
            <a:off x="270415" y="694944"/>
            <a:ext cx="11658059" cy="5350256"/>
          </a:xfrm>
        </p:spPr>
        <p:txBody>
          <a:bodyPr/>
          <a:lstStyle/>
          <a:p>
            <a:pPr marL="285750" indent="-285750">
              <a:buFont typeface="Arial" panose="020B0604020202020204" pitchFamily="34" charset="0"/>
              <a:buChar char="•"/>
            </a:pPr>
            <a:r>
              <a:rPr lang="en-US" dirty="0"/>
              <a:t>Neal’s </a:t>
            </a:r>
            <a:r>
              <a:rPr lang="en-US" dirty="0" err="1"/>
              <a:t>Github</a:t>
            </a:r>
            <a:r>
              <a:rPr lang="en-US" dirty="0"/>
              <a:t> repository for the lab:  </a:t>
            </a:r>
            <a:r>
              <a:rPr lang="en-US" u="sng" dirty="0">
                <a:hlinkClick r:id="rId2"/>
              </a:rPr>
              <a:t>https://github.com/nprobert/AutoISAC-ACT-AdvWireless</a:t>
            </a:r>
            <a:endParaRPr lang="en-US" u="sng"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 want serious Wireless Training take the SANS 617 Wireless Penetration Testing and Ethical Hacking class: </a:t>
            </a:r>
            <a:r>
              <a:rPr lang="en-US" dirty="0">
                <a:hlinkClick r:id="rId3"/>
              </a:rPr>
              <a:t>https://www.sans.org/cyber-security-courses/wireless-penetration-testing-ethical-hacking</a:t>
            </a:r>
            <a:r>
              <a:rPr lang="en-US" dirty="0"/>
              <a:t> as it was just recently updated.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Well known RF tools:</a:t>
            </a:r>
          </a:p>
          <a:p>
            <a:pPr marL="971550" lvl="1" indent="-285750"/>
            <a:r>
              <a:rPr lang="en-US" sz="1600" dirty="0"/>
              <a:t>Flipper Zero: </a:t>
            </a:r>
            <a:r>
              <a:rPr lang="en-US" sz="1600" dirty="0">
                <a:hlinkClick r:id="rId4"/>
              </a:rPr>
              <a:t>https://flipper.net/</a:t>
            </a:r>
            <a:r>
              <a:rPr lang="en-US" sz="1600" dirty="0"/>
              <a:t> for Low Frequency (LF) work under 1Ghz</a:t>
            </a:r>
          </a:p>
          <a:p>
            <a:pPr marL="971550" lvl="1" indent="-285750"/>
            <a:r>
              <a:rPr lang="en-US" sz="1600" dirty="0" err="1"/>
              <a:t>FreeWILI</a:t>
            </a:r>
            <a:r>
              <a:rPr lang="en-US" sz="1600" dirty="0"/>
              <a:t>: </a:t>
            </a:r>
            <a:r>
              <a:rPr lang="en-US" sz="1600" dirty="0">
                <a:hlinkClick r:id="rId5"/>
              </a:rPr>
              <a:t>https://freewili.com/</a:t>
            </a:r>
            <a:r>
              <a:rPr lang="en-US" sz="1600" dirty="0"/>
              <a:t> useful for car hacking</a:t>
            </a:r>
          </a:p>
          <a:p>
            <a:pPr marL="971550" lvl="1" indent="-285750"/>
            <a:r>
              <a:rPr lang="en-US" sz="1600" dirty="0" err="1"/>
              <a:t>HackRF</a:t>
            </a:r>
            <a:r>
              <a:rPr lang="en-US" sz="1600" dirty="0"/>
              <a:t>: </a:t>
            </a:r>
            <a:r>
              <a:rPr lang="en-US" sz="1600" dirty="0">
                <a:hlinkClick r:id="rId6"/>
              </a:rPr>
              <a:t>https://greatscottgadgets.com/hackrf/</a:t>
            </a:r>
            <a:r>
              <a:rPr lang="en-US" sz="1600" dirty="0"/>
              <a:t> is a popular SDR</a:t>
            </a:r>
          </a:p>
          <a:p>
            <a:pPr marL="971550" lvl="1" indent="-285750"/>
            <a:r>
              <a:rPr lang="en-US" sz="1600" dirty="0"/>
              <a:t>RTL-SDR: </a:t>
            </a:r>
            <a:r>
              <a:rPr lang="en-US" sz="1600" dirty="0">
                <a:hlinkClick r:id="rId7"/>
              </a:rPr>
              <a:t>https://www.rtl-sdr.com/</a:t>
            </a:r>
            <a:r>
              <a:rPr lang="en-US" sz="1600" dirty="0"/>
              <a:t> for SDR information and news</a:t>
            </a:r>
          </a:p>
          <a:p>
            <a:pPr marL="971550" lvl="1" indent="-285750"/>
            <a:endParaRPr lang="en-US" dirty="0"/>
          </a:p>
          <a:p>
            <a:pPr marL="285750" indent="-285750">
              <a:buFont typeface="Arial" panose="020B0604020202020204" pitchFamily="34" charset="0"/>
              <a:buChar char="•"/>
            </a:pPr>
            <a:r>
              <a:rPr lang="en-US" dirty="0"/>
              <a:t>A great tool for using with Software Defined Radios (SDR) is GNU Radio: </a:t>
            </a:r>
            <a:r>
              <a:rPr lang="en-US" dirty="0">
                <a:hlinkClick r:id="rId8"/>
              </a:rPr>
              <a:t>https://www.gnuradio.org/</a:t>
            </a:r>
            <a:r>
              <a:rPr lang="en-US" dirty="0"/>
              <a:t> </a:t>
            </a:r>
          </a:p>
          <a:p>
            <a:pPr marL="971550" lvl="1" indent="-285750"/>
            <a:r>
              <a:rPr lang="en-US" sz="1600" dirty="0"/>
              <a:t>Tutorial: </a:t>
            </a:r>
            <a:r>
              <a:rPr lang="en-US" sz="1600" dirty="0">
                <a:hlinkClick r:id="rId9"/>
              </a:rPr>
              <a:t>https://www.gnuradio.org/news/2022-02-03-new-tutorials/</a:t>
            </a:r>
            <a:r>
              <a:rPr lang="en-US" sz="1600" dirty="0"/>
              <a:t> </a:t>
            </a:r>
          </a:p>
        </p:txBody>
      </p:sp>
    </p:spTree>
    <p:extLst>
      <p:ext uri="{BB962C8B-B14F-4D97-AF65-F5344CB8AC3E}">
        <p14:creationId xmlns:p14="http://schemas.microsoft.com/office/powerpoint/2010/main" val="36181022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5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c7a77415-c4a3-4262-8430-671f3e8707b6">7J4PPY27XH2W-901365475-257158</_dlc_DocId>
    <_dlc_DocIdUrl xmlns="c7a77415-c4a3-4262-8430-671f3e8707b6">
      <Url>https://automotivei.sharepoint.com/sites/PMO/_layouts/15/DocIdRedir.aspx?ID=7J4PPY27XH2W-901365475-257158</Url>
      <Description>7J4PPY27XH2W-901365475-257158</Description>
    </_dlc_DocIdUrl>
    <TaxCatchAll xmlns="c7a77415-c4a3-4262-8430-671f3e8707b6" xsi:nil="true"/>
    <lcf76f155ced4ddcb4097134ff3c332f xmlns="69a7259e-7a2c-42d5-bc84-25eccf0dce8b">
      <Terms xmlns="http://schemas.microsoft.com/office/infopath/2007/PartnerControls"/>
    </lcf76f155ced4ddcb4097134ff3c332f>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67B86F8708159745A0B6896184DE9576" ma:contentTypeVersion="19" ma:contentTypeDescription="Create a new document." ma:contentTypeScope="" ma:versionID="493bf26d373952ea1ae3b9e24cd19b33">
  <xsd:schema xmlns:xsd="http://www.w3.org/2001/XMLSchema" xmlns:xs="http://www.w3.org/2001/XMLSchema" xmlns:p="http://schemas.microsoft.com/office/2006/metadata/properties" xmlns:ns2="c7a77415-c4a3-4262-8430-671f3e8707b6" xmlns:ns3="69a7259e-7a2c-42d5-bc84-25eccf0dce8b" targetNamespace="http://schemas.microsoft.com/office/2006/metadata/properties" ma:root="true" ma:fieldsID="69c00e31f84d56e19bb090b7ea67ab52" ns2:_="" ns3:_="">
    <xsd:import namespace="c7a77415-c4a3-4262-8430-671f3e8707b6"/>
    <xsd:import namespace="69a7259e-7a2c-42d5-bc84-25eccf0dce8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2:SharedWithUsers" minOccurs="0"/>
                <xsd:element ref="ns2:SharedWithDetail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a77415-c4a3-4262-8430-671f3e8707b6"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d3a045ce-0abc-407a-a385-daab9685d46b}" ma:internalName="TaxCatchAll" ma:showField="CatchAllData" ma:web="c7a77415-c4a3-4262-8430-671f3e8707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9a7259e-7a2c-42d5-bc84-25eccf0dce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ca126d71-af09-421f-972c-d16e59c147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1A463F-9F4B-47AC-91AA-3962FD8F3CE5}">
  <ds:schemaRefs>
    <ds:schemaRef ds:uri="http://schemas.microsoft.com/office/2006/metadata/properties"/>
    <ds:schemaRef ds:uri="http://schemas.microsoft.com/office/infopath/2007/PartnerControls"/>
    <ds:schemaRef ds:uri="c7a77415-c4a3-4262-8430-671f3e8707b6"/>
    <ds:schemaRef ds:uri="69a7259e-7a2c-42d5-bc84-25eccf0dce8b"/>
  </ds:schemaRefs>
</ds:datastoreItem>
</file>

<file path=customXml/itemProps2.xml><?xml version="1.0" encoding="utf-8"?>
<ds:datastoreItem xmlns:ds="http://schemas.openxmlformats.org/officeDocument/2006/customXml" ds:itemID="{54C592EF-85C1-482B-896B-DED434B6FCCC}">
  <ds:schemaRefs>
    <ds:schemaRef ds:uri="http://schemas.microsoft.com/sharepoint/events"/>
  </ds:schemaRefs>
</ds:datastoreItem>
</file>

<file path=customXml/itemProps3.xml><?xml version="1.0" encoding="utf-8"?>
<ds:datastoreItem xmlns:ds="http://schemas.openxmlformats.org/officeDocument/2006/customXml" ds:itemID="{84EE72F3-C956-4A5B-833F-E761B5D8ACD8}">
  <ds:schemaRefs>
    <ds:schemaRef ds:uri="http://schemas.microsoft.com/sharepoint/v3/contenttype/forms"/>
  </ds:schemaRefs>
</ds:datastoreItem>
</file>

<file path=customXml/itemProps4.xml><?xml version="1.0" encoding="utf-8"?>
<ds:datastoreItem xmlns:ds="http://schemas.openxmlformats.org/officeDocument/2006/customXml" ds:itemID="{8FEF19B7-7529-453B-A7D5-A8465340F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a77415-c4a3-4262-8430-671f3e8707b6"/>
    <ds:schemaRef ds:uri="69a7259e-7a2c-42d5-bc84-25eccf0dce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1384</TotalTime>
  <Words>652</Words>
  <Application>Microsoft Office PowerPoint</Application>
  <PresentationFormat>Widescreen</PresentationFormat>
  <Paragraphs>99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ＭＳ Ｐゴシック</vt:lpstr>
      <vt:lpstr>Aptos</vt:lpstr>
      <vt:lpstr>Aptos Display</vt:lpstr>
      <vt:lpstr>Arial</vt:lpstr>
      <vt:lpstr>Roboto</vt:lpstr>
      <vt:lpstr>Wingdings</vt:lpstr>
      <vt:lpstr>Custom Design</vt:lpstr>
      <vt:lpstr>PowerPoint Presentation</vt:lpstr>
      <vt:lpstr>PowerPoint Presentation</vt:lpstr>
      <vt:lpstr>US Laws, Guidelines &amp; Rules</vt:lpstr>
      <vt:lpstr>PowerPoint Presentation</vt:lpstr>
      <vt:lpstr>PowerPoint Presentation</vt:lpstr>
      <vt:lpstr>FCCID Lookup – Exercise</vt:lpstr>
      <vt:lpstr>FCCID Lookup – Other Examples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Carey Garback</dc:creator>
  <cp:lastModifiedBy>Neal Probert</cp:lastModifiedBy>
  <cp:revision>34</cp:revision>
  <dcterms:created xsi:type="dcterms:W3CDTF">2026-03-11T18:02:03Z</dcterms:created>
  <dcterms:modified xsi:type="dcterms:W3CDTF">2026-10-19T17:36:17Z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9C55993E-2489-4B16-A624-642EE1CF50C1</vt:lpwstr>
  </property>
  <property fmtid="{D5CDD505-2E9C-101B-9397-08002B2CF9AE}" pid="3" name="ArticulatePath">
    <vt:lpwstr>Presentation1</vt:lpwstr>
  </property>
  <property fmtid="{D5CDD505-2E9C-101B-9397-08002B2CF9AE}" pid="4" name="_dlc_DocIdItemGuid">
    <vt:lpwstr>93579079-5068-410a-b208-65d154b95cd0</vt:lpwstr>
  </property>
  <property fmtid="{D5CDD505-2E9C-101B-9397-08002B2CF9AE}" pid="5" name="ContentTypeId">
    <vt:lpwstr>0x01010067B86F8708159745A0B6896184DE9576</vt:lpwstr>
  </property>
  <property fmtid="{D5CDD505-2E9C-101B-9397-08002B2CF9AE}" pid="6" name="MediaServiceImageTags">
    <vt:lpwstr/>
  </property>
</Properties>
</file>