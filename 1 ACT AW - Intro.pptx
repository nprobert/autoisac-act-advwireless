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2" r:id="rId5"/>
  </p:sldMasterIdLst>
  <p:notesMasterIdLst>
    <p:notesMasterId r:id="rId7"/>
  </p:notesMasterIdLst>
  <p:sldIdLst>
    <p:sldId id="506" r:id="rId6"/>
  </p:sldIdLst>
  <p:sldSz cx="12192000" cy="6858000"/>
  <p:notesSz cx="6858000" cy="9144000"/>
  <p:custDataLst>
    <p:tags r:id="rId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EA02856-269D-4F17-A7F6-0B8C7D84C0B3}" v="7" dt="2026-03-11T21:04:40.8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gs" Target="tags/tag1.xml"/><Relationship Id="rId13" Type="http://schemas.microsoft.com/office/2016/11/relationships/changesInfo" Target="changesInfos/changesInfo1.xml"/><Relationship Id="rId3" Type="http://schemas.openxmlformats.org/officeDocument/2006/relationships/customXml" Target="../customXml/item3.xml"/><Relationship Id="rId7" Type="http://schemas.openxmlformats.org/officeDocument/2006/relationships/notesMaster" Target="notesMasters/notesMaster1.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theme" Target="theme/theme1.xml"/><Relationship Id="rId5" Type="http://schemas.openxmlformats.org/officeDocument/2006/relationships/slideMaster" Target="slideMasters/slideMaster1.xml"/><Relationship Id="rId10" Type="http://schemas.openxmlformats.org/officeDocument/2006/relationships/viewProps" Target="viewProps.xml"/><Relationship Id="rId4" Type="http://schemas.openxmlformats.org/officeDocument/2006/relationships/customXml" Target="../customXml/item4.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rey Garback" userId="dc25ffa4-de89-4779-8381-34524c87e417" providerId="ADAL" clId="{6E1D5EB8-13F6-40DF-B512-351F8F358EAF}"/>
    <pc:docChg chg="undo custSel delSld modSld addMainMaster delMainMaster modMainMaster">
      <pc:chgData name="Carey Garback" userId="dc25ffa4-de89-4779-8381-34524c87e417" providerId="ADAL" clId="{6E1D5EB8-13F6-40DF-B512-351F8F358EAF}" dt="2026-03-11T21:17:14.370" v="429" actId="478"/>
      <pc:docMkLst>
        <pc:docMk/>
      </pc:docMkLst>
      <pc:sldChg chg="modSp mod modClrScheme chgLayout">
        <pc:chgData name="Carey Garback" userId="dc25ffa4-de89-4779-8381-34524c87e417" providerId="ADAL" clId="{6E1D5EB8-13F6-40DF-B512-351F8F358EAF}" dt="2026-03-11T21:16:21.167" v="425" actId="1036"/>
        <pc:sldMkLst>
          <pc:docMk/>
          <pc:sldMk cId="0" sldId="272"/>
        </pc:sldMkLst>
        <pc:spChg chg="mod ord">
          <ac:chgData name="Carey Garback" userId="dc25ffa4-de89-4779-8381-34524c87e417" providerId="ADAL" clId="{6E1D5EB8-13F6-40DF-B512-351F8F358EAF}" dt="2026-03-11T21:16:09.261" v="398" actId="404"/>
          <ac:spMkLst>
            <pc:docMk/>
            <pc:sldMk cId="0" sldId="27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2"/>
            <ac:spMk id="4" creationId="{00000000-0000-0000-0000-000000000000}"/>
          </ac:spMkLst>
        </pc:spChg>
        <pc:graphicFrameChg chg="mod">
          <ac:chgData name="Carey Garback" userId="dc25ffa4-de89-4779-8381-34524c87e417" providerId="ADAL" clId="{6E1D5EB8-13F6-40DF-B512-351F8F358EAF}" dt="2026-03-11T21:16:21.167" v="425" actId="1036"/>
          <ac:graphicFrameMkLst>
            <pc:docMk/>
            <pc:sldMk cId="0" sldId="272"/>
            <ac:graphicFrameMk id="2" creationId="{00000000-0000-0000-0000-000000000000}"/>
          </ac:graphicFrameMkLst>
        </pc:graphicFrameChg>
      </pc:sldChg>
      <pc:sldChg chg="modSp mod modClrScheme chgLayout">
        <pc:chgData name="Carey Garback" userId="dc25ffa4-de89-4779-8381-34524c87e417" providerId="ADAL" clId="{6E1D5EB8-13F6-40DF-B512-351F8F358EAF}" dt="2026-03-11T20:57:21.127" v="111" actId="700"/>
        <pc:sldMkLst>
          <pc:docMk/>
          <pc:sldMk cId="0" sldId="273"/>
        </pc:sldMkLst>
        <pc:spChg chg="mod ord">
          <ac:chgData name="Carey Garback" userId="dc25ffa4-de89-4779-8381-34524c87e417" providerId="ADAL" clId="{6E1D5EB8-13F6-40DF-B512-351F8F358EAF}" dt="2026-03-11T20:57:21.127" v="111" actId="700"/>
          <ac:spMkLst>
            <pc:docMk/>
            <pc:sldMk cId="0" sldId="2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3"/>
            <ac:spMk id="1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4"/>
        </pc:sldMkLst>
        <pc:spChg chg="mod ord">
          <ac:chgData name="Carey Garback" userId="dc25ffa4-de89-4779-8381-34524c87e417" providerId="ADAL" clId="{6E1D5EB8-13F6-40DF-B512-351F8F358EAF}" dt="2026-03-11T20:57:21.127" v="111" actId="700"/>
          <ac:spMkLst>
            <pc:docMk/>
            <pc:sldMk cId="0" sldId="2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5"/>
        </pc:sldMkLst>
        <pc:spChg chg="mod ord">
          <ac:chgData name="Carey Garback" userId="dc25ffa4-de89-4779-8381-34524c87e417" providerId="ADAL" clId="{6E1D5EB8-13F6-40DF-B512-351F8F358EAF}" dt="2026-03-11T20:57:21.127" v="111" actId="700"/>
          <ac:spMkLst>
            <pc:docMk/>
            <pc:sldMk cId="0" sldId="27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5"/>
            <ac:spMk id="4" creationId="{00000000-0000-0000-0000-000000000000}"/>
          </ac:spMkLst>
        </pc:spChg>
      </pc:sldChg>
      <pc:sldChg chg="delSp modSp mod modClrScheme chgLayout">
        <pc:chgData name="Carey Garback" userId="dc25ffa4-de89-4779-8381-34524c87e417" providerId="ADAL" clId="{6E1D5EB8-13F6-40DF-B512-351F8F358EAF}" dt="2026-03-11T20:57:21.127" v="111" actId="700"/>
        <pc:sldMkLst>
          <pc:docMk/>
          <pc:sldMk cId="0" sldId="277"/>
        </pc:sldMkLst>
        <pc:spChg chg="mod ord">
          <ac:chgData name="Carey Garback" userId="dc25ffa4-de89-4779-8381-34524c87e417" providerId="ADAL" clId="{6E1D5EB8-13F6-40DF-B512-351F8F358EAF}" dt="2026-03-11T20:57:21.127" v="111" actId="700"/>
          <ac:spMkLst>
            <pc:docMk/>
            <pc:sldMk cId="0" sldId="277"/>
            <ac:spMk id="235" creationId="{00000000-0000-0000-0000-000000000000}"/>
          </ac:spMkLst>
        </pc:spChg>
        <pc:spChg chg="mod ord">
          <ac:chgData name="Carey Garback" userId="dc25ffa4-de89-4779-8381-34524c87e417" providerId="ADAL" clId="{6E1D5EB8-13F6-40DF-B512-351F8F358EAF}" dt="2026-03-11T20:57:21.127" v="111" actId="700"/>
          <ac:spMkLst>
            <pc:docMk/>
            <pc:sldMk cId="0" sldId="277"/>
            <ac:spMk id="236" creationId="{00000000-0000-0000-0000-000000000000}"/>
          </ac:spMkLst>
        </pc:spChg>
        <pc:spChg chg="del">
          <ac:chgData name="Carey Garback" userId="dc25ffa4-de89-4779-8381-34524c87e417" providerId="ADAL" clId="{6E1D5EB8-13F6-40DF-B512-351F8F358EAF}" dt="2026-03-11T20:51:06.747" v="53" actId="478"/>
          <ac:spMkLst>
            <pc:docMk/>
            <pc:sldMk cId="0" sldId="277"/>
            <ac:spMk id="237" creationId="{00000000-0000-0000-0000-000000000000}"/>
          </ac:spMkLst>
        </pc:spChg>
      </pc:sldChg>
      <pc:sldChg chg="addSp delSp modSp del mod modClrScheme chgLayout">
        <pc:chgData name="Carey Garback" userId="dc25ffa4-de89-4779-8381-34524c87e417" providerId="ADAL" clId="{6E1D5EB8-13F6-40DF-B512-351F8F358EAF}" dt="2026-03-11T21:02:37.558" v="179" actId="47"/>
        <pc:sldMkLst>
          <pc:docMk/>
          <pc:sldMk cId="0" sldId="283"/>
        </pc:sldMkLst>
        <pc:spChg chg="mod">
          <ac:chgData name="Carey Garback" userId="dc25ffa4-de89-4779-8381-34524c87e417" providerId="ADAL" clId="{6E1D5EB8-13F6-40DF-B512-351F8F358EAF}" dt="2026-03-11T20:48:16.823" v="26" actId="122"/>
          <ac:spMkLst>
            <pc:docMk/>
            <pc:sldMk cId="0" sldId="283"/>
            <ac:spMk id="2" creationId="{00000000-0000-0000-0000-000000000000}"/>
          </ac:spMkLst>
        </pc:spChg>
        <pc:spChg chg="del">
          <ac:chgData name="Carey Garback" userId="dc25ffa4-de89-4779-8381-34524c87e417" providerId="ADAL" clId="{6E1D5EB8-13F6-40DF-B512-351F8F358EAF}" dt="2026-03-11T20:47:34.307" v="11" actId="478"/>
          <ac:spMkLst>
            <pc:docMk/>
            <pc:sldMk cId="0" sldId="283"/>
            <ac:spMk id="3" creationId="{00000000-0000-0000-0000-000000000000}"/>
          </ac:spMkLst>
        </pc:spChg>
        <pc:spChg chg="add del mod ord">
          <ac:chgData name="Carey Garback" userId="dc25ffa4-de89-4779-8381-34524c87e417" providerId="ADAL" clId="{6E1D5EB8-13F6-40DF-B512-351F8F358EAF}" dt="2026-03-11T20:47:04.265" v="2" actId="478"/>
          <ac:spMkLst>
            <pc:docMk/>
            <pc:sldMk cId="0" sldId="283"/>
            <ac:spMk id="4" creationId="{97632196-89BD-C7F0-DBD2-2D6818DF3201}"/>
          </ac:spMkLst>
        </pc:spChg>
        <pc:spChg chg="add del mod ord">
          <ac:chgData name="Carey Garback" userId="dc25ffa4-de89-4779-8381-34524c87e417" providerId="ADAL" clId="{6E1D5EB8-13F6-40DF-B512-351F8F358EAF}" dt="2026-03-11T20:47:09.019" v="3" actId="478"/>
          <ac:spMkLst>
            <pc:docMk/>
            <pc:sldMk cId="0" sldId="283"/>
            <ac:spMk id="5" creationId="{F109EC6E-FF5E-0D09-3536-67771EBDC5DA}"/>
          </ac:spMkLst>
        </pc:spChg>
      </pc:sldChg>
      <pc:sldChg chg="addSp modSp mod modClrScheme chgLayout">
        <pc:chgData name="Carey Garback" userId="dc25ffa4-de89-4779-8381-34524c87e417" providerId="ADAL" clId="{6E1D5EB8-13F6-40DF-B512-351F8F358EAF}" dt="2026-03-11T21:02:41.265" v="181" actId="20577"/>
        <pc:sldMkLst>
          <pc:docMk/>
          <pc:sldMk cId="0" sldId="284"/>
        </pc:sldMkLst>
        <pc:spChg chg="mod ord">
          <ac:chgData name="Carey Garback" userId="dc25ffa4-de89-4779-8381-34524c87e417" providerId="ADAL" clId="{6E1D5EB8-13F6-40DF-B512-351F8F358EAF}" dt="2026-03-11T21:00:46.152" v="149" actId="1076"/>
          <ac:spMkLst>
            <pc:docMk/>
            <pc:sldMk cId="0" sldId="284"/>
            <ac:spMk id="2" creationId="{00000000-0000-0000-0000-000000000000}"/>
          </ac:spMkLst>
        </pc:spChg>
        <pc:spChg chg="mod">
          <ac:chgData name="Carey Garback" userId="dc25ffa4-de89-4779-8381-34524c87e417" providerId="ADAL" clId="{6E1D5EB8-13F6-40DF-B512-351F8F358EAF}" dt="2026-03-11T21:00:42.106" v="148" actId="1036"/>
          <ac:spMkLst>
            <pc:docMk/>
            <pc:sldMk cId="0" sldId="284"/>
            <ac:spMk id="3" creationId="{00000000-0000-0000-0000-000000000000}"/>
          </ac:spMkLst>
        </pc:spChg>
        <pc:spChg chg="add mod">
          <ac:chgData name="Carey Garback" userId="dc25ffa4-de89-4779-8381-34524c87e417" providerId="ADAL" clId="{6E1D5EB8-13F6-40DF-B512-351F8F358EAF}" dt="2026-03-11T21:02:41.265" v="181" actId="20577"/>
          <ac:spMkLst>
            <pc:docMk/>
            <pc:sldMk cId="0" sldId="284"/>
            <ac:spMk id="5" creationId="{0A99B574-4EB3-874B-D372-0652085B8A06}"/>
          </ac:spMkLst>
        </pc:spChg>
      </pc:sldChg>
      <pc:sldChg chg="modSp mod modClrScheme chgLayout">
        <pc:chgData name="Carey Garback" userId="dc25ffa4-de89-4779-8381-34524c87e417" providerId="ADAL" clId="{6E1D5EB8-13F6-40DF-B512-351F8F358EAF}" dt="2026-03-11T20:57:21.127" v="111" actId="700"/>
        <pc:sldMkLst>
          <pc:docMk/>
          <pc:sldMk cId="0" sldId="285"/>
        </pc:sldMkLst>
        <pc:spChg chg="mod ord">
          <ac:chgData name="Carey Garback" userId="dc25ffa4-de89-4779-8381-34524c87e417" providerId="ADAL" clId="{6E1D5EB8-13F6-40DF-B512-351F8F358EAF}" dt="2026-03-11T20:57:21.127" v="111" actId="700"/>
          <ac:spMkLst>
            <pc:docMk/>
            <pc:sldMk cId="0" sldId="28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6"/>
        </pc:sldMkLst>
        <pc:spChg chg="mod ord">
          <ac:chgData name="Carey Garback" userId="dc25ffa4-de89-4779-8381-34524c87e417" providerId="ADAL" clId="{6E1D5EB8-13F6-40DF-B512-351F8F358EAF}" dt="2026-03-11T20:57:21.127" v="111" actId="700"/>
          <ac:spMkLst>
            <pc:docMk/>
            <pc:sldMk cId="0" sldId="28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7"/>
        </pc:sldMkLst>
        <pc:spChg chg="mod ord">
          <ac:chgData name="Carey Garback" userId="dc25ffa4-de89-4779-8381-34524c87e417" providerId="ADAL" clId="{6E1D5EB8-13F6-40DF-B512-351F8F358EAF}" dt="2026-03-11T20:57:21.127" v="111" actId="700"/>
          <ac:spMkLst>
            <pc:docMk/>
            <pc:sldMk cId="0" sldId="28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8"/>
        </pc:sldMkLst>
        <pc:spChg chg="mod ord">
          <ac:chgData name="Carey Garback" userId="dc25ffa4-de89-4779-8381-34524c87e417" providerId="ADAL" clId="{6E1D5EB8-13F6-40DF-B512-351F8F358EAF}" dt="2026-03-11T20:57:21.127" v="111" actId="700"/>
          <ac:spMkLst>
            <pc:docMk/>
            <pc:sldMk cId="0" sldId="28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9"/>
        </pc:sldMkLst>
        <pc:spChg chg="mod ord">
          <ac:chgData name="Carey Garback" userId="dc25ffa4-de89-4779-8381-34524c87e417" providerId="ADAL" clId="{6E1D5EB8-13F6-40DF-B512-351F8F358EAF}" dt="2026-03-11T20:57:21.127" v="111" actId="700"/>
          <ac:spMkLst>
            <pc:docMk/>
            <pc:sldMk cId="0" sldId="28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0"/>
        </pc:sldMkLst>
        <pc:spChg chg="mod ord">
          <ac:chgData name="Carey Garback" userId="dc25ffa4-de89-4779-8381-34524c87e417" providerId="ADAL" clId="{6E1D5EB8-13F6-40DF-B512-351F8F358EAF}" dt="2026-03-11T20:57:21.127" v="111" actId="700"/>
          <ac:spMkLst>
            <pc:docMk/>
            <pc:sldMk cId="0" sldId="290"/>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1"/>
        </pc:sldMkLst>
        <pc:spChg chg="mod ord">
          <ac:chgData name="Carey Garback" userId="dc25ffa4-de89-4779-8381-34524c87e417" providerId="ADAL" clId="{6E1D5EB8-13F6-40DF-B512-351F8F358EAF}" dt="2026-03-11T20:57:21.127" v="111" actId="700"/>
          <ac:spMkLst>
            <pc:docMk/>
            <pc:sldMk cId="0" sldId="29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2"/>
        </pc:sldMkLst>
        <pc:spChg chg="mod ord">
          <ac:chgData name="Carey Garback" userId="dc25ffa4-de89-4779-8381-34524c87e417" providerId="ADAL" clId="{6E1D5EB8-13F6-40DF-B512-351F8F358EAF}" dt="2026-03-11T20:57:21.127" v="111" actId="700"/>
          <ac:spMkLst>
            <pc:docMk/>
            <pc:sldMk cId="0" sldId="292"/>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3"/>
        </pc:sldMkLst>
        <pc:spChg chg="mod ord">
          <ac:chgData name="Carey Garback" userId="dc25ffa4-de89-4779-8381-34524c87e417" providerId="ADAL" clId="{6E1D5EB8-13F6-40DF-B512-351F8F358EAF}" dt="2026-03-11T20:57:21.127" v="111" actId="700"/>
          <ac:spMkLst>
            <pc:docMk/>
            <pc:sldMk cId="0" sldId="29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4"/>
        </pc:sldMkLst>
        <pc:spChg chg="mod ord">
          <ac:chgData name="Carey Garback" userId="dc25ffa4-de89-4779-8381-34524c87e417" providerId="ADAL" clId="{6E1D5EB8-13F6-40DF-B512-351F8F358EAF}" dt="2026-03-11T20:57:21.127" v="111" actId="700"/>
          <ac:spMkLst>
            <pc:docMk/>
            <pc:sldMk cId="0" sldId="29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5"/>
        </pc:sldMkLst>
        <pc:spChg chg="mod ord">
          <ac:chgData name="Carey Garback" userId="dc25ffa4-de89-4779-8381-34524c87e417" providerId="ADAL" clId="{6E1D5EB8-13F6-40DF-B512-351F8F358EAF}" dt="2026-03-11T20:57:21.127" v="111" actId="700"/>
          <ac:spMkLst>
            <pc:docMk/>
            <pc:sldMk cId="0" sldId="29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6"/>
        </pc:sldMkLst>
        <pc:spChg chg="mod ord">
          <ac:chgData name="Carey Garback" userId="dc25ffa4-de89-4779-8381-34524c87e417" providerId="ADAL" clId="{6E1D5EB8-13F6-40DF-B512-351F8F358EAF}" dt="2026-03-11T20:57:21.127" v="111" actId="700"/>
          <ac:spMkLst>
            <pc:docMk/>
            <pc:sldMk cId="0" sldId="29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7"/>
        </pc:sldMkLst>
        <pc:spChg chg="mod ord">
          <ac:chgData name="Carey Garback" userId="dc25ffa4-de89-4779-8381-34524c87e417" providerId="ADAL" clId="{6E1D5EB8-13F6-40DF-B512-351F8F358EAF}" dt="2026-03-11T20:57:21.127" v="111" actId="700"/>
          <ac:spMkLst>
            <pc:docMk/>
            <pc:sldMk cId="0" sldId="29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8"/>
        </pc:sldMkLst>
        <pc:spChg chg="mod ord">
          <ac:chgData name="Carey Garback" userId="dc25ffa4-de89-4779-8381-34524c87e417" providerId="ADAL" clId="{6E1D5EB8-13F6-40DF-B512-351F8F358EAF}" dt="2026-03-11T20:57:21.127" v="111" actId="700"/>
          <ac:spMkLst>
            <pc:docMk/>
            <pc:sldMk cId="0" sldId="29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9"/>
        </pc:sldMkLst>
        <pc:spChg chg="mod ord">
          <ac:chgData name="Carey Garback" userId="dc25ffa4-de89-4779-8381-34524c87e417" providerId="ADAL" clId="{6E1D5EB8-13F6-40DF-B512-351F8F358EAF}" dt="2026-03-11T20:57:21.127" v="111" actId="700"/>
          <ac:spMkLst>
            <pc:docMk/>
            <pc:sldMk cId="0" sldId="29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0"/>
        </pc:sldMkLst>
        <pc:spChg chg="mod ord">
          <ac:chgData name="Carey Garback" userId="dc25ffa4-de89-4779-8381-34524c87e417" providerId="ADAL" clId="{6E1D5EB8-13F6-40DF-B512-351F8F358EAF}" dt="2026-03-11T20:57:21.127" v="111" actId="700"/>
          <ac:spMkLst>
            <pc:docMk/>
            <pc:sldMk cId="0" sldId="300"/>
            <ac:spMk id="2" creationId="{00000000-0000-0000-0000-000000000000}"/>
          </ac:spMkLst>
        </pc:spChg>
      </pc:sldChg>
      <pc:sldChg chg="modSp mod modClrScheme chgLayout">
        <pc:chgData name="Carey Garback" userId="dc25ffa4-de89-4779-8381-34524c87e417" providerId="ADAL" clId="{6E1D5EB8-13F6-40DF-B512-351F8F358EAF}" dt="2026-03-11T21:05:34.897" v="212" actId="14100"/>
        <pc:sldMkLst>
          <pc:docMk/>
          <pc:sldMk cId="0" sldId="301"/>
        </pc:sldMkLst>
        <pc:spChg chg="mod ord">
          <ac:chgData name="Carey Garback" userId="dc25ffa4-de89-4779-8381-34524c87e417" providerId="ADAL" clId="{6E1D5EB8-13F6-40DF-B512-351F8F358EAF}" dt="2026-03-11T21:05:29.945" v="211" actId="1038"/>
          <ac:spMkLst>
            <pc:docMk/>
            <pc:sldMk cId="0" sldId="301"/>
            <ac:spMk id="302" creationId="{00000000-0000-0000-0000-000000000000}"/>
          </ac:spMkLst>
        </pc:spChg>
        <pc:spChg chg="mod ord">
          <ac:chgData name="Carey Garback" userId="dc25ffa4-de89-4779-8381-34524c87e417" providerId="ADAL" clId="{6E1D5EB8-13F6-40DF-B512-351F8F358EAF}" dt="2026-03-11T21:05:34.897" v="212" actId="14100"/>
          <ac:spMkLst>
            <pc:docMk/>
            <pc:sldMk cId="0" sldId="301"/>
            <ac:spMk id="303" creationId="{00000000-0000-0000-0000-000000000000}"/>
          </ac:spMkLst>
        </pc:spChg>
      </pc:sldChg>
      <pc:sldChg chg="modSp mod modClrScheme chgLayout">
        <pc:chgData name="Carey Garback" userId="dc25ffa4-de89-4779-8381-34524c87e417" providerId="ADAL" clId="{6E1D5EB8-13F6-40DF-B512-351F8F358EAF}" dt="2026-03-11T20:59:36.646" v="112" actId="1076"/>
        <pc:sldMkLst>
          <pc:docMk/>
          <pc:sldMk cId="0" sldId="302"/>
        </pc:sldMkLst>
        <pc:spChg chg="mod ord">
          <ac:chgData name="Carey Garback" userId="dc25ffa4-de89-4779-8381-34524c87e417" providerId="ADAL" clId="{6E1D5EB8-13F6-40DF-B512-351F8F358EAF}" dt="2026-03-11T20:59:36.646" v="112" actId="1076"/>
          <ac:spMkLst>
            <pc:docMk/>
            <pc:sldMk cId="0" sldId="302"/>
            <ac:spMk id="308" creationId="{00000000-0000-0000-0000-000000000000}"/>
          </ac:spMkLst>
        </pc:spChg>
        <pc:spChg chg="mod ord">
          <ac:chgData name="Carey Garback" userId="dc25ffa4-de89-4779-8381-34524c87e417" providerId="ADAL" clId="{6E1D5EB8-13F6-40DF-B512-351F8F358EAF}" dt="2026-03-11T20:57:21.127" v="111" actId="700"/>
          <ac:spMkLst>
            <pc:docMk/>
            <pc:sldMk cId="0" sldId="302"/>
            <ac:spMk id="3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3"/>
        </pc:sldMkLst>
        <pc:spChg chg="mod ord">
          <ac:chgData name="Carey Garback" userId="dc25ffa4-de89-4779-8381-34524c87e417" providerId="ADAL" clId="{6E1D5EB8-13F6-40DF-B512-351F8F358EAF}" dt="2026-03-11T20:57:21.127" v="111" actId="700"/>
          <ac:spMkLst>
            <pc:docMk/>
            <pc:sldMk cId="0" sldId="303"/>
            <ac:spMk id="6" creationId="{00000000-0000-0000-0000-000000000000}"/>
          </ac:spMkLst>
        </pc:spChg>
      </pc:sldChg>
      <pc:sldChg chg="modSp mod modClrScheme chgLayout">
        <pc:chgData name="Carey Garback" userId="dc25ffa4-de89-4779-8381-34524c87e417" providerId="ADAL" clId="{6E1D5EB8-13F6-40DF-B512-351F8F358EAF}" dt="2026-03-11T21:11:13.525" v="323" actId="1076"/>
        <pc:sldMkLst>
          <pc:docMk/>
          <pc:sldMk cId="0" sldId="304"/>
        </pc:sldMkLst>
        <pc:spChg chg="mod ord">
          <ac:chgData name="Carey Garback" userId="dc25ffa4-de89-4779-8381-34524c87e417" providerId="ADAL" clId="{6E1D5EB8-13F6-40DF-B512-351F8F358EAF}" dt="2026-03-11T21:11:13.525" v="323" actId="1076"/>
          <ac:spMkLst>
            <pc:docMk/>
            <pc:sldMk cId="0" sldId="30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4"/>
            <ac:spMk id="10" creationId="{00000000-0000-0000-0000-000000000000}"/>
          </ac:spMkLst>
        </pc:spChg>
      </pc:sldChg>
      <pc:sldChg chg="modSp mod modClrScheme chgLayout">
        <pc:chgData name="Carey Garback" userId="dc25ffa4-de89-4779-8381-34524c87e417" providerId="ADAL" clId="{6E1D5EB8-13F6-40DF-B512-351F8F358EAF}" dt="2026-03-11T21:11:21.393" v="325" actId="1076"/>
        <pc:sldMkLst>
          <pc:docMk/>
          <pc:sldMk cId="0" sldId="305"/>
        </pc:sldMkLst>
        <pc:spChg chg="mod ord">
          <ac:chgData name="Carey Garback" userId="dc25ffa4-de89-4779-8381-34524c87e417" providerId="ADAL" clId="{6E1D5EB8-13F6-40DF-B512-351F8F358EAF}" dt="2026-03-11T21:11:21.393" v="325" actId="1076"/>
          <ac:spMkLst>
            <pc:docMk/>
            <pc:sldMk cId="0" sldId="305"/>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5"/>
            <ac:spMk id="10" creationId="{00000000-0000-0000-0000-000000000000}"/>
          </ac:spMkLst>
        </pc:spChg>
      </pc:sldChg>
      <pc:sldChg chg="modSp mod modClrScheme chgLayout">
        <pc:chgData name="Carey Garback" userId="dc25ffa4-de89-4779-8381-34524c87e417" providerId="ADAL" clId="{6E1D5EB8-13F6-40DF-B512-351F8F358EAF}" dt="2026-03-11T21:11:29.020" v="327" actId="1076"/>
        <pc:sldMkLst>
          <pc:docMk/>
          <pc:sldMk cId="0" sldId="306"/>
        </pc:sldMkLst>
        <pc:spChg chg="mod ord">
          <ac:chgData name="Carey Garback" userId="dc25ffa4-de89-4779-8381-34524c87e417" providerId="ADAL" clId="{6E1D5EB8-13F6-40DF-B512-351F8F358EAF}" dt="2026-03-11T21:11:29.020" v="327" actId="1076"/>
          <ac:spMkLst>
            <pc:docMk/>
            <pc:sldMk cId="0" sldId="306"/>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6"/>
            <ac:spMk id="10" creationId="{00000000-0000-0000-0000-000000000000}"/>
          </ac:spMkLst>
        </pc:spChg>
      </pc:sldChg>
      <pc:sldChg chg="delSp modSp mod modClrScheme chgLayout">
        <pc:chgData name="Carey Garback" userId="dc25ffa4-de89-4779-8381-34524c87e417" providerId="ADAL" clId="{6E1D5EB8-13F6-40DF-B512-351F8F358EAF}" dt="2026-03-11T20:59:43.671" v="113" actId="1076"/>
        <pc:sldMkLst>
          <pc:docMk/>
          <pc:sldMk cId="0" sldId="307"/>
        </pc:sldMkLst>
        <pc:spChg chg="mod ord">
          <ac:chgData name="Carey Garback" userId="dc25ffa4-de89-4779-8381-34524c87e417" providerId="ADAL" clId="{6E1D5EB8-13F6-40DF-B512-351F8F358EAF}" dt="2026-03-11T20:59:43.671" v="113" actId="1076"/>
          <ac:spMkLst>
            <pc:docMk/>
            <pc:sldMk cId="0" sldId="307"/>
            <ac:spMk id="479" creationId="{00000000-0000-0000-0000-000000000000}"/>
          </ac:spMkLst>
        </pc:spChg>
        <pc:spChg chg="mod ord">
          <ac:chgData name="Carey Garback" userId="dc25ffa4-de89-4779-8381-34524c87e417" providerId="ADAL" clId="{6E1D5EB8-13F6-40DF-B512-351F8F358EAF}" dt="2026-03-11T20:57:21.127" v="111" actId="700"/>
          <ac:spMkLst>
            <pc:docMk/>
            <pc:sldMk cId="0" sldId="307"/>
            <ac:spMk id="480" creationId="{00000000-0000-0000-0000-000000000000}"/>
          </ac:spMkLst>
        </pc:spChg>
        <pc:spChg chg="del">
          <ac:chgData name="Carey Garback" userId="dc25ffa4-de89-4779-8381-34524c87e417" providerId="ADAL" clId="{6E1D5EB8-13F6-40DF-B512-351F8F358EAF}" dt="2026-03-11T20:51:00.979" v="52" actId="478"/>
          <ac:spMkLst>
            <pc:docMk/>
            <pc:sldMk cId="0" sldId="307"/>
            <ac:spMk id="48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8"/>
        </pc:sldMkLst>
        <pc:spChg chg="mod ord">
          <ac:chgData name="Carey Garback" userId="dc25ffa4-de89-4779-8381-34524c87e417" providerId="ADAL" clId="{6E1D5EB8-13F6-40DF-B512-351F8F358EAF}" dt="2026-03-11T20:57:21.127" v="111" actId="700"/>
          <ac:spMkLst>
            <pc:docMk/>
            <pc:sldMk cId="0" sldId="308"/>
            <ac:spMk id="487" creationId="{00000000-0000-0000-0000-000000000000}"/>
          </ac:spMkLst>
        </pc:spChg>
        <pc:spChg chg="mod ord">
          <ac:chgData name="Carey Garback" userId="dc25ffa4-de89-4779-8381-34524c87e417" providerId="ADAL" clId="{6E1D5EB8-13F6-40DF-B512-351F8F358EAF}" dt="2026-03-11T20:57:21.127" v="111" actId="700"/>
          <ac:spMkLst>
            <pc:docMk/>
            <pc:sldMk cId="0" sldId="308"/>
            <ac:spMk id="488" creationId="{00000000-0000-0000-0000-000000000000}"/>
          </ac:spMkLst>
        </pc:spChg>
      </pc:sldChg>
      <pc:sldChg chg="delSp mod modClrScheme chgLayout">
        <pc:chgData name="Carey Garback" userId="dc25ffa4-de89-4779-8381-34524c87e417" providerId="ADAL" clId="{6E1D5EB8-13F6-40DF-B512-351F8F358EAF}" dt="2026-03-11T20:57:21.127" v="111" actId="700"/>
        <pc:sldMkLst>
          <pc:docMk/>
          <pc:sldMk cId="0" sldId="309"/>
        </pc:sldMkLst>
        <pc:spChg chg="del">
          <ac:chgData name="Carey Garback" userId="dc25ffa4-de89-4779-8381-34524c87e417" providerId="ADAL" clId="{6E1D5EB8-13F6-40DF-B512-351F8F358EAF}" dt="2026-03-11T20:49:21.684" v="28" actId="700"/>
          <ac:spMkLst>
            <pc:docMk/>
            <pc:sldMk cId="0" sldId="309"/>
            <ac:spMk id="495" creationId="{00000000-0000-0000-0000-000000000000}"/>
          </ac:spMkLst>
        </pc:spChg>
        <pc:spChg chg="del">
          <ac:chgData name="Carey Garback" userId="dc25ffa4-de89-4779-8381-34524c87e417" providerId="ADAL" clId="{6E1D5EB8-13F6-40DF-B512-351F8F358EAF}" dt="2026-03-11T20:49:21.684" v="28" actId="700"/>
          <ac:spMkLst>
            <pc:docMk/>
            <pc:sldMk cId="0" sldId="309"/>
            <ac:spMk id="496" creationId="{00000000-0000-0000-0000-000000000000}"/>
          </ac:spMkLst>
        </pc:spChg>
      </pc:sldChg>
      <pc:sldChg chg="modSp mod modClrScheme chgLayout">
        <pc:chgData name="Carey Garback" userId="dc25ffa4-de89-4779-8381-34524c87e417" providerId="ADAL" clId="{6E1D5EB8-13F6-40DF-B512-351F8F358EAF}" dt="2026-03-11T21:06:03.065" v="216" actId="14100"/>
        <pc:sldMkLst>
          <pc:docMk/>
          <pc:sldMk cId="0" sldId="310"/>
        </pc:sldMkLst>
        <pc:spChg chg="mod ord">
          <ac:chgData name="Carey Garback" userId="dc25ffa4-de89-4779-8381-34524c87e417" providerId="ADAL" clId="{6E1D5EB8-13F6-40DF-B512-351F8F358EAF}" dt="2026-03-11T21:06:03.065" v="216" actId="14100"/>
          <ac:spMkLst>
            <pc:docMk/>
            <pc:sldMk cId="0" sldId="31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10"/>
            <ac:spMk id="7" creationId="{00000000-0000-0000-0000-000000000000}"/>
          </ac:spMkLst>
        </pc:spChg>
      </pc:sldChg>
      <pc:sldChg chg="modSp mod modClrScheme chgLayout">
        <pc:chgData name="Carey Garback" userId="dc25ffa4-de89-4779-8381-34524c87e417" providerId="ADAL" clId="{6E1D5EB8-13F6-40DF-B512-351F8F358EAF}" dt="2026-03-11T21:05:54.010" v="215" actId="1076"/>
        <pc:sldMkLst>
          <pc:docMk/>
          <pc:sldMk cId="0" sldId="311"/>
        </pc:sldMkLst>
        <pc:spChg chg="mod ord">
          <ac:chgData name="Carey Garback" userId="dc25ffa4-de89-4779-8381-34524c87e417" providerId="ADAL" clId="{6E1D5EB8-13F6-40DF-B512-351F8F358EAF}" dt="2026-03-11T21:05:54.010" v="215" actId="1076"/>
          <ac:spMkLst>
            <pc:docMk/>
            <pc:sldMk cId="0" sldId="31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2"/>
        </pc:sldMkLst>
        <pc:spChg chg="mod ord">
          <ac:chgData name="Carey Garback" userId="dc25ffa4-de89-4779-8381-34524c87e417" providerId="ADAL" clId="{6E1D5EB8-13F6-40DF-B512-351F8F358EAF}" dt="2026-03-11T20:57:21.127" v="111" actId="700"/>
          <ac:spMkLst>
            <pc:docMk/>
            <pc:sldMk cId="0" sldId="312"/>
            <ac:spMk id="13" creationId="{00000000-0000-0000-0000-000000000000}"/>
          </ac:spMkLst>
        </pc:spChg>
      </pc:sldChg>
      <pc:sldChg chg="modSp mod modClrScheme chgLayout">
        <pc:chgData name="Carey Garback" userId="dc25ffa4-de89-4779-8381-34524c87e417" providerId="ADAL" clId="{6E1D5EB8-13F6-40DF-B512-351F8F358EAF}" dt="2026-03-11T21:12:26.356" v="366" actId="1076"/>
        <pc:sldMkLst>
          <pc:docMk/>
          <pc:sldMk cId="0" sldId="313"/>
        </pc:sldMkLst>
        <pc:spChg chg="mod ord">
          <ac:chgData name="Carey Garback" userId="dc25ffa4-de89-4779-8381-34524c87e417" providerId="ADAL" clId="{6E1D5EB8-13F6-40DF-B512-351F8F358EAF}" dt="2026-03-11T21:12:26.356" v="366" actId="1076"/>
          <ac:spMkLst>
            <pc:docMk/>
            <pc:sldMk cId="0" sldId="31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3"/>
            <ac:spMk id="18" creationId="{00000000-0000-0000-0000-000000000000}"/>
          </ac:spMkLst>
        </pc:spChg>
      </pc:sldChg>
      <pc:sldChg chg="delSp modSp mod modClrScheme chgLayout">
        <pc:chgData name="Carey Garback" userId="dc25ffa4-de89-4779-8381-34524c87e417" providerId="ADAL" clId="{6E1D5EB8-13F6-40DF-B512-351F8F358EAF}" dt="2026-03-11T21:12:37.002" v="369" actId="1076"/>
        <pc:sldMkLst>
          <pc:docMk/>
          <pc:sldMk cId="0" sldId="314"/>
        </pc:sldMkLst>
        <pc:spChg chg="del">
          <ac:chgData name="Carey Garback" userId="dc25ffa4-de89-4779-8381-34524c87e417" providerId="ADAL" clId="{6E1D5EB8-13F6-40DF-B512-351F8F358EAF}" dt="2026-03-11T21:12:30.155" v="367" actId="478"/>
          <ac:spMkLst>
            <pc:docMk/>
            <pc:sldMk cId="0" sldId="314"/>
            <ac:spMk id="2"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4"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5"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6"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7" creationId="{00000000-0000-0000-0000-000000000000}"/>
          </ac:spMkLst>
        </pc:spChg>
        <pc:spChg chg="mod ord">
          <ac:chgData name="Carey Garback" userId="dc25ffa4-de89-4779-8381-34524c87e417" providerId="ADAL" clId="{6E1D5EB8-13F6-40DF-B512-351F8F358EAF}" dt="2026-03-11T21:12:37.002" v="369" actId="1076"/>
          <ac:spMkLst>
            <pc:docMk/>
            <pc:sldMk cId="0" sldId="314"/>
            <ac:spMk id="8"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9" creationId="{00000000-0000-0000-0000-000000000000}"/>
          </ac:spMkLst>
        </pc:spChg>
        <pc:spChg chg="mod ord">
          <ac:chgData name="Carey Garback" userId="dc25ffa4-de89-4779-8381-34524c87e417" providerId="ADAL" clId="{6E1D5EB8-13F6-40DF-B512-351F8F358EAF}" dt="2026-03-11T21:12:33.351" v="368" actId="207"/>
          <ac:spMkLst>
            <pc:docMk/>
            <pc:sldMk cId="0" sldId="314"/>
            <ac:spMk id="10"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5"/>
        </pc:sldMkLst>
        <pc:spChg chg="mod ord">
          <ac:chgData name="Carey Garback" userId="dc25ffa4-de89-4779-8381-34524c87e417" providerId="ADAL" clId="{6E1D5EB8-13F6-40DF-B512-351F8F358EAF}" dt="2026-03-11T20:57:21.127" v="111" actId="700"/>
          <ac:spMkLst>
            <pc:docMk/>
            <pc:sldMk cId="0" sldId="31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5"/>
            <ac:spMk id="13" creationId="{00000000-0000-0000-0000-000000000000}"/>
          </ac:spMkLst>
        </pc:spChg>
      </pc:sldChg>
      <pc:sldChg chg="modSp mod modClrScheme chgLayout">
        <pc:chgData name="Carey Garback" userId="dc25ffa4-de89-4779-8381-34524c87e417" providerId="ADAL" clId="{6E1D5EB8-13F6-40DF-B512-351F8F358EAF}" dt="2026-03-11T21:12:46.091" v="371" actId="1076"/>
        <pc:sldMkLst>
          <pc:docMk/>
          <pc:sldMk cId="0" sldId="316"/>
        </pc:sldMkLst>
        <pc:spChg chg="mod ord">
          <ac:chgData name="Carey Garback" userId="dc25ffa4-de89-4779-8381-34524c87e417" providerId="ADAL" clId="{6E1D5EB8-13F6-40DF-B512-351F8F358EAF}" dt="2026-03-11T21:12:46.091" v="371" actId="1076"/>
          <ac:spMkLst>
            <pc:docMk/>
            <pc:sldMk cId="0" sldId="31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6"/>
            <ac:spMk id="10" creationId="{00000000-0000-0000-0000-000000000000}"/>
          </ac:spMkLst>
        </pc:spChg>
      </pc:sldChg>
      <pc:sldChg chg="modSp mod modClrScheme chgLayout">
        <pc:chgData name="Carey Garback" userId="dc25ffa4-de89-4779-8381-34524c87e417" providerId="ADAL" clId="{6E1D5EB8-13F6-40DF-B512-351F8F358EAF}" dt="2026-03-11T21:12:55.325" v="373" actId="1076"/>
        <pc:sldMkLst>
          <pc:docMk/>
          <pc:sldMk cId="0" sldId="317"/>
        </pc:sldMkLst>
        <pc:spChg chg="mod ord">
          <ac:chgData name="Carey Garback" userId="dc25ffa4-de89-4779-8381-34524c87e417" providerId="ADAL" clId="{6E1D5EB8-13F6-40DF-B512-351F8F358EAF}" dt="2026-03-11T21:12:55.325" v="373" actId="1076"/>
          <ac:spMkLst>
            <pc:docMk/>
            <pc:sldMk cId="0" sldId="317"/>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17"/>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8"/>
        </pc:sldMkLst>
        <pc:spChg chg="mod ord">
          <ac:chgData name="Carey Garback" userId="dc25ffa4-de89-4779-8381-34524c87e417" providerId="ADAL" clId="{6E1D5EB8-13F6-40DF-B512-351F8F358EAF}" dt="2026-03-11T20:57:21.127" v="111" actId="700"/>
          <ac:spMkLst>
            <pc:docMk/>
            <pc:sldMk cId="0" sldId="31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8"/>
            <ac:spMk id="11" creationId="{00000000-0000-0000-0000-000000000000}"/>
          </ac:spMkLst>
        </pc:spChg>
      </pc:sldChg>
      <pc:sldChg chg="modSp mod modClrScheme chgLayout">
        <pc:chgData name="Carey Garback" userId="dc25ffa4-de89-4779-8381-34524c87e417" providerId="ADAL" clId="{6E1D5EB8-13F6-40DF-B512-351F8F358EAF}" dt="2026-03-11T21:13:06.442" v="375" actId="1076"/>
        <pc:sldMkLst>
          <pc:docMk/>
          <pc:sldMk cId="0" sldId="319"/>
        </pc:sldMkLst>
        <pc:spChg chg="mod ord">
          <ac:chgData name="Carey Garback" userId="dc25ffa4-de89-4779-8381-34524c87e417" providerId="ADAL" clId="{6E1D5EB8-13F6-40DF-B512-351F8F358EAF}" dt="2026-03-11T21:13:06.442" v="375" actId="1076"/>
          <ac:spMkLst>
            <pc:docMk/>
            <pc:sldMk cId="0" sldId="319"/>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9"/>
            <ac:spMk id="10" creationId="{00000000-0000-0000-0000-000000000000}"/>
          </ac:spMkLst>
        </pc:spChg>
      </pc:sldChg>
      <pc:sldChg chg="delSp modSp mod modClrScheme chgLayout">
        <pc:chgData name="Carey Garback" userId="dc25ffa4-de89-4779-8381-34524c87e417" providerId="ADAL" clId="{6E1D5EB8-13F6-40DF-B512-351F8F358EAF}" dt="2026-03-11T21:06:21.197" v="243" actId="1035"/>
        <pc:sldMkLst>
          <pc:docMk/>
          <pc:sldMk cId="0" sldId="320"/>
        </pc:sldMkLst>
        <pc:spChg chg="del">
          <ac:chgData name="Carey Garback" userId="dc25ffa4-de89-4779-8381-34524c87e417" providerId="ADAL" clId="{6E1D5EB8-13F6-40DF-B512-351F8F358EAF}" dt="2026-03-11T20:51:58.859" v="59" actId="478"/>
          <ac:spMkLst>
            <pc:docMk/>
            <pc:sldMk cId="0" sldId="320"/>
            <ac:spMk id="2" creationId="{00000000-0000-0000-0000-000000000000}"/>
          </ac:spMkLst>
        </pc:spChg>
        <pc:spChg chg="mod">
          <ac:chgData name="Carey Garback" userId="dc25ffa4-de89-4779-8381-34524c87e417" providerId="ADAL" clId="{6E1D5EB8-13F6-40DF-B512-351F8F358EAF}" dt="2026-03-11T20:52:07.165" v="60" actId="207"/>
          <ac:spMkLst>
            <pc:docMk/>
            <pc:sldMk cId="0" sldId="320"/>
            <ac:spMk id="4" creationId="{00000000-0000-0000-0000-000000000000}"/>
          </ac:spMkLst>
        </pc:spChg>
        <pc:spChg chg="mod">
          <ac:chgData name="Carey Garback" userId="dc25ffa4-de89-4779-8381-34524c87e417" providerId="ADAL" clId="{6E1D5EB8-13F6-40DF-B512-351F8F358EAF}" dt="2026-03-11T20:52:07.165" v="60" actId="207"/>
          <ac:spMkLst>
            <pc:docMk/>
            <pc:sldMk cId="0" sldId="320"/>
            <ac:spMk id="5" creationId="{00000000-0000-0000-0000-000000000000}"/>
          </ac:spMkLst>
        </pc:spChg>
        <pc:spChg chg="mod">
          <ac:chgData name="Carey Garback" userId="dc25ffa4-de89-4779-8381-34524c87e417" providerId="ADAL" clId="{6E1D5EB8-13F6-40DF-B512-351F8F358EAF}" dt="2026-03-11T20:52:07.165" v="60" actId="207"/>
          <ac:spMkLst>
            <pc:docMk/>
            <pc:sldMk cId="0" sldId="320"/>
            <ac:spMk id="6" creationId="{00000000-0000-0000-0000-000000000000}"/>
          </ac:spMkLst>
        </pc:spChg>
        <pc:spChg chg="mod">
          <ac:chgData name="Carey Garback" userId="dc25ffa4-de89-4779-8381-34524c87e417" providerId="ADAL" clId="{6E1D5EB8-13F6-40DF-B512-351F8F358EAF}" dt="2026-03-11T20:52:07.165" v="60" actId="207"/>
          <ac:spMkLst>
            <pc:docMk/>
            <pc:sldMk cId="0" sldId="320"/>
            <ac:spMk id="7" creationId="{00000000-0000-0000-0000-000000000000}"/>
          </ac:spMkLst>
        </pc:spChg>
        <pc:spChg chg="mod">
          <ac:chgData name="Carey Garback" userId="dc25ffa4-de89-4779-8381-34524c87e417" providerId="ADAL" clId="{6E1D5EB8-13F6-40DF-B512-351F8F358EAF}" dt="2026-03-11T21:06:21.197" v="243" actId="1035"/>
          <ac:spMkLst>
            <pc:docMk/>
            <pc:sldMk cId="0" sldId="320"/>
            <ac:spMk id="9" creationId="{00000000-0000-0000-0000-000000000000}"/>
          </ac:spMkLst>
        </pc:spChg>
        <pc:spChg chg="mod ord">
          <ac:chgData name="Carey Garback" userId="dc25ffa4-de89-4779-8381-34524c87e417" providerId="ADAL" clId="{6E1D5EB8-13F6-40DF-B512-351F8F358EAF}" dt="2026-03-11T21:06:21.197" v="243" actId="1035"/>
          <ac:spMkLst>
            <pc:docMk/>
            <pc:sldMk cId="0" sldId="320"/>
            <ac:spMk id="10" creationId="{00000000-0000-0000-0000-000000000000}"/>
          </ac:spMkLst>
        </pc:spChg>
        <pc:spChg chg="del mod ord">
          <ac:chgData name="Carey Garback" userId="dc25ffa4-de89-4779-8381-34524c87e417" providerId="ADAL" clId="{6E1D5EB8-13F6-40DF-B512-351F8F358EAF}" dt="2026-03-11T20:52:16.188" v="62" actId="478"/>
          <ac:spMkLst>
            <pc:docMk/>
            <pc:sldMk cId="0" sldId="320"/>
            <ac:spMk id="11" creationId="{00000000-0000-0000-0000-000000000000}"/>
          </ac:spMkLst>
        </pc:spChg>
        <pc:spChg chg="del mod">
          <ac:chgData name="Carey Garback" userId="dc25ffa4-de89-4779-8381-34524c87e417" providerId="ADAL" clId="{6E1D5EB8-13F6-40DF-B512-351F8F358EAF}" dt="2026-03-11T20:52:14.243" v="61" actId="478"/>
          <ac:spMkLst>
            <pc:docMk/>
            <pc:sldMk cId="0" sldId="320"/>
            <ac:spMk id="12" creationId="{00000000-0000-0000-0000-000000000000}"/>
          </ac:spMkLst>
        </pc:spChg>
        <pc:grpChg chg="del">
          <ac:chgData name="Carey Garback" userId="dc25ffa4-de89-4779-8381-34524c87e417" providerId="ADAL" clId="{6E1D5EB8-13F6-40DF-B512-351F8F358EAF}" dt="2026-03-11T20:52:19.283" v="63" actId="478"/>
          <ac:grpSpMkLst>
            <pc:docMk/>
            <pc:sldMk cId="0" sldId="320"/>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1"/>
        </pc:sldMkLst>
        <pc:spChg chg="del">
          <ac:chgData name="Carey Garback" userId="dc25ffa4-de89-4779-8381-34524c87e417" providerId="ADAL" clId="{6E1D5EB8-13F6-40DF-B512-351F8F358EAF}" dt="2026-03-11T20:52:36.269" v="65" actId="478"/>
          <ac:spMkLst>
            <pc:docMk/>
            <pc:sldMk cId="0" sldId="321"/>
            <ac:spMk id="2" creationId="{00000000-0000-0000-0000-000000000000}"/>
          </ac:spMkLst>
        </pc:spChg>
        <pc:spChg chg="del">
          <ac:chgData name="Carey Garback" userId="dc25ffa4-de89-4779-8381-34524c87e417" providerId="ADAL" clId="{6E1D5EB8-13F6-40DF-B512-351F8F358EAF}" dt="2026-03-11T20:52:53.179" v="68" actId="478"/>
          <ac:spMkLst>
            <pc:docMk/>
            <pc:sldMk cId="0" sldId="321"/>
            <ac:spMk id="4" creationId="{00000000-0000-0000-0000-000000000000}"/>
          </ac:spMkLst>
        </pc:spChg>
        <pc:spChg chg="del">
          <ac:chgData name="Carey Garback" userId="dc25ffa4-de89-4779-8381-34524c87e417" providerId="ADAL" clId="{6E1D5EB8-13F6-40DF-B512-351F8F358EAF}" dt="2026-03-11T20:54:01.539" v="83" actId="478"/>
          <ac:spMkLst>
            <pc:docMk/>
            <pc:sldMk cId="0" sldId="321"/>
            <ac:spMk id="5" creationId="{00000000-0000-0000-0000-000000000000}"/>
          </ac:spMkLst>
        </pc:spChg>
        <pc:spChg chg="del">
          <ac:chgData name="Carey Garback" userId="dc25ffa4-de89-4779-8381-34524c87e417" providerId="ADAL" clId="{6E1D5EB8-13F6-40DF-B512-351F8F358EAF}" dt="2026-03-11T20:53:05.284" v="69" actId="478"/>
          <ac:spMkLst>
            <pc:docMk/>
            <pc:sldMk cId="0" sldId="32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1"/>
            <ac:spMk id="9" creationId="{00000000-0000-0000-0000-000000000000}"/>
          </ac:spMkLst>
        </pc:spChg>
        <pc:spChg chg="del">
          <ac:chgData name="Carey Garback" userId="dc25ffa4-de89-4779-8381-34524c87e417" providerId="ADAL" clId="{6E1D5EB8-13F6-40DF-B512-351F8F358EAF}" dt="2026-03-11T20:52:39.323" v="66" actId="478"/>
          <ac:spMkLst>
            <pc:docMk/>
            <pc:sldMk cId="0" sldId="321"/>
            <ac:spMk id="11" creationId="{00000000-0000-0000-0000-000000000000}"/>
          </ac:spMkLst>
        </pc:spChg>
        <pc:spChg chg="del mod">
          <ac:chgData name="Carey Garback" userId="dc25ffa4-de89-4779-8381-34524c87e417" providerId="ADAL" clId="{6E1D5EB8-13F6-40DF-B512-351F8F358EAF}" dt="2026-03-11T20:53:58.875" v="82" actId="478"/>
          <ac:spMkLst>
            <pc:docMk/>
            <pc:sldMk cId="0" sldId="321"/>
            <ac:spMk id="12" creationId="{00000000-0000-0000-0000-000000000000}"/>
          </ac:spMkLst>
        </pc:spChg>
        <pc:grpChg chg="mod">
          <ac:chgData name="Carey Garback" userId="dc25ffa4-de89-4779-8381-34524c87e417" providerId="ADAL" clId="{6E1D5EB8-13F6-40DF-B512-351F8F358EAF}" dt="2026-03-11T20:52:48.410" v="67" actId="1076"/>
          <ac:grpSpMkLst>
            <pc:docMk/>
            <pc:sldMk cId="0" sldId="321"/>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2"/>
        </pc:sldMkLst>
        <pc:spChg chg="del">
          <ac:chgData name="Carey Garback" userId="dc25ffa4-de89-4779-8381-34524c87e417" providerId="ADAL" clId="{6E1D5EB8-13F6-40DF-B512-351F8F358EAF}" dt="2026-03-11T20:53:21.947" v="71" actId="478"/>
          <ac:spMkLst>
            <pc:docMk/>
            <pc:sldMk cId="0" sldId="3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8" creationId="{00000000-0000-0000-0000-000000000000}"/>
          </ac:spMkLst>
        </pc:spChg>
        <pc:spChg chg="del">
          <ac:chgData name="Carey Garback" userId="dc25ffa4-de89-4779-8381-34524c87e417" providerId="ADAL" clId="{6E1D5EB8-13F6-40DF-B512-351F8F358EAF}" dt="2026-03-11T20:53:25.307" v="72" actId="478"/>
          <ac:spMkLst>
            <pc:docMk/>
            <pc:sldMk cId="0" sldId="322"/>
            <ac:spMk id="19" creationId="{00000000-0000-0000-0000-000000000000}"/>
          </ac:spMkLst>
        </pc:spChg>
        <pc:grpChg chg="del">
          <ac:chgData name="Carey Garback" userId="dc25ffa4-de89-4779-8381-34524c87e417" providerId="ADAL" clId="{6E1D5EB8-13F6-40DF-B512-351F8F358EAF}" dt="2026-03-11T20:53:18.674" v="70" actId="478"/>
          <ac:grpSpMkLst>
            <pc:docMk/>
            <pc:sldMk cId="0" sldId="322"/>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3"/>
        </pc:sldMkLst>
        <pc:spChg chg="del">
          <ac:chgData name="Carey Garback" userId="dc25ffa4-de89-4779-8381-34524c87e417" providerId="ADAL" clId="{6E1D5EB8-13F6-40DF-B512-351F8F358EAF}" dt="2026-03-11T20:54:30.936" v="89" actId="478"/>
          <ac:spMkLst>
            <pc:docMk/>
            <pc:sldMk cId="0" sldId="323"/>
            <ac:spMk id="2" creationId="{00000000-0000-0000-0000-000000000000}"/>
          </ac:spMkLst>
        </pc:spChg>
        <pc:spChg chg="del">
          <ac:chgData name="Carey Garback" userId="dc25ffa4-de89-4779-8381-34524c87e417" providerId="ADAL" clId="{6E1D5EB8-13F6-40DF-B512-351F8F358EAF}" dt="2026-03-11T20:54:25.451" v="88" actId="478"/>
          <ac:spMkLst>
            <pc:docMk/>
            <pc:sldMk cId="0" sldId="323"/>
            <ac:spMk id="4" creationId="{00000000-0000-0000-0000-000000000000}"/>
          </ac:spMkLst>
        </pc:spChg>
        <pc:spChg chg="del">
          <ac:chgData name="Carey Garback" userId="dc25ffa4-de89-4779-8381-34524c87e417" providerId="ADAL" clId="{6E1D5EB8-13F6-40DF-B512-351F8F358EAF}" dt="2026-03-11T20:54:47.401" v="92" actId="478"/>
          <ac:spMkLst>
            <pc:docMk/>
            <pc:sldMk cId="0" sldId="323"/>
            <ac:spMk id="5" creationId="{00000000-0000-0000-0000-000000000000}"/>
          </ac:spMkLst>
        </pc:spChg>
        <pc:spChg chg="del">
          <ac:chgData name="Carey Garback" userId="dc25ffa4-de89-4779-8381-34524c87e417" providerId="ADAL" clId="{6E1D5EB8-13F6-40DF-B512-351F8F358EAF}" dt="2026-03-11T20:54:53.236" v="94" actId="478"/>
          <ac:spMkLst>
            <pc:docMk/>
            <pc:sldMk cId="0" sldId="32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3"/>
            <ac:spMk id="9" creationId="{00000000-0000-0000-0000-000000000000}"/>
          </ac:spMkLst>
        </pc:spChg>
        <pc:spChg chg="add del">
          <ac:chgData name="Carey Garback" userId="dc25ffa4-de89-4779-8381-34524c87e417" providerId="ADAL" clId="{6E1D5EB8-13F6-40DF-B512-351F8F358EAF}" dt="2026-03-11T20:54:51.299" v="93" actId="478"/>
          <ac:spMkLst>
            <pc:docMk/>
            <pc:sldMk cId="0" sldId="323"/>
            <ac:spMk id="11" creationId="{00000000-0000-0000-0000-000000000000}"/>
          </ac:spMkLst>
        </pc:spChg>
        <pc:spChg chg="del">
          <ac:chgData name="Carey Garback" userId="dc25ffa4-de89-4779-8381-34524c87e417" providerId="ADAL" clId="{6E1D5EB8-13F6-40DF-B512-351F8F358EAF}" dt="2026-03-11T20:54:30.936" v="89" actId="478"/>
          <ac:spMkLst>
            <pc:docMk/>
            <pc:sldMk cId="0" sldId="323"/>
            <ac:spMk id="12" creationId="{00000000-0000-0000-0000-000000000000}"/>
          </ac:spMkLst>
        </pc:spChg>
        <pc:grpChg chg="add del">
          <ac:chgData name="Carey Garback" userId="dc25ffa4-de89-4779-8381-34524c87e417" providerId="ADAL" clId="{6E1D5EB8-13F6-40DF-B512-351F8F358EAF}" dt="2026-03-11T20:54:44.007" v="91" actId="478"/>
          <ac:grpSpMkLst>
            <pc:docMk/>
            <pc:sldMk cId="0" sldId="323"/>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4"/>
        </pc:sldMkLst>
        <pc:spChg chg="del">
          <ac:chgData name="Carey Garback" userId="dc25ffa4-de89-4779-8381-34524c87e417" providerId="ADAL" clId="{6E1D5EB8-13F6-40DF-B512-351F8F358EAF}" dt="2026-03-11T20:55:04.982" v="96" actId="478"/>
          <ac:spMkLst>
            <pc:docMk/>
            <pc:sldMk cId="0" sldId="32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4"/>
            <ac:spMk id="7" creationId="{00000000-0000-0000-0000-000000000000}"/>
          </ac:spMkLst>
        </pc:spChg>
        <pc:spChg chg="del">
          <ac:chgData name="Carey Garback" userId="dc25ffa4-de89-4779-8381-34524c87e417" providerId="ADAL" clId="{6E1D5EB8-13F6-40DF-B512-351F8F358EAF}" dt="2026-03-11T20:55:06.218" v="97" actId="478"/>
          <ac:spMkLst>
            <pc:docMk/>
            <pc:sldMk cId="0" sldId="324"/>
            <ac:spMk id="16" creationId="{00000000-0000-0000-0000-000000000000}"/>
          </ac:spMkLst>
        </pc:spChg>
        <pc:grpChg chg="del">
          <ac:chgData name="Carey Garback" userId="dc25ffa4-de89-4779-8381-34524c87e417" providerId="ADAL" clId="{6E1D5EB8-13F6-40DF-B512-351F8F358EAF}" dt="2026-03-11T20:55:03.088" v="95" actId="478"/>
          <ac:grpSpMkLst>
            <pc:docMk/>
            <pc:sldMk cId="0" sldId="324"/>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5"/>
        </pc:sldMkLst>
        <pc:spChg chg="del">
          <ac:chgData name="Carey Garback" userId="dc25ffa4-de89-4779-8381-34524c87e417" providerId="ADAL" clId="{6E1D5EB8-13F6-40DF-B512-351F8F358EAF}" dt="2026-03-11T20:55:18.164" v="101" actId="478"/>
          <ac:spMkLst>
            <pc:docMk/>
            <pc:sldMk cId="0" sldId="325"/>
            <ac:spMk id="2" creationId="{00000000-0000-0000-0000-000000000000}"/>
          </ac:spMkLst>
        </pc:spChg>
        <pc:spChg chg="del">
          <ac:chgData name="Carey Garback" userId="dc25ffa4-de89-4779-8381-34524c87e417" providerId="ADAL" clId="{6E1D5EB8-13F6-40DF-B512-351F8F358EAF}" dt="2026-03-11T20:55:26.635" v="105" actId="478"/>
          <ac:spMkLst>
            <pc:docMk/>
            <pc:sldMk cId="0" sldId="325"/>
            <ac:spMk id="4" creationId="{00000000-0000-0000-0000-000000000000}"/>
          </ac:spMkLst>
        </pc:spChg>
        <pc:spChg chg="del">
          <ac:chgData name="Carey Garback" userId="dc25ffa4-de89-4779-8381-34524c87e417" providerId="ADAL" clId="{6E1D5EB8-13F6-40DF-B512-351F8F358EAF}" dt="2026-03-11T20:55:22.875" v="103" actId="478"/>
          <ac:spMkLst>
            <pc:docMk/>
            <pc:sldMk cId="0" sldId="325"/>
            <ac:spMk id="5" creationId="{00000000-0000-0000-0000-000000000000}"/>
          </ac:spMkLst>
        </pc:spChg>
        <pc:spChg chg="del">
          <ac:chgData name="Carey Garback" userId="dc25ffa4-de89-4779-8381-34524c87e417" providerId="ADAL" clId="{6E1D5EB8-13F6-40DF-B512-351F8F358EAF}" dt="2026-03-11T20:55:16.399" v="100" actId="478"/>
          <ac:spMkLst>
            <pc:docMk/>
            <pc:sldMk cId="0" sldId="32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5"/>
            <ac:spMk id="9" creationId="{00000000-0000-0000-0000-000000000000}"/>
          </ac:spMkLst>
        </pc:spChg>
        <pc:spChg chg="del">
          <ac:chgData name="Carey Garback" userId="dc25ffa4-de89-4779-8381-34524c87e417" providerId="ADAL" clId="{6E1D5EB8-13F6-40DF-B512-351F8F358EAF}" dt="2026-03-11T20:55:24.178" v="104" actId="478"/>
          <ac:spMkLst>
            <pc:docMk/>
            <pc:sldMk cId="0" sldId="325"/>
            <ac:spMk id="11" creationId="{00000000-0000-0000-0000-000000000000}"/>
          </ac:spMkLst>
        </pc:spChg>
        <pc:spChg chg="mod">
          <ac:chgData name="Carey Garback" userId="dc25ffa4-de89-4779-8381-34524c87e417" providerId="ADAL" clId="{6E1D5EB8-13F6-40DF-B512-351F8F358EAF}" dt="2026-03-11T20:55:19.986" v="102" actId="6549"/>
          <ac:spMkLst>
            <pc:docMk/>
            <pc:sldMk cId="0" sldId="325"/>
            <ac:spMk id="12" creationId="{00000000-0000-0000-0000-000000000000}"/>
          </ac:spMkLst>
        </pc:spChg>
        <pc:grpChg chg="add del">
          <ac:chgData name="Carey Garback" userId="dc25ffa4-de89-4779-8381-34524c87e417" providerId="ADAL" clId="{6E1D5EB8-13F6-40DF-B512-351F8F358EAF}" dt="2026-03-11T20:55:13.521" v="99" actId="478"/>
          <ac:grpSpMkLst>
            <pc:docMk/>
            <pc:sldMk cId="0" sldId="325"/>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26"/>
        </pc:sldMkLst>
        <pc:spChg chg="mod ord">
          <ac:chgData name="Carey Garback" userId="dc25ffa4-de89-4779-8381-34524c87e417" providerId="ADAL" clId="{6E1D5EB8-13F6-40DF-B512-351F8F358EAF}" dt="2026-03-11T20:57:21.127" v="111" actId="700"/>
          <ac:spMkLst>
            <pc:docMk/>
            <pc:sldMk cId="0" sldId="3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8" creationId="{00000000-0000-0000-0000-000000000000}"/>
          </ac:spMkLst>
        </pc:spChg>
      </pc:sldChg>
      <pc:sldChg chg="modSp mod modClrScheme chgLayout">
        <pc:chgData name="Carey Garback" userId="dc25ffa4-de89-4779-8381-34524c87e417" providerId="ADAL" clId="{6E1D5EB8-13F6-40DF-B512-351F8F358EAF}" dt="2026-03-11T21:15:00.556" v="390" actId="207"/>
        <pc:sldMkLst>
          <pc:docMk/>
          <pc:sldMk cId="0" sldId="327"/>
        </pc:sldMkLst>
        <pc:spChg chg="mod ord">
          <ac:chgData name="Carey Garback" userId="dc25ffa4-de89-4779-8381-34524c87e417" providerId="ADAL" clId="{6E1D5EB8-13F6-40DF-B512-351F8F358EAF}" dt="2026-03-11T21:15:00.556" v="390" actId="207"/>
          <ac:spMkLst>
            <pc:docMk/>
            <pc:sldMk cId="0" sldId="32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8"/>
        </pc:sldMkLst>
        <pc:spChg chg="mod ord">
          <ac:chgData name="Carey Garback" userId="dc25ffa4-de89-4779-8381-34524c87e417" providerId="ADAL" clId="{6E1D5EB8-13F6-40DF-B512-351F8F358EAF}" dt="2026-03-11T20:57:21.127" v="111" actId="700"/>
          <ac:spMkLst>
            <pc:docMk/>
            <pc:sldMk cId="0" sldId="3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9"/>
        </pc:sldMkLst>
        <pc:spChg chg="mod ord">
          <ac:chgData name="Carey Garback" userId="dc25ffa4-de89-4779-8381-34524c87e417" providerId="ADAL" clId="{6E1D5EB8-13F6-40DF-B512-351F8F358EAF}" dt="2026-03-11T20:57:21.127" v="111" actId="700"/>
          <ac:spMkLst>
            <pc:docMk/>
            <pc:sldMk cId="0" sldId="3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0"/>
        </pc:sldMkLst>
        <pc:spChg chg="mod ord">
          <ac:chgData name="Carey Garback" userId="dc25ffa4-de89-4779-8381-34524c87e417" providerId="ADAL" clId="{6E1D5EB8-13F6-40DF-B512-351F8F358EAF}" dt="2026-03-11T20:57:21.127" v="111" actId="700"/>
          <ac:spMkLst>
            <pc:docMk/>
            <pc:sldMk cId="0" sldId="33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1"/>
        </pc:sldMkLst>
        <pc:spChg chg="mod ord">
          <ac:chgData name="Carey Garback" userId="dc25ffa4-de89-4779-8381-34524c87e417" providerId="ADAL" clId="{6E1D5EB8-13F6-40DF-B512-351F8F358EAF}" dt="2026-03-11T20:57:21.127" v="111" actId="700"/>
          <ac:spMkLst>
            <pc:docMk/>
            <pc:sldMk cId="0" sldId="33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2"/>
        </pc:sldMkLst>
        <pc:spChg chg="mod ord">
          <ac:chgData name="Carey Garback" userId="dc25ffa4-de89-4779-8381-34524c87e417" providerId="ADAL" clId="{6E1D5EB8-13F6-40DF-B512-351F8F358EAF}" dt="2026-03-11T20:57:21.127" v="111" actId="700"/>
          <ac:spMkLst>
            <pc:docMk/>
            <pc:sldMk cId="0" sldId="3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3"/>
        </pc:sldMkLst>
        <pc:spChg chg="mod ord">
          <ac:chgData name="Carey Garback" userId="dc25ffa4-de89-4779-8381-34524c87e417" providerId="ADAL" clId="{6E1D5EB8-13F6-40DF-B512-351F8F358EAF}" dt="2026-03-11T20:57:21.127" v="111" actId="700"/>
          <ac:spMkLst>
            <pc:docMk/>
            <pc:sldMk cId="0" sldId="33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4"/>
        </pc:sldMkLst>
        <pc:spChg chg="mod ord">
          <ac:chgData name="Carey Garback" userId="dc25ffa4-de89-4779-8381-34524c87e417" providerId="ADAL" clId="{6E1D5EB8-13F6-40DF-B512-351F8F358EAF}" dt="2026-03-11T20:57:21.127" v="111" actId="700"/>
          <ac:spMkLst>
            <pc:docMk/>
            <pc:sldMk cId="0" sldId="3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5"/>
        </pc:sldMkLst>
        <pc:spChg chg="mod ord">
          <ac:chgData name="Carey Garback" userId="dc25ffa4-de89-4779-8381-34524c87e417" providerId="ADAL" clId="{6E1D5EB8-13F6-40DF-B512-351F8F358EAF}" dt="2026-03-11T20:57:21.127" v="111" actId="700"/>
          <ac:spMkLst>
            <pc:docMk/>
            <pc:sldMk cId="0" sldId="3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8" creationId="{00000000-0000-0000-0000-000000000000}"/>
          </ac:spMkLst>
        </pc:spChg>
      </pc:sldChg>
      <pc:sldChg chg="modSp mod modClrScheme chgLayout">
        <pc:chgData name="Carey Garback" userId="dc25ffa4-de89-4779-8381-34524c87e417" providerId="ADAL" clId="{6E1D5EB8-13F6-40DF-B512-351F8F358EAF}" dt="2026-03-11T21:15:19.054" v="392" actId="14100"/>
        <pc:sldMkLst>
          <pc:docMk/>
          <pc:sldMk cId="0" sldId="336"/>
        </pc:sldMkLst>
        <pc:spChg chg="mod ord">
          <ac:chgData name="Carey Garback" userId="dc25ffa4-de89-4779-8381-34524c87e417" providerId="ADAL" clId="{6E1D5EB8-13F6-40DF-B512-351F8F358EAF}" dt="2026-03-11T21:15:19.054" v="392" actId="14100"/>
          <ac:spMkLst>
            <pc:docMk/>
            <pc:sldMk cId="0" sldId="33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7"/>
        </pc:sldMkLst>
        <pc:spChg chg="mod ord">
          <ac:chgData name="Carey Garback" userId="dc25ffa4-de89-4779-8381-34524c87e417" providerId="ADAL" clId="{6E1D5EB8-13F6-40DF-B512-351F8F358EAF}" dt="2026-03-11T20:57:21.127" v="111" actId="700"/>
          <ac:spMkLst>
            <pc:docMk/>
            <pc:sldMk cId="0" sldId="33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8"/>
        </pc:sldMkLst>
        <pc:spChg chg="mod ord">
          <ac:chgData name="Carey Garback" userId="dc25ffa4-de89-4779-8381-34524c87e417" providerId="ADAL" clId="{6E1D5EB8-13F6-40DF-B512-351F8F358EAF}" dt="2026-03-11T20:57:21.127" v="111" actId="700"/>
          <ac:spMkLst>
            <pc:docMk/>
            <pc:sldMk cId="0" sldId="3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9" creationId="{00000000-0000-0000-0000-000000000000}"/>
          </ac:spMkLst>
        </pc:spChg>
      </pc:sldChg>
      <pc:sldChg chg="delSp modSp mod modClrScheme chgLayout">
        <pc:chgData name="Carey Garback" userId="dc25ffa4-de89-4779-8381-34524c87e417" providerId="ADAL" clId="{6E1D5EB8-13F6-40DF-B512-351F8F358EAF}" dt="2026-03-11T21:06:41.464" v="286" actId="1037"/>
        <pc:sldMkLst>
          <pc:docMk/>
          <pc:sldMk cId="0" sldId="339"/>
        </pc:sldMkLst>
        <pc:spChg chg="del">
          <ac:chgData name="Carey Garback" userId="dc25ffa4-de89-4779-8381-34524c87e417" providerId="ADAL" clId="{6E1D5EB8-13F6-40DF-B512-351F8F358EAF}" dt="2026-03-11T20:55:34.711" v="106" actId="478"/>
          <ac:spMkLst>
            <pc:docMk/>
            <pc:sldMk cId="0" sldId="339"/>
            <ac:spMk id="2"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4"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5"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6"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7" creationId="{00000000-0000-0000-0000-000000000000}"/>
          </ac:spMkLst>
        </pc:spChg>
        <pc:spChg chg="mod">
          <ac:chgData name="Carey Garback" userId="dc25ffa4-de89-4779-8381-34524c87e417" providerId="ADAL" clId="{6E1D5EB8-13F6-40DF-B512-351F8F358EAF}" dt="2026-03-11T21:06:41.464" v="286" actId="1037"/>
          <ac:spMkLst>
            <pc:docMk/>
            <pc:sldMk cId="0" sldId="339"/>
            <ac:spMk id="9" creationId="{00000000-0000-0000-0000-000000000000}"/>
          </ac:spMkLst>
        </pc:spChg>
        <pc:spChg chg="mod ord">
          <ac:chgData name="Carey Garback" userId="dc25ffa4-de89-4779-8381-34524c87e417" providerId="ADAL" clId="{6E1D5EB8-13F6-40DF-B512-351F8F358EAF}" dt="2026-03-11T21:06:41.464" v="286" actId="1037"/>
          <ac:spMkLst>
            <pc:docMk/>
            <pc:sldMk cId="0" sldId="339"/>
            <ac:spMk id="10" creationId="{00000000-0000-0000-0000-000000000000}"/>
          </ac:spMkLst>
        </pc:spChg>
        <pc:spChg chg="del mod">
          <ac:chgData name="Carey Garback" userId="dc25ffa4-de89-4779-8381-34524c87e417" providerId="ADAL" clId="{6E1D5EB8-13F6-40DF-B512-351F8F358EAF}" dt="2026-03-11T20:55:53.610" v="109" actId="478"/>
          <ac:spMkLst>
            <pc:docMk/>
            <pc:sldMk cId="0" sldId="339"/>
            <ac:spMk id="11"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12" creationId="{00000000-0000-0000-0000-000000000000}"/>
          </ac:spMkLst>
        </pc:spChg>
        <pc:grpChg chg="del">
          <ac:chgData name="Carey Garback" userId="dc25ffa4-de89-4779-8381-34524c87e417" providerId="ADAL" clId="{6E1D5EB8-13F6-40DF-B512-351F8F358EAF}" dt="2026-03-11T20:55:56.315" v="110" actId="478"/>
          <ac:grpSpMkLst>
            <pc:docMk/>
            <pc:sldMk cId="0" sldId="339"/>
            <ac:grpSpMk id="3" creationId="{00000000-0000-0000-0000-000000000000}"/>
          </ac:grpSpMkLst>
        </pc:grpChg>
      </pc:sldChg>
      <pc:sldChg chg="modSp mod modClrScheme chgLayout">
        <pc:chgData name="Carey Garback" userId="dc25ffa4-de89-4779-8381-34524c87e417" providerId="ADAL" clId="{6E1D5EB8-13F6-40DF-B512-351F8F358EAF}" dt="2026-03-11T21:07:36.243" v="294" actId="14100"/>
        <pc:sldMkLst>
          <pc:docMk/>
          <pc:sldMk cId="0" sldId="340"/>
        </pc:sldMkLst>
        <pc:spChg chg="mod ord">
          <ac:chgData name="Carey Garback" userId="dc25ffa4-de89-4779-8381-34524c87e417" providerId="ADAL" clId="{6E1D5EB8-13F6-40DF-B512-351F8F358EAF}" dt="2026-03-11T21:07:36.243" v="294" actId="14100"/>
          <ac:spMkLst>
            <pc:docMk/>
            <pc:sldMk cId="0" sldId="340"/>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0"/>
            <ac:spMk id="11" creationId="{00000000-0000-0000-0000-000000000000}"/>
          </ac:spMkLst>
        </pc:spChg>
      </pc:sldChg>
      <pc:sldChg chg="modSp mod modClrScheme chgLayout">
        <pc:chgData name="Carey Garback" userId="dc25ffa4-de89-4779-8381-34524c87e417" providerId="ADAL" clId="{6E1D5EB8-13F6-40DF-B512-351F8F358EAF}" dt="2026-03-11T21:07:28.121" v="293" actId="1076"/>
        <pc:sldMkLst>
          <pc:docMk/>
          <pc:sldMk cId="0" sldId="341"/>
        </pc:sldMkLst>
        <pc:spChg chg="mod ord">
          <ac:chgData name="Carey Garback" userId="dc25ffa4-de89-4779-8381-34524c87e417" providerId="ADAL" clId="{6E1D5EB8-13F6-40DF-B512-351F8F358EAF}" dt="2026-03-11T21:07:05.598" v="290" actId="1076"/>
          <ac:spMkLst>
            <pc:docMk/>
            <pc:sldMk cId="0" sldId="341"/>
            <ac:spMk id="7" creationId="{00000000-0000-0000-0000-000000000000}"/>
          </ac:spMkLst>
        </pc:spChg>
        <pc:spChg chg="mod ord">
          <ac:chgData name="Carey Garback" userId="dc25ffa4-de89-4779-8381-34524c87e417" providerId="ADAL" clId="{6E1D5EB8-13F6-40DF-B512-351F8F358EAF}" dt="2026-03-11T21:07:28.121" v="293" actId="1076"/>
          <ac:spMkLst>
            <pc:docMk/>
            <pc:sldMk cId="0" sldId="341"/>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41"/>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2"/>
        </pc:sldMkLst>
        <pc:spChg chg="mod ord">
          <ac:chgData name="Carey Garback" userId="dc25ffa4-de89-4779-8381-34524c87e417" providerId="ADAL" clId="{6E1D5EB8-13F6-40DF-B512-351F8F358EAF}" dt="2026-03-11T20:57:21.127" v="111" actId="700"/>
          <ac:spMkLst>
            <pc:docMk/>
            <pc:sldMk cId="0" sldId="342"/>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3"/>
        </pc:sldMkLst>
        <pc:spChg chg="mod ord">
          <ac:chgData name="Carey Garback" userId="dc25ffa4-de89-4779-8381-34524c87e417" providerId="ADAL" clId="{6E1D5EB8-13F6-40DF-B512-351F8F358EAF}" dt="2026-03-11T20:57:21.127" v="111" actId="700"/>
          <ac:spMkLst>
            <pc:docMk/>
            <pc:sldMk cId="0" sldId="34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3"/>
            <ac:spMk id="1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4"/>
        </pc:sldMkLst>
        <pc:spChg chg="mod ord">
          <ac:chgData name="Carey Garback" userId="dc25ffa4-de89-4779-8381-34524c87e417" providerId="ADAL" clId="{6E1D5EB8-13F6-40DF-B512-351F8F358EAF}" dt="2026-03-11T20:57:21.127" v="111" actId="700"/>
          <ac:spMkLst>
            <pc:docMk/>
            <pc:sldMk cId="0" sldId="34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4"/>
            <ac:spMk id="18" creationId="{00000000-0000-0000-0000-000000000000}"/>
          </ac:spMkLst>
        </pc:spChg>
      </pc:sldChg>
      <pc:sldChg chg="modSp mod modClrScheme chgLayout">
        <pc:chgData name="Carey Garback" userId="dc25ffa4-de89-4779-8381-34524c87e417" providerId="ADAL" clId="{6E1D5EB8-13F6-40DF-B512-351F8F358EAF}" dt="2026-03-11T21:07:49.745" v="296" actId="1076"/>
        <pc:sldMkLst>
          <pc:docMk/>
          <pc:sldMk cId="0" sldId="345"/>
        </pc:sldMkLst>
        <pc:spChg chg="mod ord">
          <ac:chgData name="Carey Garback" userId="dc25ffa4-de89-4779-8381-34524c87e417" providerId="ADAL" clId="{6E1D5EB8-13F6-40DF-B512-351F8F358EAF}" dt="2026-03-11T21:07:49.745" v="296" actId="1076"/>
          <ac:spMkLst>
            <pc:docMk/>
            <pc:sldMk cId="0" sldId="34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5"/>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6"/>
        </pc:sldMkLst>
        <pc:spChg chg="mod ord">
          <ac:chgData name="Carey Garback" userId="dc25ffa4-de89-4779-8381-34524c87e417" providerId="ADAL" clId="{6E1D5EB8-13F6-40DF-B512-351F8F358EAF}" dt="2026-03-11T20:57:21.127" v="111" actId="700"/>
          <ac:spMkLst>
            <pc:docMk/>
            <pc:sldMk cId="0" sldId="34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6"/>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7"/>
        </pc:sldMkLst>
        <pc:spChg chg="mod ord">
          <ac:chgData name="Carey Garback" userId="dc25ffa4-de89-4779-8381-34524c87e417" providerId="ADAL" clId="{6E1D5EB8-13F6-40DF-B512-351F8F358EAF}" dt="2026-03-11T20:57:21.127" v="111" actId="700"/>
          <ac:spMkLst>
            <pc:docMk/>
            <pc:sldMk cId="0" sldId="347"/>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8"/>
        </pc:sldMkLst>
        <pc:spChg chg="mod ord">
          <ac:chgData name="Carey Garback" userId="dc25ffa4-de89-4779-8381-34524c87e417" providerId="ADAL" clId="{6E1D5EB8-13F6-40DF-B512-351F8F358EAF}" dt="2026-03-11T20:57:21.127" v="111" actId="700"/>
          <ac:spMkLst>
            <pc:docMk/>
            <pc:sldMk cId="0" sldId="348"/>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9"/>
        </pc:sldMkLst>
        <pc:spChg chg="mod ord">
          <ac:chgData name="Carey Garback" userId="dc25ffa4-de89-4779-8381-34524c87e417" providerId="ADAL" clId="{6E1D5EB8-13F6-40DF-B512-351F8F358EAF}" dt="2026-03-11T20:57:21.127" v="111" actId="700"/>
          <ac:spMkLst>
            <pc:docMk/>
            <pc:sldMk cId="0" sldId="34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0"/>
        </pc:sldMkLst>
        <pc:spChg chg="mod ord">
          <ac:chgData name="Carey Garback" userId="dc25ffa4-de89-4779-8381-34524c87e417" providerId="ADAL" clId="{6E1D5EB8-13F6-40DF-B512-351F8F358EAF}" dt="2026-03-11T20:57:21.127" v="111" actId="700"/>
          <ac:spMkLst>
            <pc:docMk/>
            <pc:sldMk cId="0" sldId="350"/>
            <ac:spMk id="10" creationId="{00000000-0000-0000-0000-000000000000}"/>
          </ac:spMkLst>
        </pc:spChg>
      </pc:sldChg>
      <pc:sldChg chg="delSp modSp mod modClrScheme chgLayout">
        <pc:chgData name="Carey Garback" userId="dc25ffa4-de89-4779-8381-34524c87e417" providerId="ADAL" clId="{6E1D5EB8-13F6-40DF-B512-351F8F358EAF}" dt="2026-03-11T21:08:26.903" v="301" actId="14100"/>
        <pc:sldMkLst>
          <pc:docMk/>
          <pc:sldMk cId="0" sldId="351"/>
        </pc:sldMkLst>
        <pc:spChg chg="del">
          <ac:chgData name="Carey Garback" userId="dc25ffa4-de89-4779-8381-34524c87e417" providerId="ADAL" clId="{6E1D5EB8-13F6-40DF-B512-351F8F358EAF}" dt="2026-03-11T21:08:07.410" v="297" actId="478"/>
          <ac:spMkLst>
            <pc:docMk/>
            <pc:sldMk cId="0" sldId="351"/>
            <ac:spMk id="2"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4"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5"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6"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7"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9" creationId="{00000000-0000-0000-0000-000000000000}"/>
          </ac:spMkLst>
        </pc:spChg>
        <pc:spChg chg="mod ord">
          <ac:chgData name="Carey Garback" userId="dc25ffa4-de89-4779-8381-34524c87e417" providerId="ADAL" clId="{6E1D5EB8-13F6-40DF-B512-351F8F358EAF}" dt="2026-03-11T21:08:26.903" v="301" actId="14100"/>
          <ac:spMkLst>
            <pc:docMk/>
            <pc:sldMk cId="0" sldId="351"/>
            <ac:spMk id="10" creationId="{00000000-0000-0000-0000-000000000000}"/>
          </ac:spMkLst>
        </pc:spChg>
        <pc:spChg chg="mod ord">
          <ac:chgData name="Carey Garback" userId="dc25ffa4-de89-4779-8381-34524c87e417" providerId="ADAL" clId="{6E1D5EB8-13F6-40DF-B512-351F8F358EAF}" dt="2026-03-11T21:08:21.268" v="300" actId="14100"/>
          <ac:spMkLst>
            <pc:docMk/>
            <pc:sldMk cId="0" sldId="351"/>
            <ac:spMk id="11"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12" creationId="{00000000-0000-0000-0000-000000000000}"/>
          </ac:spMkLst>
        </pc:spChg>
        <pc:grpChg chg="mod">
          <ac:chgData name="Carey Garback" userId="dc25ffa4-de89-4779-8381-34524c87e417" providerId="ADAL" clId="{6E1D5EB8-13F6-40DF-B512-351F8F358EAF}" dt="2026-03-11T21:08:21.268" v="300" actId="14100"/>
          <ac:grpSpMkLst>
            <pc:docMk/>
            <pc:sldMk cId="0" sldId="351"/>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52"/>
        </pc:sldMkLst>
        <pc:spChg chg="mod ord">
          <ac:chgData name="Carey Garback" userId="dc25ffa4-de89-4779-8381-34524c87e417" providerId="ADAL" clId="{6E1D5EB8-13F6-40DF-B512-351F8F358EAF}" dt="2026-03-11T20:57:21.127" v="111" actId="700"/>
          <ac:spMkLst>
            <pc:docMk/>
            <pc:sldMk cId="0" sldId="35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52"/>
            <ac:spMk id="11" creationId="{00000000-0000-0000-0000-000000000000}"/>
          </ac:spMkLst>
        </pc:spChg>
      </pc:sldChg>
      <pc:sldChg chg="modSp mod modClrScheme chgLayout">
        <pc:chgData name="Carey Garback" userId="dc25ffa4-de89-4779-8381-34524c87e417" providerId="ADAL" clId="{6E1D5EB8-13F6-40DF-B512-351F8F358EAF}" dt="2026-03-11T21:08:37.952" v="303" actId="1076"/>
        <pc:sldMkLst>
          <pc:docMk/>
          <pc:sldMk cId="0" sldId="353"/>
        </pc:sldMkLst>
        <pc:spChg chg="mod ord">
          <ac:chgData name="Carey Garback" userId="dc25ffa4-de89-4779-8381-34524c87e417" providerId="ADAL" clId="{6E1D5EB8-13F6-40DF-B512-351F8F358EAF}" dt="2026-03-11T20:57:21.127" v="111" actId="700"/>
          <ac:spMkLst>
            <pc:docMk/>
            <pc:sldMk cId="0" sldId="353"/>
            <ac:spMk id="7" creationId="{00000000-0000-0000-0000-000000000000}"/>
          </ac:spMkLst>
        </pc:spChg>
        <pc:spChg chg="mod ord">
          <ac:chgData name="Carey Garback" userId="dc25ffa4-de89-4779-8381-34524c87e417" providerId="ADAL" clId="{6E1D5EB8-13F6-40DF-B512-351F8F358EAF}" dt="2026-03-11T21:08:37.952" v="303" actId="1076"/>
          <ac:spMkLst>
            <pc:docMk/>
            <pc:sldMk cId="0" sldId="353"/>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53"/>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4"/>
        </pc:sldMkLst>
        <pc:spChg chg="mod ord">
          <ac:chgData name="Carey Garback" userId="dc25ffa4-de89-4779-8381-34524c87e417" providerId="ADAL" clId="{6E1D5EB8-13F6-40DF-B512-351F8F358EAF}" dt="2026-03-11T20:57:21.127" v="111" actId="700"/>
          <ac:spMkLst>
            <pc:docMk/>
            <pc:sldMk cId="0" sldId="354"/>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5"/>
        </pc:sldMkLst>
        <pc:spChg chg="mod ord">
          <ac:chgData name="Carey Garback" userId="dc25ffa4-de89-4779-8381-34524c87e417" providerId="ADAL" clId="{6E1D5EB8-13F6-40DF-B512-351F8F358EAF}" dt="2026-03-11T20:57:21.127" v="111" actId="700"/>
          <ac:spMkLst>
            <pc:docMk/>
            <pc:sldMk cId="0" sldId="355"/>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55"/>
            <ac:spMk id="16"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6"/>
        </pc:sldMkLst>
        <pc:spChg chg="mod ord">
          <ac:chgData name="Carey Garback" userId="dc25ffa4-de89-4779-8381-34524c87e417" providerId="ADAL" clId="{6E1D5EB8-13F6-40DF-B512-351F8F358EAF}" dt="2026-03-11T20:57:21.127" v="111" actId="700"/>
          <ac:spMkLst>
            <pc:docMk/>
            <pc:sldMk cId="0" sldId="356"/>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7"/>
        </pc:sldMkLst>
        <pc:spChg chg="mod ord">
          <ac:chgData name="Carey Garback" userId="dc25ffa4-de89-4779-8381-34524c87e417" providerId="ADAL" clId="{6E1D5EB8-13F6-40DF-B512-351F8F358EAF}" dt="2026-03-11T20:57:21.127" v="111" actId="700"/>
          <ac:spMkLst>
            <pc:docMk/>
            <pc:sldMk cId="0" sldId="35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8"/>
        </pc:sldMkLst>
        <pc:spChg chg="mod ord">
          <ac:chgData name="Carey Garback" userId="dc25ffa4-de89-4779-8381-34524c87e417" providerId="ADAL" clId="{6E1D5EB8-13F6-40DF-B512-351F8F358EAF}" dt="2026-03-11T20:57:21.127" v="111" actId="700"/>
          <ac:spMkLst>
            <pc:docMk/>
            <pc:sldMk cId="0" sldId="358"/>
            <ac:spMk id="9" creationId="{00000000-0000-0000-0000-000000000000}"/>
          </ac:spMkLst>
        </pc:spChg>
      </pc:sldChg>
      <pc:sldChg chg="modSp mod modClrScheme chgLayout">
        <pc:chgData name="Carey Garback" userId="dc25ffa4-de89-4779-8381-34524c87e417" providerId="ADAL" clId="{6E1D5EB8-13F6-40DF-B512-351F8F358EAF}" dt="2026-03-11T21:08:54.612" v="304" actId="14100"/>
        <pc:sldMkLst>
          <pc:docMk/>
          <pc:sldMk cId="0" sldId="359"/>
        </pc:sldMkLst>
        <pc:spChg chg="mod">
          <ac:chgData name="Carey Garback" userId="dc25ffa4-de89-4779-8381-34524c87e417" providerId="ADAL" clId="{6E1D5EB8-13F6-40DF-B512-351F8F358EAF}" dt="2026-03-11T21:08:54.612" v="304" actId="14100"/>
          <ac:spMkLst>
            <pc:docMk/>
            <pc:sldMk cId="0" sldId="359"/>
            <ac:spMk id="9" creationId="{00000000-0000-0000-0000-000000000000}"/>
          </ac:spMkLst>
        </pc:spChg>
      </pc:sldChg>
      <pc:sldChg chg="delSp modSp mod modClrScheme chgLayout">
        <pc:chgData name="Carey Garback" userId="dc25ffa4-de89-4779-8381-34524c87e417" providerId="ADAL" clId="{6E1D5EB8-13F6-40DF-B512-351F8F358EAF}" dt="2026-03-11T21:09:12.492" v="308" actId="1076"/>
        <pc:sldMkLst>
          <pc:docMk/>
          <pc:sldMk cId="0" sldId="360"/>
        </pc:sldMkLst>
        <pc:spChg chg="del">
          <ac:chgData name="Carey Garback" userId="dc25ffa4-de89-4779-8381-34524c87e417" providerId="ADAL" clId="{6E1D5EB8-13F6-40DF-B512-351F8F358EAF}" dt="2026-03-11T21:08:59.763" v="305" actId="478"/>
          <ac:spMkLst>
            <pc:docMk/>
            <pc:sldMk cId="0" sldId="360"/>
            <ac:spMk id="2"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4"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5"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6"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7"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8" creationId="{00000000-0000-0000-0000-000000000000}"/>
          </ac:spMkLst>
        </pc:spChg>
        <pc:spChg chg="mod ord">
          <ac:chgData name="Carey Garback" userId="dc25ffa4-de89-4779-8381-34524c87e417" providerId="ADAL" clId="{6E1D5EB8-13F6-40DF-B512-351F8F358EAF}" dt="2026-03-11T21:09:12.492" v="308" actId="1076"/>
          <ac:spMkLst>
            <pc:docMk/>
            <pc:sldMk cId="0" sldId="360"/>
            <ac:spMk id="9" creationId="{00000000-0000-0000-0000-000000000000}"/>
          </ac:spMkLst>
        </pc:spChg>
        <pc:spChg chg="mod ord">
          <ac:chgData name="Carey Garback" userId="dc25ffa4-de89-4779-8381-34524c87e417" providerId="ADAL" clId="{6E1D5EB8-13F6-40DF-B512-351F8F358EAF}" dt="2026-03-11T21:09:04.286" v="306" actId="207"/>
          <ac:spMkLst>
            <pc:docMk/>
            <pc:sldMk cId="0" sldId="360"/>
            <ac:spMk id="10"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1"/>
        </pc:sldMkLst>
        <pc:spChg chg="mod ord">
          <ac:chgData name="Carey Garback" userId="dc25ffa4-de89-4779-8381-34524c87e417" providerId="ADAL" clId="{6E1D5EB8-13F6-40DF-B512-351F8F358EAF}" dt="2026-03-11T20:57:21.127" v="111" actId="700"/>
          <ac:spMkLst>
            <pc:docMk/>
            <pc:sldMk cId="0" sldId="361"/>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61"/>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2"/>
        </pc:sldMkLst>
        <pc:spChg chg="mod ord">
          <ac:chgData name="Carey Garback" userId="dc25ffa4-de89-4779-8381-34524c87e417" providerId="ADAL" clId="{6E1D5EB8-13F6-40DF-B512-351F8F358EAF}" dt="2026-03-11T20:57:21.127" v="111" actId="700"/>
          <ac:spMkLst>
            <pc:docMk/>
            <pc:sldMk cId="0" sldId="36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2"/>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3"/>
        </pc:sldMkLst>
        <pc:spChg chg="mod ord">
          <ac:chgData name="Carey Garback" userId="dc25ffa4-de89-4779-8381-34524c87e417" providerId="ADAL" clId="{6E1D5EB8-13F6-40DF-B512-351F8F358EAF}" dt="2026-03-11T20:57:21.127" v="111" actId="700"/>
          <ac:spMkLst>
            <pc:docMk/>
            <pc:sldMk cId="0" sldId="36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3"/>
            <ac:spMk id="11" creationId="{00000000-0000-0000-0000-000000000000}"/>
          </ac:spMkLst>
        </pc:spChg>
      </pc:sldChg>
      <pc:sldChg chg="delSp modSp mod modClrScheme chgLayout">
        <pc:chgData name="Carey Garback" userId="dc25ffa4-de89-4779-8381-34524c87e417" providerId="ADAL" clId="{6E1D5EB8-13F6-40DF-B512-351F8F358EAF}" dt="2026-03-11T21:09:39.136" v="312" actId="1076"/>
        <pc:sldMkLst>
          <pc:docMk/>
          <pc:sldMk cId="0" sldId="368"/>
        </pc:sldMkLst>
        <pc:spChg chg="del">
          <ac:chgData name="Carey Garback" userId="dc25ffa4-de89-4779-8381-34524c87e417" providerId="ADAL" clId="{6E1D5EB8-13F6-40DF-B512-351F8F358EAF}" dt="2026-03-11T21:09:27.923" v="309" actId="478"/>
          <ac:spMkLst>
            <pc:docMk/>
            <pc:sldMk cId="0" sldId="368"/>
            <ac:spMk id="2"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4"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5"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6"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7"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8" creationId="{00000000-0000-0000-0000-000000000000}"/>
          </ac:spMkLst>
        </pc:spChg>
        <pc:spChg chg="mod ord">
          <ac:chgData name="Carey Garback" userId="dc25ffa4-de89-4779-8381-34524c87e417" providerId="ADAL" clId="{6E1D5EB8-13F6-40DF-B512-351F8F358EAF}" dt="2026-03-11T21:09:39.136" v="312" actId="1076"/>
          <ac:spMkLst>
            <pc:docMk/>
            <pc:sldMk cId="0" sldId="368"/>
            <ac:spMk id="9"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10" creationId="{00000000-0000-0000-0000-000000000000}"/>
          </ac:spMkLst>
        </pc:spChg>
        <pc:spChg chg="mod ord">
          <ac:chgData name="Carey Garback" userId="dc25ffa4-de89-4779-8381-34524c87e417" providerId="ADAL" clId="{6E1D5EB8-13F6-40DF-B512-351F8F358EAF}" dt="2026-03-11T21:09:31.915" v="310" actId="207"/>
          <ac:spMkLst>
            <pc:docMk/>
            <pc:sldMk cId="0" sldId="368"/>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9"/>
        </pc:sldMkLst>
        <pc:spChg chg="mod ord">
          <ac:chgData name="Carey Garback" userId="dc25ffa4-de89-4779-8381-34524c87e417" providerId="ADAL" clId="{6E1D5EB8-13F6-40DF-B512-351F8F358EAF}" dt="2026-03-11T20:57:21.127" v="111" actId="700"/>
          <ac:spMkLst>
            <pc:docMk/>
            <pc:sldMk cId="0" sldId="36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69"/>
            <ac:spMk id="7" creationId="{00000000-0000-0000-0000-000000000000}"/>
          </ac:spMkLst>
        </pc:spChg>
      </pc:sldChg>
      <pc:sldChg chg="modSp mod modClrScheme chgLayout">
        <pc:chgData name="Carey Garback" userId="dc25ffa4-de89-4779-8381-34524c87e417" providerId="ADAL" clId="{6E1D5EB8-13F6-40DF-B512-351F8F358EAF}" dt="2026-03-11T21:10:00.463" v="314" actId="1076"/>
        <pc:sldMkLst>
          <pc:docMk/>
          <pc:sldMk cId="0" sldId="370"/>
        </pc:sldMkLst>
        <pc:spChg chg="mod ord">
          <ac:chgData name="Carey Garback" userId="dc25ffa4-de89-4779-8381-34524c87e417" providerId="ADAL" clId="{6E1D5EB8-13F6-40DF-B512-351F8F358EAF}" dt="2026-03-11T21:10:00.463" v="314" actId="1076"/>
          <ac:spMkLst>
            <pc:docMk/>
            <pc:sldMk cId="0" sldId="37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0"/>
            <ac:spMk id="4" creationId="{00000000-0000-0000-0000-000000000000}"/>
          </ac:spMkLst>
        </pc:spChg>
      </pc:sldChg>
      <pc:sldChg chg="modSp mod modClrScheme chgLayout">
        <pc:chgData name="Carey Garback" userId="dc25ffa4-de89-4779-8381-34524c87e417" providerId="ADAL" clId="{6E1D5EB8-13F6-40DF-B512-351F8F358EAF}" dt="2026-03-11T21:10:08.482" v="315" actId="404"/>
        <pc:sldMkLst>
          <pc:docMk/>
          <pc:sldMk cId="0" sldId="371"/>
        </pc:sldMkLst>
        <pc:spChg chg="mod ord">
          <ac:chgData name="Carey Garback" userId="dc25ffa4-de89-4779-8381-34524c87e417" providerId="ADAL" clId="{6E1D5EB8-13F6-40DF-B512-351F8F358EAF}" dt="2026-03-11T20:57:21.127" v="111" actId="700"/>
          <ac:spMkLst>
            <pc:docMk/>
            <pc:sldMk cId="0" sldId="371"/>
            <ac:spMk id="2" creationId="{00000000-0000-0000-0000-000000000000}"/>
          </ac:spMkLst>
        </pc:spChg>
        <pc:spChg chg="mod">
          <ac:chgData name="Carey Garback" userId="dc25ffa4-de89-4779-8381-34524c87e417" providerId="ADAL" clId="{6E1D5EB8-13F6-40DF-B512-351F8F358EAF}" dt="2026-03-11T21:10:08.482" v="315" actId="404"/>
          <ac:spMkLst>
            <pc:docMk/>
            <pc:sldMk cId="0" sldId="37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7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2"/>
        </pc:sldMkLst>
        <pc:spChg chg="mod ord">
          <ac:chgData name="Carey Garback" userId="dc25ffa4-de89-4779-8381-34524c87e417" providerId="ADAL" clId="{6E1D5EB8-13F6-40DF-B512-351F8F358EAF}" dt="2026-03-11T20:57:21.127" v="111" actId="700"/>
          <ac:spMkLst>
            <pc:docMk/>
            <pc:sldMk cId="0" sldId="37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2"/>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3"/>
        </pc:sldMkLst>
        <pc:spChg chg="mod ord">
          <ac:chgData name="Carey Garback" userId="dc25ffa4-de89-4779-8381-34524c87e417" providerId="ADAL" clId="{6E1D5EB8-13F6-40DF-B512-351F8F358EAF}" dt="2026-03-11T20:57:21.127" v="111" actId="700"/>
          <ac:spMkLst>
            <pc:docMk/>
            <pc:sldMk cId="0" sldId="3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4"/>
        </pc:sldMkLst>
        <pc:spChg chg="mod ord">
          <ac:chgData name="Carey Garback" userId="dc25ffa4-de89-4779-8381-34524c87e417" providerId="ADAL" clId="{6E1D5EB8-13F6-40DF-B512-351F8F358EAF}" dt="2026-03-11T20:57:21.127" v="111" actId="700"/>
          <ac:spMkLst>
            <pc:docMk/>
            <pc:sldMk cId="0" sldId="3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2"/>
        </pc:sldMkLst>
        <pc:spChg chg="mod ord">
          <ac:chgData name="Carey Garback" userId="dc25ffa4-de89-4779-8381-34524c87e417" providerId="ADAL" clId="{6E1D5EB8-13F6-40DF-B512-351F8F358EAF}" dt="2026-03-11T20:57:21.127" v="111" actId="700"/>
          <ac:spMkLst>
            <pc:docMk/>
            <pc:sldMk cId="0" sldId="38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2"/>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3"/>
        </pc:sldMkLst>
        <pc:spChg chg="mod ord">
          <ac:chgData name="Carey Garback" userId="dc25ffa4-de89-4779-8381-34524c87e417" providerId="ADAL" clId="{6E1D5EB8-13F6-40DF-B512-351F8F358EAF}" dt="2026-03-11T20:57:21.127" v="111" actId="700"/>
          <ac:spMkLst>
            <pc:docMk/>
            <pc:sldMk cId="0" sldId="38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4"/>
        </pc:sldMkLst>
        <pc:spChg chg="mod ord">
          <ac:chgData name="Carey Garback" userId="dc25ffa4-de89-4779-8381-34524c87e417" providerId="ADAL" clId="{6E1D5EB8-13F6-40DF-B512-351F8F358EAF}" dt="2026-03-11T20:57:21.127" v="111" actId="700"/>
          <ac:spMkLst>
            <pc:docMk/>
            <pc:sldMk cId="0" sldId="384"/>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84"/>
            <ac:spMk id="7" creationId="{00000000-0000-0000-0000-000000000000}"/>
          </ac:spMkLst>
        </pc:spChg>
      </pc:sldChg>
      <pc:sldChg chg="modSp mod modClrScheme chgLayout">
        <pc:chgData name="Carey Garback" userId="dc25ffa4-de89-4779-8381-34524c87e417" providerId="ADAL" clId="{6E1D5EB8-13F6-40DF-B512-351F8F358EAF}" dt="2026-03-11T21:10:34.473" v="316" actId="14100"/>
        <pc:sldMkLst>
          <pc:docMk/>
          <pc:sldMk cId="0" sldId="385"/>
        </pc:sldMkLst>
        <pc:spChg chg="mod ord">
          <ac:chgData name="Carey Garback" userId="dc25ffa4-de89-4779-8381-34524c87e417" providerId="ADAL" clId="{6E1D5EB8-13F6-40DF-B512-351F8F358EAF}" dt="2026-03-11T20:57:21.127" v="111" actId="700"/>
          <ac:spMkLst>
            <pc:docMk/>
            <pc:sldMk cId="0" sldId="385"/>
            <ac:spMk id="7" creationId="{00000000-0000-0000-0000-000000000000}"/>
          </ac:spMkLst>
        </pc:spChg>
        <pc:grpChg chg="mod">
          <ac:chgData name="Carey Garback" userId="dc25ffa4-de89-4779-8381-34524c87e417" providerId="ADAL" clId="{6E1D5EB8-13F6-40DF-B512-351F8F358EAF}" dt="2026-03-11T21:10:34.473" v="316" actId="14100"/>
          <ac:grpSpMkLst>
            <pc:docMk/>
            <pc:sldMk cId="0" sldId="385"/>
            <ac:grpSpMk id="4" creationId="{00000000-0000-0000-0000-000000000000}"/>
          </ac:grpSpMkLst>
        </pc:grpChg>
      </pc:sldChg>
      <pc:sldChg chg="modSp mod modClrScheme chgLayout">
        <pc:chgData name="Carey Garback" userId="dc25ffa4-de89-4779-8381-34524c87e417" providerId="ADAL" clId="{6E1D5EB8-13F6-40DF-B512-351F8F358EAF}" dt="2026-03-11T21:10:41.577" v="317" actId="1076"/>
        <pc:sldMkLst>
          <pc:docMk/>
          <pc:sldMk cId="0" sldId="386"/>
        </pc:sldMkLst>
        <pc:spChg chg="mod ord">
          <ac:chgData name="Carey Garback" userId="dc25ffa4-de89-4779-8381-34524c87e417" providerId="ADAL" clId="{6E1D5EB8-13F6-40DF-B512-351F8F358EAF}" dt="2026-03-11T20:57:21.127" v="111" actId="700"/>
          <ac:spMkLst>
            <pc:docMk/>
            <pc:sldMk cId="0" sldId="38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6"/>
            <ac:spMk id="6" creationId="{00000000-0000-0000-0000-000000000000}"/>
          </ac:spMkLst>
        </pc:spChg>
        <pc:grpChg chg="mod">
          <ac:chgData name="Carey Garback" userId="dc25ffa4-de89-4779-8381-34524c87e417" providerId="ADAL" clId="{6E1D5EB8-13F6-40DF-B512-351F8F358EAF}" dt="2026-03-11T21:10:41.577" v="317" actId="1076"/>
          <ac:grpSpMkLst>
            <pc:docMk/>
            <pc:sldMk cId="0" sldId="386"/>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87"/>
        </pc:sldMkLst>
        <pc:spChg chg="mod ord">
          <ac:chgData name="Carey Garback" userId="dc25ffa4-de89-4779-8381-34524c87e417" providerId="ADAL" clId="{6E1D5EB8-13F6-40DF-B512-351F8F358EAF}" dt="2026-03-11T20:57:21.127" v="111" actId="700"/>
          <ac:spMkLst>
            <pc:docMk/>
            <pc:sldMk cId="0" sldId="387"/>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8"/>
        </pc:sldMkLst>
        <pc:spChg chg="mod ord">
          <ac:chgData name="Carey Garback" userId="dc25ffa4-de89-4779-8381-34524c87e417" providerId="ADAL" clId="{6E1D5EB8-13F6-40DF-B512-351F8F358EAF}" dt="2026-03-11T20:57:21.127" v="111" actId="700"/>
          <ac:spMkLst>
            <pc:docMk/>
            <pc:sldMk cId="0" sldId="388"/>
            <ac:spMk id="7" creationId="{00000000-0000-0000-0000-000000000000}"/>
          </ac:spMkLst>
        </pc:spChg>
      </pc:sldChg>
      <pc:sldChg chg="modSp mod modClrScheme chgLayout">
        <pc:chgData name="Carey Garback" userId="dc25ffa4-de89-4779-8381-34524c87e417" providerId="ADAL" clId="{6E1D5EB8-13F6-40DF-B512-351F8F358EAF}" dt="2026-03-11T21:10:54.298" v="319" actId="1076"/>
        <pc:sldMkLst>
          <pc:docMk/>
          <pc:sldMk cId="0" sldId="389"/>
        </pc:sldMkLst>
        <pc:spChg chg="mod ord">
          <ac:chgData name="Carey Garback" userId="dc25ffa4-de89-4779-8381-34524c87e417" providerId="ADAL" clId="{6E1D5EB8-13F6-40DF-B512-351F8F358EAF}" dt="2026-03-11T21:10:54.298" v="319" actId="1076"/>
          <ac:spMkLst>
            <pc:docMk/>
            <pc:sldMk cId="0" sldId="38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9"/>
            <ac:spMk id="6" creationId="{00000000-0000-0000-0000-000000000000}"/>
          </ac:spMkLst>
        </pc:spChg>
      </pc:sldChg>
      <pc:sldChg chg="modSp mod modClrScheme chgLayout">
        <pc:chgData name="Carey Garback" userId="dc25ffa4-de89-4779-8381-34524c87e417" providerId="ADAL" clId="{6E1D5EB8-13F6-40DF-B512-351F8F358EAF}" dt="2026-03-11T21:11:03.377" v="321" actId="1076"/>
        <pc:sldMkLst>
          <pc:docMk/>
          <pc:sldMk cId="0" sldId="390"/>
        </pc:sldMkLst>
        <pc:spChg chg="mod ord">
          <ac:chgData name="Carey Garback" userId="dc25ffa4-de89-4779-8381-34524c87e417" providerId="ADAL" clId="{6E1D5EB8-13F6-40DF-B512-351F8F358EAF}" dt="2026-03-11T21:11:03.377" v="321" actId="1076"/>
          <ac:spMkLst>
            <pc:docMk/>
            <pc:sldMk cId="0" sldId="39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90"/>
            <ac:spMk id="4" creationId="{00000000-0000-0000-0000-000000000000}"/>
          </ac:spMkLst>
        </pc:spChg>
      </pc:sldChg>
      <pc:sldChg chg="modSp mod modClrScheme chgLayout">
        <pc:chgData name="Carey Garback" userId="dc25ffa4-de89-4779-8381-34524c87e417" providerId="ADAL" clId="{6E1D5EB8-13F6-40DF-B512-351F8F358EAF}" dt="2026-03-11T21:11:36.943" v="329" actId="1076"/>
        <pc:sldMkLst>
          <pc:docMk/>
          <pc:sldMk cId="0" sldId="391"/>
        </pc:sldMkLst>
        <pc:spChg chg="mod ord">
          <ac:chgData name="Carey Garback" userId="dc25ffa4-de89-4779-8381-34524c87e417" providerId="ADAL" clId="{6E1D5EB8-13F6-40DF-B512-351F8F358EAF}" dt="2026-03-11T21:11:36.943" v="329" actId="1076"/>
          <ac:spMkLst>
            <pc:docMk/>
            <pc:sldMk cId="0" sldId="39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1"/>
            <ac:spMk id="10" creationId="{00000000-0000-0000-0000-000000000000}"/>
          </ac:spMkLst>
        </pc:spChg>
      </pc:sldChg>
      <pc:sldChg chg="modSp mod modClrScheme chgLayout">
        <pc:chgData name="Carey Garback" userId="dc25ffa4-de89-4779-8381-34524c87e417" providerId="ADAL" clId="{6E1D5EB8-13F6-40DF-B512-351F8F358EAF}" dt="2026-03-11T21:11:44.411" v="331" actId="1076"/>
        <pc:sldMkLst>
          <pc:docMk/>
          <pc:sldMk cId="0" sldId="392"/>
        </pc:sldMkLst>
        <pc:spChg chg="mod ord">
          <ac:chgData name="Carey Garback" userId="dc25ffa4-de89-4779-8381-34524c87e417" providerId="ADAL" clId="{6E1D5EB8-13F6-40DF-B512-351F8F358EAF}" dt="2026-03-11T21:11:44.411" v="331" actId="1076"/>
          <ac:spMkLst>
            <pc:docMk/>
            <pc:sldMk cId="0" sldId="39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2"/>
            <ac:spMk id="10" creationId="{00000000-0000-0000-0000-000000000000}"/>
          </ac:spMkLst>
        </pc:spChg>
      </pc:sldChg>
      <pc:sldChg chg="modSp mod modClrScheme chgLayout">
        <pc:chgData name="Carey Garback" userId="dc25ffa4-de89-4779-8381-34524c87e417" providerId="ADAL" clId="{6E1D5EB8-13F6-40DF-B512-351F8F358EAF}" dt="2026-03-11T21:11:51.379" v="333" actId="1076"/>
        <pc:sldMkLst>
          <pc:docMk/>
          <pc:sldMk cId="0" sldId="393"/>
        </pc:sldMkLst>
        <pc:spChg chg="mod ord">
          <ac:chgData name="Carey Garback" userId="dc25ffa4-de89-4779-8381-34524c87e417" providerId="ADAL" clId="{6E1D5EB8-13F6-40DF-B512-351F8F358EAF}" dt="2026-03-11T21:11:51.379" v="333" actId="1076"/>
          <ac:spMkLst>
            <pc:docMk/>
            <pc:sldMk cId="0" sldId="39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3"/>
            <ac:spMk id="10" creationId="{00000000-0000-0000-0000-000000000000}"/>
          </ac:spMkLst>
        </pc:spChg>
      </pc:sldChg>
      <pc:sldChg chg="modSp mod modClrScheme chgLayout">
        <pc:chgData name="Carey Garback" userId="dc25ffa4-de89-4779-8381-34524c87e417" providerId="ADAL" clId="{6E1D5EB8-13F6-40DF-B512-351F8F358EAF}" dt="2026-03-11T21:11:58.779" v="335" actId="1076"/>
        <pc:sldMkLst>
          <pc:docMk/>
          <pc:sldMk cId="0" sldId="394"/>
        </pc:sldMkLst>
        <pc:spChg chg="mod ord">
          <ac:chgData name="Carey Garback" userId="dc25ffa4-de89-4779-8381-34524c87e417" providerId="ADAL" clId="{6E1D5EB8-13F6-40DF-B512-351F8F358EAF}" dt="2026-03-11T21:11:58.779" v="335" actId="1076"/>
          <ac:spMkLst>
            <pc:docMk/>
            <pc:sldMk cId="0" sldId="39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94"/>
            <ac:spMk id="11" creationId="{00000000-0000-0000-0000-000000000000}"/>
          </ac:spMkLst>
        </pc:spChg>
      </pc:sldChg>
      <pc:sldChg chg="delSp modSp mod modClrScheme chgLayout">
        <pc:chgData name="Carey Garback" userId="dc25ffa4-de89-4779-8381-34524c87e417" providerId="ADAL" clId="{6E1D5EB8-13F6-40DF-B512-351F8F358EAF}" dt="2026-03-11T21:12:13.763" v="364" actId="1035"/>
        <pc:sldMkLst>
          <pc:docMk/>
          <pc:sldMk cId="0" sldId="395"/>
        </pc:sldMkLst>
        <pc:spChg chg="del">
          <ac:chgData name="Carey Garback" userId="dc25ffa4-de89-4779-8381-34524c87e417" providerId="ADAL" clId="{6E1D5EB8-13F6-40DF-B512-351F8F358EAF}" dt="2026-03-11T21:12:02.808" v="336" actId="478"/>
          <ac:spMkLst>
            <pc:docMk/>
            <pc:sldMk cId="0" sldId="395"/>
            <ac:spMk id="2"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4"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5"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6"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7" creationId="{00000000-0000-0000-0000-000000000000}"/>
          </ac:spMkLst>
        </pc:spChg>
        <pc:spChg chg="mod ord">
          <ac:chgData name="Carey Garback" userId="dc25ffa4-de89-4779-8381-34524c87e417" providerId="ADAL" clId="{6E1D5EB8-13F6-40DF-B512-351F8F358EAF}" dt="2026-03-11T21:12:13.763" v="364" actId="1035"/>
          <ac:spMkLst>
            <pc:docMk/>
            <pc:sldMk cId="0" sldId="395"/>
            <ac:spMk id="8"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9" creationId="{00000000-0000-0000-0000-000000000000}"/>
          </ac:spMkLst>
        </pc:spChg>
        <pc:spChg chg="mod ord">
          <ac:chgData name="Carey Garback" userId="dc25ffa4-de89-4779-8381-34524c87e417" providerId="ADAL" clId="{6E1D5EB8-13F6-40DF-B512-351F8F358EAF}" dt="2026-03-11T21:12:06.097" v="337" actId="207"/>
          <ac:spMkLst>
            <pc:docMk/>
            <pc:sldMk cId="0" sldId="395"/>
            <ac:spMk id="10"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96"/>
        </pc:sldMkLst>
        <pc:spChg chg="mod ord">
          <ac:chgData name="Carey Garback" userId="dc25ffa4-de89-4779-8381-34524c87e417" providerId="ADAL" clId="{6E1D5EB8-13F6-40DF-B512-351F8F358EAF}" dt="2026-03-11T20:57:21.127" v="111" actId="700"/>
          <ac:spMkLst>
            <pc:docMk/>
            <pc:sldMk cId="0" sldId="39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6"/>
            <ac:spMk id="15" creationId="{00000000-0000-0000-0000-000000000000}"/>
          </ac:spMkLst>
        </pc:spChg>
      </pc:sldChg>
      <pc:sldChg chg="modSp mod modClrScheme chgLayout">
        <pc:chgData name="Carey Garback" userId="dc25ffa4-de89-4779-8381-34524c87e417" providerId="ADAL" clId="{6E1D5EB8-13F6-40DF-B512-351F8F358EAF}" dt="2026-03-11T21:13:28.199" v="380" actId="1076"/>
        <pc:sldMkLst>
          <pc:docMk/>
          <pc:sldMk cId="0" sldId="397"/>
        </pc:sldMkLst>
        <pc:spChg chg="mod ord">
          <ac:chgData name="Carey Garback" userId="dc25ffa4-de89-4779-8381-34524c87e417" providerId="ADAL" clId="{6E1D5EB8-13F6-40DF-B512-351F8F358EAF}" dt="2026-03-11T21:13:28.199" v="380" actId="1076"/>
          <ac:spMkLst>
            <pc:docMk/>
            <pc:sldMk cId="0" sldId="397"/>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7"/>
            <ac:spMk id="11" creationId="{00000000-0000-0000-0000-000000000000}"/>
          </ac:spMkLst>
        </pc:spChg>
      </pc:sldChg>
      <pc:sldChg chg="modSp mod modClrScheme chgLayout">
        <pc:chgData name="Carey Garback" userId="dc25ffa4-de89-4779-8381-34524c87e417" providerId="ADAL" clId="{6E1D5EB8-13F6-40DF-B512-351F8F358EAF}" dt="2026-03-11T21:13:17.096" v="377" actId="1076"/>
        <pc:sldMkLst>
          <pc:docMk/>
          <pc:sldMk cId="0" sldId="398"/>
        </pc:sldMkLst>
        <pc:spChg chg="mod ord">
          <ac:chgData name="Carey Garback" userId="dc25ffa4-de89-4779-8381-34524c87e417" providerId="ADAL" clId="{6E1D5EB8-13F6-40DF-B512-351F8F358EAF}" dt="2026-03-11T21:13:17.096" v="377" actId="1076"/>
          <ac:spMkLst>
            <pc:docMk/>
            <pc:sldMk cId="0" sldId="39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8"/>
            <ac:spMk id="11" creationId="{00000000-0000-0000-0000-000000000000}"/>
          </ac:spMkLst>
        </pc:spChg>
      </pc:sldChg>
      <pc:sldChg chg="delSp modSp mod modClrScheme chgLayout">
        <pc:chgData name="Carey Garback" userId="dc25ffa4-de89-4779-8381-34524c87e417" providerId="ADAL" clId="{6E1D5EB8-13F6-40DF-B512-351F8F358EAF}" dt="2026-03-11T21:14:06.161" v="384" actId="1076"/>
        <pc:sldMkLst>
          <pc:docMk/>
          <pc:sldMk cId="0" sldId="399"/>
        </pc:sldMkLst>
        <pc:spChg chg="del">
          <ac:chgData name="Carey Garback" userId="dc25ffa4-de89-4779-8381-34524c87e417" providerId="ADAL" clId="{6E1D5EB8-13F6-40DF-B512-351F8F358EAF}" dt="2026-03-11T21:13:38.722" v="381" actId="478"/>
          <ac:spMkLst>
            <pc:docMk/>
            <pc:sldMk cId="0" sldId="399"/>
            <ac:spMk id="2"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4"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5"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6"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7" creationId="{00000000-0000-0000-0000-000000000000}"/>
          </ac:spMkLst>
        </pc:spChg>
        <pc:spChg chg="mod ord">
          <ac:chgData name="Carey Garback" userId="dc25ffa4-de89-4779-8381-34524c87e417" providerId="ADAL" clId="{6E1D5EB8-13F6-40DF-B512-351F8F358EAF}" dt="2026-03-11T21:14:06.161" v="384" actId="1076"/>
          <ac:spMkLst>
            <pc:docMk/>
            <pc:sldMk cId="0" sldId="399"/>
            <ac:spMk id="8"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9" creationId="{00000000-0000-0000-0000-000000000000}"/>
          </ac:spMkLst>
        </pc:spChg>
        <pc:spChg chg="mod ord">
          <ac:chgData name="Carey Garback" userId="dc25ffa4-de89-4779-8381-34524c87e417" providerId="ADAL" clId="{6E1D5EB8-13F6-40DF-B512-351F8F358EAF}" dt="2026-03-11T21:14:02.665" v="383" actId="207"/>
          <ac:spMkLst>
            <pc:docMk/>
            <pc:sldMk cId="0" sldId="399"/>
            <ac:spMk id="10"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11" creationId="{00000000-0000-0000-0000-000000000000}"/>
          </ac:spMkLst>
        </pc:spChg>
      </pc:sldChg>
      <pc:sldChg chg="delSp modSp mod modClrScheme chgLayout">
        <pc:chgData name="Carey Garback" userId="dc25ffa4-de89-4779-8381-34524c87e417" providerId="ADAL" clId="{6E1D5EB8-13F6-40DF-B512-351F8F358EAF}" dt="2026-03-11T21:14:14.233" v="386" actId="1076"/>
        <pc:sldMkLst>
          <pc:docMk/>
          <pc:sldMk cId="0" sldId="400"/>
        </pc:sldMkLst>
        <pc:spChg chg="del">
          <ac:chgData name="Carey Garback" userId="dc25ffa4-de89-4779-8381-34524c87e417" providerId="ADAL" clId="{6E1D5EB8-13F6-40DF-B512-351F8F358EAF}" dt="2026-03-11T21:13:42.561" v="382" actId="478"/>
          <ac:spMkLst>
            <pc:docMk/>
            <pc:sldMk cId="0" sldId="400"/>
            <ac:spMk id="2"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4"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5"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6"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7" creationId="{00000000-0000-0000-0000-000000000000}"/>
          </ac:spMkLst>
        </pc:spChg>
        <pc:spChg chg="mod ord">
          <ac:chgData name="Carey Garback" userId="dc25ffa4-de89-4779-8381-34524c87e417" providerId="ADAL" clId="{6E1D5EB8-13F6-40DF-B512-351F8F358EAF}" dt="2026-03-11T21:14:14.233" v="386" actId="1076"/>
          <ac:spMkLst>
            <pc:docMk/>
            <pc:sldMk cId="0" sldId="400"/>
            <ac:spMk id="8"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9" creationId="{00000000-0000-0000-0000-000000000000}"/>
          </ac:spMkLst>
        </pc:spChg>
        <pc:spChg chg="mod ord">
          <ac:chgData name="Carey Garback" userId="dc25ffa4-de89-4779-8381-34524c87e417" providerId="ADAL" clId="{6E1D5EB8-13F6-40DF-B512-351F8F358EAF}" dt="2026-03-11T21:14:11.332" v="385" actId="207"/>
          <ac:spMkLst>
            <pc:docMk/>
            <pc:sldMk cId="0" sldId="400"/>
            <ac:spMk id="10"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11" creationId="{00000000-0000-0000-0000-000000000000}"/>
          </ac:spMkLst>
        </pc:spChg>
      </pc:sldChg>
      <pc:sldChg chg="modSp mod modClrScheme chgLayout">
        <pc:chgData name="Carey Garback" userId="dc25ffa4-de89-4779-8381-34524c87e417" providerId="ADAL" clId="{6E1D5EB8-13F6-40DF-B512-351F8F358EAF}" dt="2026-03-11T21:14:22.529" v="388" actId="1076"/>
        <pc:sldMkLst>
          <pc:docMk/>
          <pc:sldMk cId="0" sldId="401"/>
        </pc:sldMkLst>
        <pc:spChg chg="mod ord">
          <ac:chgData name="Carey Garback" userId="dc25ffa4-de89-4779-8381-34524c87e417" providerId="ADAL" clId="{6E1D5EB8-13F6-40DF-B512-351F8F358EAF}" dt="2026-03-11T21:14:22.529" v="388" actId="1076"/>
          <ac:spMkLst>
            <pc:docMk/>
            <pc:sldMk cId="0" sldId="40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2"/>
        </pc:sldMkLst>
        <pc:spChg chg="mod ord">
          <ac:chgData name="Carey Garback" userId="dc25ffa4-de89-4779-8381-34524c87e417" providerId="ADAL" clId="{6E1D5EB8-13F6-40DF-B512-351F8F358EAF}" dt="2026-03-11T20:57:21.127" v="111" actId="700"/>
          <ac:spMkLst>
            <pc:docMk/>
            <pc:sldMk cId="0" sldId="40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2"/>
            <ac:spMk id="10" creationId="{00000000-0000-0000-0000-000000000000}"/>
          </ac:spMkLst>
        </pc:spChg>
      </pc:sldChg>
      <pc:sldChg chg="modSp mod modClrScheme chgLayout">
        <pc:chgData name="Carey Garback" userId="dc25ffa4-de89-4779-8381-34524c87e417" providerId="ADAL" clId="{6E1D5EB8-13F6-40DF-B512-351F8F358EAF}" dt="2026-03-11T21:14:31.769" v="389" actId="207"/>
        <pc:sldMkLst>
          <pc:docMk/>
          <pc:sldMk cId="0" sldId="403"/>
        </pc:sldMkLst>
        <pc:spChg chg="mod ord">
          <ac:chgData name="Carey Garback" userId="dc25ffa4-de89-4779-8381-34524c87e417" providerId="ADAL" clId="{6E1D5EB8-13F6-40DF-B512-351F8F358EAF}" dt="2026-03-11T21:14:31.769" v="389" actId="207"/>
          <ac:spMkLst>
            <pc:docMk/>
            <pc:sldMk cId="0" sldId="40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4"/>
        </pc:sldMkLst>
        <pc:spChg chg="mod ord">
          <ac:chgData name="Carey Garback" userId="dc25ffa4-de89-4779-8381-34524c87e417" providerId="ADAL" clId="{6E1D5EB8-13F6-40DF-B512-351F8F358EAF}" dt="2026-03-11T20:57:21.127" v="111" actId="700"/>
          <ac:spMkLst>
            <pc:docMk/>
            <pc:sldMk cId="0" sldId="404"/>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5"/>
        </pc:sldMkLst>
        <pc:spChg chg="mod ord">
          <ac:chgData name="Carey Garback" userId="dc25ffa4-de89-4779-8381-34524c87e417" providerId="ADAL" clId="{6E1D5EB8-13F6-40DF-B512-351F8F358EAF}" dt="2026-03-11T20:57:21.127" v="111" actId="700"/>
          <ac:spMkLst>
            <pc:docMk/>
            <pc:sldMk cId="0" sldId="40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6"/>
        </pc:sldMkLst>
        <pc:spChg chg="mod ord">
          <ac:chgData name="Carey Garback" userId="dc25ffa4-de89-4779-8381-34524c87e417" providerId="ADAL" clId="{6E1D5EB8-13F6-40DF-B512-351F8F358EAF}" dt="2026-03-11T20:57:21.127" v="111" actId="700"/>
          <ac:spMkLst>
            <pc:docMk/>
            <pc:sldMk cId="0" sldId="40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7"/>
        </pc:sldMkLst>
        <pc:spChg chg="mod ord">
          <ac:chgData name="Carey Garback" userId="dc25ffa4-de89-4779-8381-34524c87e417" providerId="ADAL" clId="{6E1D5EB8-13F6-40DF-B512-351F8F358EAF}" dt="2026-03-11T20:57:21.127" v="111" actId="700"/>
          <ac:spMkLst>
            <pc:docMk/>
            <pc:sldMk cId="0" sldId="40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8"/>
        </pc:sldMkLst>
        <pc:spChg chg="mod ord">
          <ac:chgData name="Carey Garback" userId="dc25ffa4-de89-4779-8381-34524c87e417" providerId="ADAL" clId="{6E1D5EB8-13F6-40DF-B512-351F8F358EAF}" dt="2026-03-11T20:57:21.127" v="111" actId="700"/>
          <ac:spMkLst>
            <pc:docMk/>
            <pc:sldMk cId="0" sldId="40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9" creationId="{00000000-0000-0000-0000-000000000000}"/>
          </ac:spMkLst>
        </pc:spChg>
      </pc:sldChg>
      <pc:sldChg chg="modSp mod modClrScheme chgLayout">
        <pc:chgData name="Carey Garback" userId="dc25ffa4-de89-4779-8381-34524c87e417" providerId="ADAL" clId="{6E1D5EB8-13F6-40DF-B512-351F8F358EAF}" dt="2026-03-11T21:15:34.989" v="395" actId="14100"/>
        <pc:sldMkLst>
          <pc:docMk/>
          <pc:sldMk cId="0" sldId="409"/>
        </pc:sldMkLst>
        <pc:spChg chg="mod ord">
          <ac:chgData name="Carey Garback" userId="dc25ffa4-de89-4779-8381-34524c87e417" providerId="ADAL" clId="{6E1D5EB8-13F6-40DF-B512-351F8F358EAF}" dt="2026-03-11T21:15:34.989" v="395" actId="14100"/>
          <ac:spMkLst>
            <pc:docMk/>
            <pc:sldMk cId="0" sldId="40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0"/>
        </pc:sldMkLst>
        <pc:spChg chg="mod ord">
          <ac:chgData name="Carey Garback" userId="dc25ffa4-de89-4779-8381-34524c87e417" providerId="ADAL" clId="{6E1D5EB8-13F6-40DF-B512-351F8F358EAF}" dt="2026-03-11T20:57:21.127" v="111" actId="700"/>
          <ac:spMkLst>
            <pc:docMk/>
            <pc:sldMk cId="0" sldId="41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1"/>
        </pc:sldMkLst>
        <pc:spChg chg="mod ord">
          <ac:chgData name="Carey Garback" userId="dc25ffa4-de89-4779-8381-34524c87e417" providerId="ADAL" clId="{6E1D5EB8-13F6-40DF-B512-351F8F358EAF}" dt="2026-03-11T20:57:21.127" v="111" actId="700"/>
          <ac:spMkLst>
            <pc:docMk/>
            <pc:sldMk cId="0" sldId="41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2"/>
        </pc:sldMkLst>
        <pc:spChg chg="mod ord">
          <ac:chgData name="Carey Garback" userId="dc25ffa4-de89-4779-8381-34524c87e417" providerId="ADAL" clId="{6E1D5EB8-13F6-40DF-B512-351F8F358EAF}" dt="2026-03-11T20:57:21.127" v="111" actId="700"/>
          <ac:spMkLst>
            <pc:docMk/>
            <pc:sldMk cId="0" sldId="41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3"/>
        </pc:sldMkLst>
        <pc:spChg chg="mod ord">
          <ac:chgData name="Carey Garback" userId="dc25ffa4-de89-4779-8381-34524c87e417" providerId="ADAL" clId="{6E1D5EB8-13F6-40DF-B512-351F8F358EAF}" dt="2026-03-11T20:57:21.127" v="111" actId="700"/>
          <ac:spMkLst>
            <pc:docMk/>
            <pc:sldMk cId="0" sldId="41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9" creationId="{00000000-0000-0000-0000-000000000000}"/>
          </ac:spMkLst>
        </pc:spChg>
      </pc:sldChg>
      <pc:sldChg chg="modSp mod modClrScheme chgLayout">
        <pc:chgData name="Carey Garback" userId="dc25ffa4-de89-4779-8381-34524c87e417" providerId="ADAL" clId="{6E1D5EB8-13F6-40DF-B512-351F8F358EAF}" dt="2026-03-11T21:15:46.035" v="396" actId="207"/>
        <pc:sldMkLst>
          <pc:docMk/>
          <pc:sldMk cId="0" sldId="414"/>
        </pc:sldMkLst>
        <pc:spChg chg="mod ord">
          <ac:chgData name="Carey Garback" userId="dc25ffa4-de89-4779-8381-34524c87e417" providerId="ADAL" clId="{6E1D5EB8-13F6-40DF-B512-351F8F358EAF}" dt="2026-03-11T21:15:46.035" v="396" actId="207"/>
          <ac:spMkLst>
            <pc:docMk/>
            <pc:sldMk cId="0" sldId="41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5"/>
        </pc:sldMkLst>
        <pc:spChg chg="mod ord">
          <ac:chgData name="Carey Garback" userId="dc25ffa4-de89-4779-8381-34524c87e417" providerId="ADAL" clId="{6E1D5EB8-13F6-40DF-B512-351F8F358EAF}" dt="2026-03-11T20:57:21.127" v="111" actId="700"/>
          <ac:spMkLst>
            <pc:docMk/>
            <pc:sldMk cId="0" sldId="41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6"/>
        </pc:sldMkLst>
        <pc:spChg chg="mod ord">
          <ac:chgData name="Carey Garback" userId="dc25ffa4-de89-4779-8381-34524c87e417" providerId="ADAL" clId="{6E1D5EB8-13F6-40DF-B512-351F8F358EAF}" dt="2026-03-11T20:57:21.127" v="111" actId="700"/>
          <ac:spMkLst>
            <pc:docMk/>
            <pc:sldMk cId="0" sldId="41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7"/>
        </pc:sldMkLst>
        <pc:spChg chg="mod ord">
          <ac:chgData name="Carey Garback" userId="dc25ffa4-de89-4779-8381-34524c87e417" providerId="ADAL" clId="{6E1D5EB8-13F6-40DF-B512-351F8F358EAF}" dt="2026-03-11T20:57:21.127" v="111" actId="700"/>
          <ac:spMkLst>
            <pc:docMk/>
            <pc:sldMk cId="0" sldId="41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8"/>
        </pc:sldMkLst>
        <pc:spChg chg="mod ord">
          <ac:chgData name="Carey Garback" userId="dc25ffa4-de89-4779-8381-34524c87e417" providerId="ADAL" clId="{6E1D5EB8-13F6-40DF-B512-351F8F358EAF}" dt="2026-03-11T20:57:21.127" v="111" actId="700"/>
          <ac:spMkLst>
            <pc:docMk/>
            <pc:sldMk cId="0" sldId="41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9"/>
        </pc:sldMkLst>
        <pc:spChg chg="mod ord">
          <ac:chgData name="Carey Garback" userId="dc25ffa4-de89-4779-8381-34524c87e417" providerId="ADAL" clId="{6E1D5EB8-13F6-40DF-B512-351F8F358EAF}" dt="2026-03-11T20:57:21.127" v="111" actId="700"/>
          <ac:spMkLst>
            <pc:docMk/>
            <pc:sldMk cId="0" sldId="419"/>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0"/>
        </pc:sldMkLst>
        <pc:spChg chg="mod ord">
          <ac:chgData name="Carey Garback" userId="dc25ffa4-de89-4779-8381-34524c87e417" providerId="ADAL" clId="{6E1D5EB8-13F6-40DF-B512-351F8F358EAF}" dt="2026-03-11T20:57:21.127" v="111" actId="700"/>
          <ac:spMkLst>
            <pc:docMk/>
            <pc:sldMk cId="0" sldId="42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1"/>
        </pc:sldMkLst>
        <pc:spChg chg="mod ord">
          <ac:chgData name="Carey Garback" userId="dc25ffa4-de89-4779-8381-34524c87e417" providerId="ADAL" clId="{6E1D5EB8-13F6-40DF-B512-351F8F358EAF}" dt="2026-03-11T20:57:21.127" v="111" actId="700"/>
          <ac:spMkLst>
            <pc:docMk/>
            <pc:sldMk cId="0" sldId="42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2"/>
        </pc:sldMkLst>
        <pc:spChg chg="mod ord">
          <ac:chgData name="Carey Garback" userId="dc25ffa4-de89-4779-8381-34524c87e417" providerId="ADAL" clId="{6E1D5EB8-13F6-40DF-B512-351F8F358EAF}" dt="2026-03-11T20:57:21.127" v="111" actId="700"/>
          <ac:spMkLst>
            <pc:docMk/>
            <pc:sldMk cId="0" sldId="4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2"/>
            <ac:spMk id="12" creationId="{00000000-0000-0000-0000-000000000000}"/>
          </ac:spMkLst>
        </pc:spChg>
      </pc:sldChg>
      <pc:sldChg chg="modSp mod modClrScheme chgLayout">
        <pc:chgData name="Carey Garback" userId="dc25ffa4-de89-4779-8381-34524c87e417" providerId="ADAL" clId="{6E1D5EB8-13F6-40DF-B512-351F8F358EAF}" dt="2026-03-11T21:16:43.044" v="427" actId="1076"/>
        <pc:sldMkLst>
          <pc:docMk/>
          <pc:sldMk cId="0" sldId="423"/>
        </pc:sldMkLst>
        <pc:spChg chg="mod ord">
          <ac:chgData name="Carey Garback" userId="dc25ffa4-de89-4779-8381-34524c87e417" providerId="ADAL" clId="{6E1D5EB8-13F6-40DF-B512-351F8F358EAF}" dt="2026-03-11T21:16:43.044" v="427" actId="1076"/>
          <ac:spMkLst>
            <pc:docMk/>
            <pc:sldMk cId="0" sldId="423"/>
            <ac:spMk id="2" creationId="{00000000-0000-0000-0000-000000000000}"/>
          </ac:spMkLst>
        </pc:spChg>
      </pc:sldChg>
      <pc:sldChg chg="delSp modSp mod modClrScheme chgLayout">
        <pc:chgData name="Carey Garback" userId="dc25ffa4-de89-4779-8381-34524c87e417" providerId="ADAL" clId="{6E1D5EB8-13F6-40DF-B512-351F8F358EAF}" dt="2026-03-11T21:17:09.192" v="428" actId="478"/>
        <pc:sldMkLst>
          <pc:docMk/>
          <pc:sldMk cId="0" sldId="424"/>
        </pc:sldMkLst>
        <pc:spChg chg="mod ord">
          <ac:chgData name="Carey Garback" userId="dc25ffa4-de89-4779-8381-34524c87e417" providerId="ADAL" clId="{6E1D5EB8-13F6-40DF-B512-351F8F358EAF}" dt="2026-03-11T20:57:21.127" v="111" actId="700"/>
          <ac:spMkLst>
            <pc:docMk/>
            <pc:sldMk cId="0" sldId="424"/>
            <ac:spMk id="3" creationId="{00000000-0000-0000-0000-000000000000}"/>
          </ac:spMkLst>
        </pc:spChg>
        <pc:spChg chg="del mod ord">
          <ac:chgData name="Carey Garback" userId="dc25ffa4-de89-4779-8381-34524c87e417" providerId="ADAL" clId="{6E1D5EB8-13F6-40DF-B512-351F8F358EAF}" dt="2026-03-11T21:17:09.192" v="428" actId="478"/>
          <ac:spMkLst>
            <pc:docMk/>
            <pc:sldMk cId="0" sldId="424"/>
            <ac:spMk id="4" creationId="{00000000-0000-0000-0000-000000000000}"/>
          </ac:spMkLst>
        </pc:spChg>
      </pc:sldChg>
      <pc:sldChg chg="delSp modSp mod modClrScheme chgLayout">
        <pc:chgData name="Carey Garback" userId="dc25ffa4-de89-4779-8381-34524c87e417" providerId="ADAL" clId="{6E1D5EB8-13F6-40DF-B512-351F8F358EAF}" dt="2026-03-11T21:17:14.370" v="429" actId="478"/>
        <pc:sldMkLst>
          <pc:docMk/>
          <pc:sldMk cId="0" sldId="425"/>
        </pc:sldMkLst>
        <pc:spChg chg="mod ord">
          <ac:chgData name="Carey Garback" userId="dc25ffa4-de89-4779-8381-34524c87e417" providerId="ADAL" clId="{6E1D5EB8-13F6-40DF-B512-351F8F358EAF}" dt="2026-03-11T20:57:21.127" v="111" actId="700"/>
          <ac:spMkLst>
            <pc:docMk/>
            <pc:sldMk cId="0" sldId="425"/>
            <ac:spMk id="5" creationId="{00000000-0000-0000-0000-000000000000}"/>
          </ac:spMkLst>
        </pc:spChg>
        <pc:spChg chg="del mod ord">
          <ac:chgData name="Carey Garback" userId="dc25ffa4-de89-4779-8381-34524c87e417" providerId="ADAL" clId="{6E1D5EB8-13F6-40DF-B512-351F8F358EAF}" dt="2026-03-11T21:17:14.370" v="429" actId="478"/>
          <ac:spMkLst>
            <pc:docMk/>
            <pc:sldMk cId="0" sldId="425"/>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6"/>
        </pc:sldMkLst>
        <pc:spChg chg="mod ord">
          <ac:chgData name="Carey Garback" userId="dc25ffa4-de89-4779-8381-34524c87e417" providerId="ADAL" clId="{6E1D5EB8-13F6-40DF-B512-351F8F358EAF}" dt="2026-03-11T20:57:21.127" v="111" actId="700"/>
          <ac:spMkLst>
            <pc:docMk/>
            <pc:sldMk cId="0" sldId="4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6"/>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7"/>
        </pc:sldMkLst>
        <pc:spChg chg="mod ord">
          <ac:chgData name="Carey Garback" userId="dc25ffa4-de89-4779-8381-34524c87e417" providerId="ADAL" clId="{6E1D5EB8-13F6-40DF-B512-351F8F358EAF}" dt="2026-03-11T20:57:21.127" v="111" actId="700"/>
          <ac:spMkLst>
            <pc:docMk/>
            <pc:sldMk cId="0" sldId="42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8"/>
        </pc:sldMkLst>
        <pc:spChg chg="mod ord">
          <ac:chgData name="Carey Garback" userId="dc25ffa4-de89-4779-8381-34524c87e417" providerId="ADAL" clId="{6E1D5EB8-13F6-40DF-B512-351F8F358EAF}" dt="2026-03-11T20:57:21.127" v="111" actId="700"/>
          <ac:spMkLst>
            <pc:docMk/>
            <pc:sldMk cId="0" sldId="4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9"/>
        </pc:sldMkLst>
        <pc:spChg chg="mod ord">
          <ac:chgData name="Carey Garback" userId="dc25ffa4-de89-4779-8381-34524c87e417" providerId="ADAL" clId="{6E1D5EB8-13F6-40DF-B512-351F8F358EAF}" dt="2026-03-11T20:57:21.127" v="111" actId="700"/>
          <ac:spMkLst>
            <pc:docMk/>
            <pc:sldMk cId="0" sldId="4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0"/>
        </pc:sldMkLst>
        <pc:spChg chg="mod ord">
          <ac:chgData name="Carey Garback" userId="dc25ffa4-de89-4779-8381-34524c87e417" providerId="ADAL" clId="{6E1D5EB8-13F6-40DF-B512-351F8F358EAF}" dt="2026-03-11T20:57:21.127" v="111" actId="700"/>
          <ac:spMkLst>
            <pc:docMk/>
            <pc:sldMk cId="0" sldId="43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3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1"/>
        </pc:sldMkLst>
        <pc:spChg chg="mod ord">
          <ac:chgData name="Carey Garback" userId="dc25ffa4-de89-4779-8381-34524c87e417" providerId="ADAL" clId="{6E1D5EB8-13F6-40DF-B512-351F8F358EAF}" dt="2026-03-11T20:57:21.127" v="111" actId="700"/>
          <ac:spMkLst>
            <pc:docMk/>
            <pc:sldMk cId="0" sldId="43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3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2"/>
        </pc:sldMkLst>
        <pc:spChg chg="mod ord">
          <ac:chgData name="Carey Garback" userId="dc25ffa4-de89-4779-8381-34524c87e417" providerId="ADAL" clId="{6E1D5EB8-13F6-40DF-B512-351F8F358EAF}" dt="2026-03-11T20:57:21.127" v="111" actId="700"/>
          <ac:spMkLst>
            <pc:docMk/>
            <pc:sldMk cId="0" sldId="4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3"/>
        </pc:sldMkLst>
        <pc:spChg chg="mod ord">
          <ac:chgData name="Carey Garback" userId="dc25ffa4-de89-4779-8381-34524c87e417" providerId="ADAL" clId="{6E1D5EB8-13F6-40DF-B512-351F8F358EAF}" dt="2026-03-11T20:57:21.127" v="111" actId="700"/>
          <ac:spMkLst>
            <pc:docMk/>
            <pc:sldMk cId="0" sldId="433"/>
            <ac:spMk id="3"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4"/>
        </pc:sldMkLst>
        <pc:spChg chg="mod ord">
          <ac:chgData name="Carey Garback" userId="dc25ffa4-de89-4779-8381-34524c87e417" providerId="ADAL" clId="{6E1D5EB8-13F6-40DF-B512-351F8F358EAF}" dt="2026-03-11T20:57:21.127" v="111" actId="700"/>
          <ac:spMkLst>
            <pc:docMk/>
            <pc:sldMk cId="0" sldId="4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5"/>
        </pc:sldMkLst>
        <pc:spChg chg="mod ord">
          <ac:chgData name="Carey Garback" userId="dc25ffa4-de89-4779-8381-34524c87e417" providerId="ADAL" clId="{6E1D5EB8-13F6-40DF-B512-351F8F358EAF}" dt="2026-03-11T20:57:21.127" v="111" actId="700"/>
          <ac:spMkLst>
            <pc:docMk/>
            <pc:sldMk cId="0" sldId="4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5"/>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6"/>
        </pc:sldMkLst>
        <pc:spChg chg="mod ord">
          <ac:chgData name="Carey Garback" userId="dc25ffa4-de89-4779-8381-34524c87e417" providerId="ADAL" clId="{6E1D5EB8-13F6-40DF-B512-351F8F358EAF}" dt="2026-03-11T20:57:21.127" v="111" actId="700"/>
          <ac:spMkLst>
            <pc:docMk/>
            <pc:sldMk cId="0" sldId="43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6"/>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7"/>
        </pc:sldMkLst>
        <pc:spChg chg="mod ord">
          <ac:chgData name="Carey Garback" userId="dc25ffa4-de89-4779-8381-34524c87e417" providerId="ADAL" clId="{6E1D5EB8-13F6-40DF-B512-351F8F358EAF}" dt="2026-03-11T20:57:21.127" v="111" actId="700"/>
          <ac:spMkLst>
            <pc:docMk/>
            <pc:sldMk cId="0" sldId="43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8"/>
        </pc:sldMkLst>
        <pc:spChg chg="mod ord">
          <ac:chgData name="Carey Garback" userId="dc25ffa4-de89-4779-8381-34524c87e417" providerId="ADAL" clId="{6E1D5EB8-13F6-40DF-B512-351F8F358EAF}" dt="2026-03-11T20:57:21.127" v="111" actId="700"/>
          <ac:spMkLst>
            <pc:docMk/>
            <pc:sldMk cId="0" sldId="4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9"/>
        </pc:sldMkLst>
        <pc:spChg chg="mod ord">
          <ac:chgData name="Carey Garback" userId="dc25ffa4-de89-4779-8381-34524c87e417" providerId="ADAL" clId="{6E1D5EB8-13F6-40DF-B512-351F8F358EAF}" dt="2026-03-11T20:57:21.127" v="111" actId="700"/>
          <ac:spMkLst>
            <pc:docMk/>
            <pc:sldMk cId="0" sldId="43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0"/>
        </pc:sldMkLst>
        <pc:spChg chg="mod ord">
          <ac:chgData name="Carey Garback" userId="dc25ffa4-de89-4779-8381-34524c87e417" providerId="ADAL" clId="{6E1D5EB8-13F6-40DF-B512-351F8F358EAF}" dt="2026-03-11T20:57:21.127" v="111" actId="700"/>
          <ac:spMkLst>
            <pc:docMk/>
            <pc:sldMk cId="0" sldId="44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0"/>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1"/>
        </pc:sldMkLst>
        <pc:spChg chg="mod ord">
          <ac:chgData name="Carey Garback" userId="dc25ffa4-de89-4779-8381-34524c87e417" providerId="ADAL" clId="{6E1D5EB8-13F6-40DF-B512-351F8F358EAF}" dt="2026-03-11T20:57:21.127" v="111" actId="700"/>
          <ac:spMkLst>
            <pc:docMk/>
            <pc:sldMk cId="0" sldId="44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2"/>
        </pc:sldMkLst>
        <pc:spChg chg="mod ord">
          <ac:chgData name="Carey Garback" userId="dc25ffa4-de89-4779-8381-34524c87e417" providerId="ADAL" clId="{6E1D5EB8-13F6-40DF-B512-351F8F358EAF}" dt="2026-03-11T20:57:21.127" v="111" actId="700"/>
          <ac:spMkLst>
            <pc:docMk/>
            <pc:sldMk cId="0" sldId="44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3"/>
        </pc:sldMkLst>
        <pc:spChg chg="mod ord">
          <ac:chgData name="Carey Garback" userId="dc25ffa4-de89-4779-8381-34524c87e417" providerId="ADAL" clId="{6E1D5EB8-13F6-40DF-B512-351F8F358EAF}" dt="2026-03-11T20:57:21.127" v="111" actId="700"/>
          <ac:spMkLst>
            <pc:docMk/>
            <pc:sldMk cId="0" sldId="443"/>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3"/>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4"/>
        </pc:sldMkLst>
        <pc:spChg chg="mod ord">
          <ac:chgData name="Carey Garback" userId="dc25ffa4-de89-4779-8381-34524c87e417" providerId="ADAL" clId="{6E1D5EB8-13F6-40DF-B512-351F8F358EAF}" dt="2026-03-11T20:57:21.127" v="111" actId="700"/>
          <ac:spMkLst>
            <pc:docMk/>
            <pc:sldMk cId="0" sldId="44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4"/>
            <ac:spMk id="4" creationId="{00000000-0000-0000-0000-000000000000}"/>
          </ac:spMkLst>
        </pc:spChg>
      </pc:sldChg>
      <pc:sldMasterChg chg="del delSldLayout">
        <pc:chgData name="Carey Garback" userId="dc25ffa4-de89-4779-8381-34524c87e417" providerId="ADAL" clId="{6E1D5EB8-13F6-40DF-B512-351F8F358EAF}" dt="2026-03-11T20:48:42.898" v="27" actId="700"/>
        <pc:sldMasterMkLst>
          <pc:docMk/>
          <pc:sldMasterMk cId="3235924352" sldId="2147483660"/>
        </pc:sldMasterMkLst>
        <pc:sldLayoutChg chg="del">
          <pc:chgData name="Carey Garback" userId="dc25ffa4-de89-4779-8381-34524c87e417" providerId="ADAL" clId="{6E1D5EB8-13F6-40DF-B512-351F8F358EAF}" dt="2026-03-11T20:48:42.898" v="27" actId="700"/>
          <pc:sldLayoutMkLst>
            <pc:docMk/>
            <pc:sldMasterMk cId="3235924352" sldId="2147483660"/>
            <pc:sldLayoutMk cId="1035141377" sldId="2147483661"/>
          </pc:sldLayoutMkLst>
        </pc:sldLayoutChg>
        <pc:sldLayoutChg chg="del">
          <pc:chgData name="Carey Garback" userId="dc25ffa4-de89-4779-8381-34524c87e417" providerId="ADAL" clId="{6E1D5EB8-13F6-40DF-B512-351F8F358EAF}" dt="2026-03-11T20:48:42.898" v="27" actId="700"/>
          <pc:sldLayoutMkLst>
            <pc:docMk/>
            <pc:sldMasterMk cId="3235924352" sldId="2147483660"/>
            <pc:sldLayoutMk cId="4027653642" sldId="2147483662"/>
          </pc:sldLayoutMkLst>
        </pc:sldLayoutChg>
      </pc:sldMasterChg>
      <pc:sldMasterChg chg="del delSldLayout">
        <pc:chgData name="Carey Garback" userId="dc25ffa4-de89-4779-8381-34524c87e417" providerId="ADAL" clId="{6E1D5EB8-13F6-40DF-B512-351F8F358EAF}" dt="2026-03-11T20:49:21.684" v="28" actId="700"/>
        <pc:sldMasterMkLst>
          <pc:docMk/>
          <pc:sldMasterMk cId="923368649" sldId="2147483666"/>
        </pc:sldMasterMkLst>
        <pc:sldLayoutChg chg="del">
          <pc:chgData name="Carey Garback" userId="dc25ffa4-de89-4779-8381-34524c87e417" providerId="ADAL" clId="{6E1D5EB8-13F6-40DF-B512-351F8F358EAF}" dt="2026-03-11T20:49:21.684" v="28" actId="700"/>
          <pc:sldLayoutMkLst>
            <pc:docMk/>
            <pc:sldMasterMk cId="923368649" sldId="2147483666"/>
            <pc:sldLayoutMk cId="1141453576" sldId="2147483667"/>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1456915426" sldId="2147483668"/>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2183310103" sldId="214748366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1401809999" sldId="2147483679"/>
        </pc:sldMasterMkLst>
        <pc:sldLayoutChg chg="del">
          <pc:chgData name="Carey Garback" userId="dc25ffa4-de89-4779-8381-34524c87e417" providerId="ADAL" clId="{6E1D5EB8-13F6-40DF-B512-351F8F358EAF}" dt="2026-03-11T20:57:21.127" v="111" actId="700"/>
          <pc:sldLayoutMkLst>
            <pc:docMk/>
            <pc:sldMasterMk cId="1401809999" sldId="2147483679"/>
            <pc:sldLayoutMk cId="2909978897" sldId="2147483680"/>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2915061967" sldId="2147483681"/>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1914343070" sldId="2147483682"/>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365608168" sldId="2147483683"/>
          </pc:sldLayoutMkLst>
        </pc:sldLayoutChg>
      </pc:sldMasterChg>
      <pc:sldMasterChg chg="del delSldLayout">
        <pc:chgData name="Carey Garback" userId="dc25ffa4-de89-4779-8381-34524c87e417" providerId="ADAL" clId="{6E1D5EB8-13F6-40DF-B512-351F8F358EAF}" dt="2026-03-11T20:57:21.127" v="111" actId="700"/>
        <pc:sldMasterMkLst>
          <pc:docMk/>
          <pc:sldMasterMk cId="917995300" sldId="2147483685"/>
        </pc:sldMasterMkLst>
        <pc:sldLayoutChg chg="del">
          <pc:chgData name="Carey Garback" userId="dc25ffa4-de89-4779-8381-34524c87e417" providerId="ADAL" clId="{6E1D5EB8-13F6-40DF-B512-351F8F358EAF}" dt="2026-03-11T20:57:21.127" v="111" actId="700"/>
          <pc:sldLayoutMkLst>
            <pc:docMk/>
            <pc:sldMasterMk cId="917995300" sldId="2147483685"/>
            <pc:sldLayoutMk cId="1257960484" sldId="2147483686"/>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738163252" sldId="2147483687"/>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3981737369" sldId="2147483688"/>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1236164671" sldId="214748368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4040483893" sldId="2147483691"/>
        </pc:sldMasterMkLst>
        <pc:sldLayoutChg chg="del">
          <pc:chgData name="Carey Garback" userId="dc25ffa4-de89-4779-8381-34524c87e417" providerId="ADAL" clId="{6E1D5EB8-13F6-40DF-B512-351F8F358EAF}" dt="2026-03-11T20:57:21.127" v="111" actId="700"/>
          <pc:sldLayoutMkLst>
            <pc:docMk/>
            <pc:sldMasterMk cId="4040483893" sldId="2147483691"/>
            <pc:sldLayoutMk cId="62507525" sldId="2147483692"/>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3087094166" sldId="2147483693"/>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500174963" sldId="2147483695"/>
          </pc:sldLayoutMkLst>
        </pc:sldLayoutChg>
      </pc:sldMasterChg>
      <pc:sldMasterChg chg="del delSldLayout">
        <pc:chgData name="Carey Garback" userId="dc25ffa4-de89-4779-8381-34524c87e417" providerId="ADAL" clId="{6E1D5EB8-13F6-40DF-B512-351F8F358EAF}" dt="2026-03-11T20:57:21.127" v="111" actId="700"/>
        <pc:sldMasterMkLst>
          <pc:docMk/>
          <pc:sldMasterMk cId="833956046" sldId="2147483697"/>
        </pc:sldMasterMkLst>
        <pc:sldLayoutChg chg="del">
          <pc:chgData name="Carey Garback" userId="dc25ffa4-de89-4779-8381-34524c87e417" providerId="ADAL" clId="{6E1D5EB8-13F6-40DF-B512-351F8F358EAF}" dt="2026-03-11T20:57:21.127" v="111" actId="700"/>
          <pc:sldLayoutMkLst>
            <pc:docMk/>
            <pc:sldMasterMk cId="833956046" sldId="2147483697"/>
            <pc:sldLayoutMk cId="3345404786" sldId="2147483698"/>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048282712" sldId="2147483699"/>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843714748" sldId="2147483701"/>
          </pc:sldLayoutMkLst>
        </pc:sldLayoutChg>
      </pc:sldMasterChg>
      <pc:sldMasterChg chg="new mod addSldLayout">
        <pc:chgData name="Carey Garback" userId="dc25ffa4-de89-4779-8381-34524c87e417" providerId="ADAL" clId="{6E1D5EB8-13F6-40DF-B512-351F8F358EAF}" dt="2026-03-11T20:45:54.864" v="0" actId="6938"/>
        <pc:sldMasterMkLst>
          <pc:docMk/>
          <pc:sldMasterMk cId="3768917275" sldId="2147483702"/>
        </pc:sldMasterMkLst>
        <pc:sldLayoutChg chg="new replId">
          <pc:chgData name="Carey Garback" userId="dc25ffa4-de89-4779-8381-34524c87e417" providerId="ADAL" clId="{6E1D5EB8-13F6-40DF-B512-351F8F358EAF}" dt="2026-03-11T20:45:54.864" v="0" actId="6938"/>
          <pc:sldLayoutMkLst>
            <pc:docMk/>
            <pc:sldMasterMk cId="3768917275" sldId="2147483702"/>
            <pc:sldLayoutMk cId="4122042031" sldId="2147483703"/>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9336987" sldId="2147483704"/>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999859724" sldId="2147483705"/>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046803670" sldId="2147483706"/>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27527939" sldId="2147483707"/>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568196630" sldId="2147483708"/>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38423179" sldId="2147483709"/>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639641599" sldId="2147483710"/>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727792376" sldId="2147483711"/>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1994235" sldId="2147483712"/>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774246442" sldId="214748371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C2648E-2733-4EC8-BEDA-1577DE2D3D01}" type="datetimeFigureOut">
              <a:rPr lang="en-US" smtClean="0"/>
              <a:t>10/27/2026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CA796C-48E4-4AB2-BF9A-20773E9CD213}" type="slidenum">
              <a:rPr lang="en-US" smtClean="0"/>
              <a:t>‹#›</a:t>
            </a:fld>
            <a:endParaRPr lang="en-US"/>
          </a:p>
        </p:txBody>
      </p:sp>
    </p:spTree>
    <p:extLst>
      <p:ext uri="{BB962C8B-B14F-4D97-AF65-F5344CB8AC3E}">
        <p14:creationId xmlns:p14="http://schemas.microsoft.com/office/powerpoint/2010/main" val="4100432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CA380C-F67F-EFBA-3B70-375AF924BF22}"/>
              </a:ext>
            </a:extLst>
          </p:cNvPr>
          <p:cNvSpPr>
            <a:spLocks noGrp="1"/>
          </p:cNvSpPr>
          <p:nvPr>
            <p:ph type="dt" sz="half" idx="10"/>
          </p:nvPr>
        </p:nvSpPr>
        <p:spPr/>
        <p:txBody>
          <a:bodyPr/>
          <a:lstStyle/>
          <a:p>
            <a:fld id="{8CF61943-3342-4554-8403-118C8C1529D5}" type="datetimeFigureOut">
              <a:rPr lang="en-US" smtClean="0"/>
              <a:t>10/27/2026</a:t>
            </a:fld>
            <a:endParaRPr lang="en-US"/>
          </a:p>
        </p:txBody>
      </p:sp>
      <p:sp>
        <p:nvSpPr>
          <p:cNvPr id="3" name="Footer Placeholder 2">
            <a:extLst>
              <a:ext uri="{FF2B5EF4-FFF2-40B4-BE49-F238E27FC236}">
                <a16:creationId xmlns:a16="http://schemas.microsoft.com/office/drawing/2014/main" id="{1D4AFDB8-8FC5-F48F-B4AE-DA7846B5D4F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92BEB7-8480-87E5-785A-0C311E8BB8F7}"/>
              </a:ext>
            </a:extLst>
          </p:cNvPr>
          <p:cNvSpPr>
            <a:spLocks noGrp="1"/>
          </p:cNvSpPr>
          <p:nvPr>
            <p:ph type="sldNum" sz="quarter" idx="12"/>
          </p:nvPr>
        </p:nvSpPr>
        <p:spPr/>
        <p:txBody>
          <a:bodyPr/>
          <a:lstStyle/>
          <a:p>
            <a:fld id="{C1D4C522-3418-4017-B3CC-40AB942034BC}" type="slidenum">
              <a:rPr lang="en-US" smtClean="0"/>
              <a:t>‹#›</a:t>
            </a:fld>
            <a:endParaRPr lang="en-US"/>
          </a:p>
        </p:txBody>
      </p:sp>
    </p:spTree>
    <p:extLst>
      <p:ext uri="{BB962C8B-B14F-4D97-AF65-F5344CB8AC3E}">
        <p14:creationId xmlns:p14="http://schemas.microsoft.com/office/powerpoint/2010/main" val="31384231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Blank Slide">
    <p:spTree>
      <p:nvGrpSpPr>
        <p:cNvPr id="1" name=""/>
        <p:cNvGrpSpPr/>
        <p:nvPr/>
      </p:nvGrpSpPr>
      <p:grpSpPr>
        <a:xfrm>
          <a:off x="0" y="0"/>
          <a:ext cx="0" cy="0"/>
          <a:chOff x="0" y="0"/>
          <a:chExt cx="0" cy="0"/>
        </a:xfrm>
      </p:grpSpPr>
      <p:sp>
        <p:nvSpPr>
          <p:cNvPr id="6" name="テキスト プレースホルダー 5"/>
          <p:cNvSpPr>
            <a:spLocks noGrp="1"/>
          </p:cNvSpPr>
          <p:nvPr>
            <p:ph type="body" sz="quarter" idx="10" hasCustomPrompt="1"/>
          </p:nvPr>
        </p:nvSpPr>
        <p:spPr>
          <a:xfrm>
            <a:off x="263524" y="208032"/>
            <a:ext cx="11664951" cy="563524"/>
          </a:xfrm>
          <a:prstGeom prst="rect">
            <a:avLst/>
          </a:prstGeom>
        </p:spPr>
        <p:txBody>
          <a:bodyPr/>
          <a:lstStyle>
            <a:lvl1pPr marL="0" indent="0">
              <a:buNone/>
              <a:defRPr sz="2800" b="1">
                <a:latin typeface="+mj-lt"/>
              </a:defRPr>
            </a:lvl1pPr>
          </a:lstStyle>
          <a:p>
            <a:pPr lvl="0"/>
            <a:r>
              <a:rPr kumimoji="1" lang="en-US" altLang="ja-JP" dirty="0"/>
              <a:t>Title, Verdana Bold 28pt</a:t>
            </a:r>
            <a:endParaRPr kumimoji="1" lang="ja-JP" altLang="en-US" dirty="0"/>
          </a:p>
        </p:txBody>
      </p:sp>
      <p:sp>
        <p:nvSpPr>
          <p:cNvPr id="8" name="テキスト プレースホルダー 7"/>
          <p:cNvSpPr>
            <a:spLocks noGrp="1"/>
          </p:cNvSpPr>
          <p:nvPr>
            <p:ph type="body" sz="quarter" idx="11" hasCustomPrompt="1"/>
          </p:nvPr>
        </p:nvSpPr>
        <p:spPr>
          <a:xfrm>
            <a:off x="270415" y="976343"/>
            <a:ext cx="11658059" cy="446057"/>
          </a:xfrm>
          <a:prstGeom prst="rect">
            <a:avLst/>
          </a:prstGeom>
        </p:spPr>
        <p:txBody>
          <a:bodyPr/>
          <a:lstStyle>
            <a:lvl1pPr marL="228600" indent="-228600">
              <a:buFont typeface="Wingdings" panose="05000000000000000000" pitchFamily="2" charset="2"/>
              <a:buChar char="n"/>
              <a:defRPr sz="2400" baseline="0">
                <a:latin typeface="+mn-lt"/>
              </a:defRPr>
            </a:lvl1pPr>
          </a:lstStyle>
          <a:p>
            <a:pPr lvl="0"/>
            <a:r>
              <a:rPr kumimoji="1" lang="en-US" altLang="ja-JP" dirty="0"/>
              <a:t>Body Title, Verdana 24pt</a:t>
            </a:r>
            <a:endParaRPr kumimoji="1" lang="ja-JP" altLang="en-US" dirty="0"/>
          </a:p>
        </p:txBody>
      </p:sp>
      <p:sp>
        <p:nvSpPr>
          <p:cNvPr id="9" name="テキスト プレースホルダー 7"/>
          <p:cNvSpPr>
            <a:spLocks noGrp="1"/>
          </p:cNvSpPr>
          <p:nvPr>
            <p:ph type="body" sz="quarter" idx="12" hasCustomPrompt="1"/>
          </p:nvPr>
        </p:nvSpPr>
        <p:spPr>
          <a:xfrm>
            <a:off x="270415" y="1422400"/>
            <a:ext cx="11658059" cy="4622800"/>
          </a:xfrm>
          <a:prstGeom prst="rect">
            <a:avLst/>
          </a:prstGeom>
        </p:spPr>
        <p:txBody>
          <a:bodyPr/>
          <a:lstStyle>
            <a:lvl1pPr marL="0" indent="0">
              <a:buFontTx/>
              <a:buNone/>
              <a:defRPr sz="1800" baseline="0">
                <a:latin typeface="+mn-lt"/>
              </a:defRPr>
            </a:lvl1pPr>
          </a:lstStyle>
          <a:p>
            <a:pPr lvl="0"/>
            <a:r>
              <a:rPr kumimoji="1" lang="en-US" altLang="ja-JP" dirty="0"/>
              <a:t>Body Text, Verdana 18pt</a:t>
            </a:r>
            <a:endParaRPr kumimoji="1" lang="ja-JP" altLang="en-US" dirty="0"/>
          </a:p>
        </p:txBody>
      </p:sp>
    </p:spTree>
    <p:extLst>
      <p:ext uri="{BB962C8B-B14F-4D97-AF65-F5344CB8AC3E}">
        <p14:creationId xmlns:p14="http://schemas.microsoft.com/office/powerpoint/2010/main" val="12252360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119">
          <p15:clr>
            <a:srgbClr val="FBAE40"/>
          </p15:clr>
        </p15:guide>
        <p15:guide id="5" orient="horz" pos="618">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D95542D-E5F5-D09D-EEA0-06051D45B2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12CF76-9965-422C-D7AA-934E02A1E3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C11D16-F5A9-231C-545E-6906C5F1DE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CF61943-3342-4554-8403-118C8C1529D5}" type="datetimeFigureOut">
              <a:rPr lang="en-US" smtClean="0"/>
              <a:t>10/27/2026</a:t>
            </a:fld>
            <a:endParaRPr lang="en-US"/>
          </a:p>
        </p:txBody>
      </p:sp>
      <p:sp>
        <p:nvSpPr>
          <p:cNvPr id="5" name="Footer Placeholder 4">
            <a:extLst>
              <a:ext uri="{FF2B5EF4-FFF2-40B4-BE49-F238E27FC236}">
                <a16:creationId xmlns:a16="http://schemas.microsoft.com/office/drawing/2014/main" id="{BBD8B990-6EF6-E39E-EF31-38B044D069A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5B0DDA7-C73D-4678-0FED-6404D4AF2D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D4C522-3418-4017-B3CC-40AB942034BC}" type="slidenum">
              <a:rPr lang="en-US" smtClean="0"/>
              <a:t>‹#›</a:t>
            </a:fld>
            <a:endParaRPr lang="en-US"/>
          </a:p>
        </p:txBody>
      </p:sp>
    </p:spTree>
    <p:extLst>
      <p:ext uri="{BB962C8B-B14F-4D97-AF65-F5344CB8AC3E}">
        <p14:creationId xmlns:p14="http://schemas.microsoft.com/office/powerpoint/2010/main" val="3768917275"/>
      </p:ext>
    </p:extLst>
  </p:cSld>
  <p:clrMap bg1="lt1" tx1="dk1" bg2="lt2" tx2="dk2" accent1="accent1" accent2="accent2" accent3="accent3" accent4="accent4" accent5="accent5" accent6="accent6" hlink="hlink" folHlink="folHlink"/>
  <p:sldLayoutIdLst>
    <p:sldLayoutId id="2147483709" r:id="rId1"/>
    <p:sldLayoutId id="2147483710"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linkedin.com/in/nealprobert" TargetMode="External"/><Relationship Id="rId2" Type="http://schemas.openxmlformats.org/officeDocument/2006/relationships/hyperlink" Target="mailto:neal.probert@nissan-usa.com" TargetMode="External"/><Relationship Id="rId1" Type="http://schemas.openxmlformats.org/officeDocument/2006/relationships/slideLayout" Target="../slideLayouts/slideLayout2.xml"/><Relationship Id="rId5" Type="http://schemas.openxmlformats.org/officeDocument/2006/relationships/image" Target="../media/image1.jpeg"/><Relationship Id="rId4" Type="http://schemas.openxmlformats.org/officeDocument/2006/relationships/hyperlink" Target="mailto:nprobert@probestar.ne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95790-9782-F041-9855-3EA712D1272D}"/>
            </a:ext>
          </a:extLst>
        </p:cNvPr>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A6208E19-D911-EE2C-E87C-EC7983F2A0D9}"/>
              </a:ext>
            </a:extLst>
          </p:cNvPr>
          <p:cNvSpPr>
            <a:spLocks noGrp="1"/>
          </p:cNvSpPr>
          <p:nvPr>
            <p:ph type="body" sz="quarter" idx="10"/>
          </p:nvPr>
        </p:nvSpPr>
        <p:spPr>
          <a:xfrm>
            <a:off x="263525" y="208032"/>
            <a:ext cx="11412538" cy="563524"/>
          </a:xfrm>
        </p:spPr>
        <p:txBody>
          <a:bodyPr/>
          <a:lstStyle/>
          <a:p>
            <a:r>
              <a:rPr lang="en-US" altLang="ja-JP" kern="0" dirty="0">
                <a:solidFill>
                  <a:srgbClr val="000000"/>
                </a:solidFill>
                <a:ea typeface="ＭＳ Ｐゴシック"/>
                <a:cs typeface="+mj-cs"/>
              </a:rPr>
              <a:t>Who am I?</a:t>
            </a:r>
            <a:endParaRPr kumimoji="1" lang="ja-JP" altLang="en-US" dirty="0"/>
          </a:p>
        </p:txBody>
      </p:sp>
      <p:sp>
        <p:nvSpPr>
          <p:cNvPr id="4" name="テキスト プレースホルダー 3">
            <a:extLst>
              <a:ext uri="{FF2B5EF4-FFF2-40B4-BE49-F238E27FC236}">
                <a16:creationId xmlns:a16="http://schemas.microsoft.com/office/drawing/2014/main" id="{85DF450F-0F29-BDCA-0DD0-45BDDAFFE97F}"/>
              </a:ext>
            </a:extLst>
          </p:cNvPr>
          <p:cNvSpPr>
            <a:spLocks noGrp="1"/>
          </p:cNvSpPr>
          <p:nvPr>
            <p:ph type="body" sz="quarter" idx="11"/>
          </p:nvPr>
        </p:nvSpPr>
        <p:spPr>
          <a:xfrm>
            <a:off x="263525" y="877636"/>
            <a:ext cx="11160126" cy="5772332"/>
          </a:xfrm>
        </p:spPr>
        <p:txBody>
          <a:bodyPr>
            <a:normAutofit/>
          </a:bodyPr>
          <a:lstStyle/>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Neal Probert </a:t>
            </a:r>
            <a:r>
              <a:rPr lang="en-US" altLang="ja-JP" sz="2000" dirty="0">
                <a:solidFill>
                  <a:srgbClr val="000000"/>
                </a:solidFill>
                <a:ea typeface="ＭＳ Ｐゴシック" pitchFamily="50" charset="-128"/>
                <a:hlinkClick r:id="rId2"/>
              </a:rPr>
              <a:t>neal.probert@nissan-usa.com</a:t>
            </a:r>
            <a:r>
              <a:rPr lang="en-US" altLang="ja-JP" sz="2000" dirty="0">
                <a:solidFill>
                  <a:srgbClr val="000000"/>
                </a:solidFill>
                <a:ea typeface="ＭＳ Ｐゴシック" pitchFamily="50" charset="-128"/>
              </a:rPr>
              <a:t> </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NNA VSOC Lead, Senior Cybersecurity Engineer</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Nissan Technical Center North America (NTCNA)</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Research &amp; Development, Technical Planning &amp; Research</a:t>
            </a:r>
          </a:p>
          <a:p>
            <a:pPr lvl="0" fontAlgn="base">
              <a:lnSpc>
                <a:spcPct val="100000"/>
              </a:lnSpc>
              <a:spcBef>
                <a:spcPct val="0"/>
              </a:spcBef>
              <a:spcAft>
                <a:spcPct val="0"/>
              </a:spcAft>
              <a:buFont typeface="Wingdings" panose="05000000000000000000" pitchFamily="2" charset="2"/>
              <a:buChar char="§"/>
            </a:pPr>
            <a:r>
              <a:rPr lang="en-US" sz="2000" dirty="0">
                <a:hlinkClick r:id="rId3"/>
              </a:rPr>
              <a:t>Neal Probert - Nissan Technical Center North America | LinkedIn</a:t>
            </a:r>
            <a:endParaRPr lang="en-US" altLang="ja-JP" sz="2000" dirty="0">
              <a:solidFill>
                <a:srgbClr val="000000"/>
              </a:solidFill>
              <a:ea typeface="ＭＳ Ｐゴシック" pitchFamily="50" charset="-128"/>
            </a:endParaRP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Auto-ISAC PoC for Nissan</a:t>
            </a:r>
          </a:p>
          <a:p>
            <a:pPr lvl="0" fontAlgn="base">
              <a:lnSpc>
                <a:spcPct val="100000"/>
              </a:lnSpc>
              <a:spcBef>
                <a:spcPct val="0"/>
              </a:spcBef>
              <a:spcAft>
                <a:spcPct val="0"/>
              </a:spcAft>
              <a:buFont typeface="Wingdings" panose="05000000000000000000" pitchFamily="2" charset="2"/>
              <a:buChar char="§"/>
            </a:pPr>
            <a:endParaRPr lang="en-US" altLang="ja-JP" sz="2000" dirty="0">
              <a:solidFill>
                <a:srgbClr val="000000"/>
              </a:solidFill>
              <a:ea typeface="ＭＳ Ｐゴシック" pitchFamily="50" charset="-128"/>
            </a:endParaRP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Certified Automotive Security Engineer (CASE)</a:t>
            </a: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ACT Advanced Wireless Lab instructor</a:t>
            </a:r>
          </a:p>
          <a:p>
            <a:pPr fontAlgn="base">
              <a:lnSpc>
                <a:spcPct val="100000"/>
              </a:lnSpc>
              <a:spcBef>
                <a:spcPct val="0"/>
              </a:spcBef>
              <a:spcAft>
                <a:spcPct val="0"/>
              </a:spcAft>
            </a:pPr>
            <a:r>
              <a:rPr lang="en-US" altLang="ja-JP" sz="1800" dirty="0">
                <a:solidFill>
                  <a:srgbClr val="000000"/>
                </a:solidFill>
                <a:ea typeface="ＭＳ Ｐゴシック" pitchFamily="50" charset="-128"/>
              </a:rPr>
              <a:t>SAE 21434 Automotive Cybersecurity Certification (ACC) L1 &amp; L2</a:t>
            </a:r>
          </a:p>
          <a:p>
            <a:pPr marL="0" lvl="0" indent="0" fontAlgn="base">
              <a:lnSpc>
                <a:spcPct val="100000"/>
              </a:lnSpc>
              <a:spcBef>
                <a:spcPct val="0"/>
              </a:spcBef>
              <a:spcAft>
                <a:spcPct val="0"/>
              </a:spcAft>
              <a:buNone/>
            </a:pPr>
            <a:endParaRPr lang="en-US" altLang="ja-JP" sz="18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At Nissan, prior to Cybersecurity I was heavily involved in Vehicle to Vehicle (V2V) and Vehicle to Infrastructure (V2I) work with the Crash Avoidance Metrics Partnership (CAMP) with multiple OEMs.  Btw, my career started out at Ford Research where I got the Henry Ford Technology Award.</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My background is in Software Engineering and Networking.  I have worked as a software developer and system/network administrator.</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Linux/Unix, Python, C/C++, Java, PHP, Perl, SQL, …</a:t>
            </a: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HAM Radio: KD8NVN</a:t>
            </a: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hlinkClick r:id="rId4"/>
              </a:rPr>
              <a:t>nprobert@probestar.net</a:t>
            </a:r>
            <a:r>
              <a:rPr lang="en-US" altLang="ja-JP" sz="1600" dirty="0">
                <a:solidFill>
                  <a:srgbClr val="000000"/>
                </a:solidFill>
                <a:ea typeface="ＭＳ Ｐゴシック" pitchFamily="50" charset="-128"/>
              </a:rPr>
              <a:t> </a:t>
            </a:r>
          </a:p>
        </p:txBody>
      </p:sp>
      <p:pic>
        <p:nvPicPr>
          <p:cNvPr id="5" name="Picture 4">
            <a:extLst>
              <a:ext uri="{FF2B5EF4-FFF2-40B4-BE49-F238E27FC236}">
                <a16:creationId xmlns:a16="http://schemas.microsoft.com/office/drawing/2014/main" id="{AEB9037B-06A8-6C69-8656-2EE1EF2AADE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rot="16200000">
            <a:off x="9312276" y="1179261"/>
            <a:ext cx="2413000" cy="1809750"/>
          </a:xfrm>
          <a:prstGeom prst="rect">
            <a:avLst/>
          </a:prstGeom>
        </p:spPr>
      </p:pic>
    </p:spTree>
    <p:extLst>
      <p:ext uri="{BB962C8B-B14F-4D97-AF65-F5344CB8AC3E}">
        <p14:creationId xmlns:p14="http://schemas.microsoft.com/office/powerpoint/2010/main" val="369464316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PROJECT_OPEN" val="0"/>
  <p:tag name="ARTICULATE_SLIDE_COUNT" val="155"/>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2.xml><?xml version="1.0" encoding="utf-8"?>
<p:properties xmlns:p="http://schemas.microsoft.com/office/2006/metadata/properties" xmlns:xsi="http://www.w3.org/2001/XMLSchema-instance" xmlns:pc="http://schemas.microsoft.com/office/infopath/2007/PartnerControls">
  <documentManagement>
    <_dlc_DocId xmlns="c7a77415-c4a3-4262-8430-671f3e8707b6">7J4PPY27XH2W-901365475-257158</_dlc_DocId>
    <_dlc_DocIdUrl xmlns="c7a77415-c4a3-4262-8430-671f3e8707b6">
      <Url>https://automotivei.sharepoint.com/sites/PMO/_layouts/15/DocIdRedir.aspx?ID=7J4PPY27XH2W-901365475-257158</Url>
      <Description>7J4PPY27XH2W-901365475-257158</Description>
    </_dlc_DocIdUrl>
    <TaxCatchAll xmlns="c7a77415-c4a3-4262-8430-671f3e8707b6" xsi:nil="true"/>
    <lcf76f155ced4ddcb4097134ff3c332f xmlns="69a7259e-7a2c-42d5-bc84-25eccf0dce8b">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67B86F8708159745A0B6896184DE9576" ma:contentTypeVersion="19" ma:contentTypeDescription="Create a new document." ma:contentTypeScope="" ma:versionID="493bf26d373952ea1ae3b9e24cd19b33">
  <xsd:schema xmlns:xsd="http://www.w3.org/2001/XMLSchema" xmlns:xs="http://www.w3.org/2001/XMLSchema" xmlns:p="http://schemas.microsoft.com/office/2006/metadata/properties" xmlns:ns2="c7a77415-c4a3-4262-8430-671f3e8707b6" xmlns:ns3="69a7259e-7a2c-42d5-bc84-25eccf0dce8b" targetNamespace="http://schemas.microsoft.com/office/2006/metadata/properties" ma:root="true" ma:fieldsID="69c00e31f84d56e19bb090b7ea67ab52" ns2:_="" ns3:_="">
    <xsd:import namespace="c7a77415-c4a3-4262-8430-671f3e8707b6"/>
    <xsd:import namespace="69a7259e-7a2c-42d5-bc84-25eccf0dce8b"/>
    <xsd:element name="properties">
      <xsd:complexType>
        <xsd:sequence>
          <xsd:element name="documentManagement">
            <xsd:complexType>
              <xsd:all>
                <xsd:element ref="ns2:_dlc_DocId" minOccurs="0"/>
                <xsd:element ref="ns2:_dlc_DocIdUrl" minOccurs="0"/>
                <xsd:element ref="ns2:_dlc_DocIdPersistId"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2:SharedWithUsers" minOccurs="0"/>
                <xsd:element ref="ns2:SharedWithDetails"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7a77415-c4a3-4262-8430-671f3e8707b6"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element name="TaxCatchAll" ma:index="26" nillable="true" ma:displayName="Taxonomy Catch All Column" ma:hidden="true" ma:list="{d3a045ce-0abc-407a-a385-daab9685d46b}" ma:internalName="TaxCatchAll" ma:showField="CatchAllData" ma:web="c7a77415-c4a3-4262-8430-671f3e8707b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69a7259e-7a2c-42d5-bc84-25eccf0dce8b"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3" nillable="true" ma:displayName="Length (seconds)" ma:internalName="MediaLengthInSeconds" ma:readOnly="true">
      <xsd:simpleType>
        <xsd:restriction base="dms:Unknown"/>
      </xsd:simpleType>
    </xsd:element>
    <xsd:element name="lcf76f155ced4ddcb4097134ff3c332f" ma:index="25" nillable="true" ma:taxonomy="true" ma:internalName="lcf76f155ced4ddcb4097134ff3c332f" ma:taxonomyFieldName="MediaServiceImageTags" ma:displayName="Image Tags" ma:readOnly="false" ma:fieldId="{5cf76f15-5ced-4ddc-b409-7134ff3c332f}" ma:taxonomyMulti="true" ma:sspId="ca126d71-af09-421f-972c-d16e59c147a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7"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BillingMetadata" ma:index="29"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4C592EF-85C1-482B-896B-DED434B6FCCC}">
  <ds:schemaRefs>
    <ds:schemaRef ds:uri="http://schemas.microsoft.com/sharepoint/events"/>
  </ds:schemaRefs>
</ds:datastoreItem>
</file>

<file path=customXml/itemProps2.xml><?xml version="1.0" encoding="utf-8"?>
<ds:datastoreItem xmlns:ds="http://schemas.openxmlformats.org/officeDocument/2006/customXml" ds:itemID="{E71A463F-9F4B-47AC-91AA-3962FD8F3CE5}">
  <ds:schemaRefs>
    <ds:schemaRef ds:uri="http://schemas.microsoft.com/office/2006/metadata/properties"/>
    <ds:schemaRef ds:uri="http://schemas.microsoft.com/office/infopath/2007/PartnerControls"/>
    <ds:schemaRef ds:uri="c7a77415-c4a3-4262-8430-671f3e8707b6"/>
    <ds:schemaRef ds:uri="69a7259e-7a2c-42d5-bc84-25eccf0dce8b"/>
  </ds:schemaRefs>
</ds:datastoreItem>
</file>

<file path=customXml/itemProps3.xml><?xml version="1.0" encoding="utf-8"?>
<ds:datastoreItem xmlns:ds="http://schemas.openxmlformats.org/officeDocument/2006/customXml" ds:itemID="{8FEF19B7-7529-453B-A7D5-A8465340F17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7a77415-c4a3-4262-8430-671f3e8707b6"/>
    <ds:schemaRef ds:uri="69a7259e-7a2c-42d5-bc84-25eccf0dce8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84EE72F3-C956-4A5B-833F-E761B5D8ACD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1509</TotalTime>
  <Words>181</Words>
  <Application>Microsoft Office PowerPoint</Application>
  <PresentationFormat>Widescreen</PresentationFormat>
  <Paragraphs>19</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ＭＳ Ｐゴシック</vt:lpstr>
      <vt:lpstr>Aptos</vt:lpstr>
      <vt:lpstr>Aptos Display</vt:lpstr>
      <vt:lpstr>Arial</vt:lpstr>
      <vt:lpstr>Wingdings</vt:lpstr>
      <vt:lpstr>Custom Design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Carey Garback</dc:creator>
  <cp:lastModifiedBy>Probert, Neal</cp:lastModifiedBy>
  <cp:revision>36</cp:revision>
  <dcterms:created xsi:type="dcterms:W3CDTF">2026-03-11T18:02:03Z</dcterms:created>
  <dcterms:modified xsi:type="dcterms:W3CDTF">2026-10-27T13:36:12Z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9C55993E-2489-4B16-A624-642EE1CF50C1</vt:lpwstr>
  </property>
  <property fmtid="{D5CDD505-2E9C-101B-9397-08002B2CF9AE}" pid="3" name="ArticulatePath">
    <vt:lpwstr>Presentation1</vt:lpwstr>
  </property>
  <property fmtid="{D5CDD505-2E9C-101B-9397-08002B2CF9AE}" pid="4" name="_dlc_DocIdItemGuid">
    <vt:lpwstr>93579079-5068-410a-b208-65d154b95cd0</vt:lpwstr>
  </property>
  <property fmtid="{D5CDD505-2E9C-101B-9397-08002B2CF9AE}" pid="5" name="ContentTypeId">
    <vt:lpwstr>0x01010067B86F8708159745A0B6896184DE9576</vt:lpwstr>
  </property>
  <property fmtid="{D5CDD505-2E9C-101B-9397-08002B2CF9AE}" pid="6" name="MediaServiceImageTags">
    <vt:lpwstr/>
  </property>
</Properties>
</file>