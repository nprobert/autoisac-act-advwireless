
<file path=[Content_Types].xml><?xml version="1.0" encoding="utf-8"?>
<Types xmlns="http://schemas.openxmlformats.org/package/2006/content-types">
  <Default Extension="gif" ContentType="image/gif"/>
  <Default Extension="jpeg" ContentType="image/jpeg"/>
  <Default Extension="jpg" ContentType="image/jp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customXml/itemProps4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notesMasters/notesMaster1.xml" ContentType="application/vnd.openxmlformats-officedocument.presentationml.notesMaster+xml"/>
  <Override PartName="/ppt/tags/tag1.xml" ContentType="application/vnd.openxmlformats-officedocument.presentationml.tag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theme/theme2.xml" ContentType="application/vnd.openxmlformats-officedocument.theme+xml"/>
  <Override PartName="/ppt/tags/tag2.xml" ContentType="application/vnd.openxmlformats-officedocument.presentationml.tags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tags/tag5.xml" ContentType="application/vnd.openxmlformats-officedocument.presentationml.tags+xml"/>
  <Override PartName="/ppt/tags/tag6.xml" ContentType="application/vnd.openxmlformats-officedocument.presentationml.tags+xml"/>
  <Override PartName="/ppt/tags/tag7.xml" ContentType="application/vnd.openxmlformats-officedocument.presentationml.tags+xml"/>
  <Override PartName="/ppt/tags/tag8.xml" ContentType="application/vnd.openxmlformats-officedocument.presentationml.tags+xml"/>
  <Override PartName="/ppt/tags/tag9.xml" ContentType="application/vnd.openxmlformats-officedocument.presentationml.tags+xml"/>
  <Override PartName="/ppt/tags/tag10.xml" ContentType="application/vnd.openxmlformats-officedocument.presentationml.tags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02" r:id="rId5"/>
  </p:sldMasterIdLst>
  <p:notesMasterIdLst>
    <p:notesMasterId r:id="rId21"/>
  </p:notesMasterIdLst>
  <p:sldIdLst>
    <p:sldId id="757" r:id="rId6"/>
    <p:sldId id="368" r:id="rId7"/>
    <p:sldId id="762" r:id="rId8"/>
    <p:sldId id="761" r:id="rId9"/>
    <p:sldId id="370" r:id="rId10"/>
    <p:sldId id="371" r:id="rId11"/>
    <p:sldId id="372" r:id="rId12"/>
    <p:sldId id="373" r:id="rId13"/>
    <p:sldId id="374" r:id="rId14"/>
    <p:sldId id="369" r:id="rId15"/>
    <p:sldId id="759" r:id="rId16"/>
    <p:sldId id="758" r:id="rId17"/>
    <p:sldId id="760" r:id="rId18"/>
    <p:sldId id="755" r:id="rId19"/>
    <p:sldId id="756" r:id="rId20"/>
  </p:sldIdLst>
  <p:sldSz cx="12192000" cy="6858000"/>
  <p:notesSz cx="6858000" cy="9144000"/>
  <p:custDataLst>
    <p:tags r:id="rId22"/>
  </p:custData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GPS" id="{DA5DB707-DA32-41D9-9E25-196ED6615AA7}">
          <p14:sldIdLst>
            <p14:sldId id="757"/>
            <p14:sldId id="368"/>
          </p14:sldIdLst>
        </p14:section>
        <p14:section name="GPS Satellites" id="{656BC576-1B4C-4821-BAB1-FDFEF3CD518F}">
          <p14:sldIdLst>
            <p14:sldId id="762"/>
          </p14:sldIdLst>
        </p14:section>
        <p14:section name="GPS Spoofing" id="{1A893FFC-60DE-44E9-B2B8-576DC1B81352}">
          <p14:sldIdLst>
            <p14:sldId id="761"/>
            <p14:sldId id="370"/>
            <p14:sldId id="371"/>
            <p14:sldId id="372"/>
            <p14:sldId id="373"/>
            <p14:sldId id="374"/>
          </p14:sldIdLst>
        </p14:section>
        <p14:section name="GPS - Other" id="{0232622A-D73C-488C-9472-06D36E450D2A}">
          <p14:sldIdLst>
            <p14:sldId id="369"/>
            <p14:sldId id="759"/>
            <p14:sldId id="758"/>
            <p14:sldId id="760"/>
          </p14:sldIdLst>
        </p14:section>
        <p14:section name="Appendix" id="{9767354D-BE9E-4F2F-8046-9D9ABD2D4757}">
          <p14:sldIdLst>
            <p14:sldId id="755"/>
            <p14:sldId id="756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7EA02856-269D-4F17-A7F6-0B8C7D84C0B3}" v="7" dt="2026-03-11T21:04:40.864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995" autoAdjust="0"/>
    <p:restoredTop sz="94660"/>
  </p:normalViewPr>
  <p:slideViewPr>
    <p:cSldViewPr snapToGrid="0">
      <p:cViewPr varScale="1">
        <p:scale>
          <a:sx n="105" d="100"/>
          <a:sy n="105" d="100"/>
        </p:scale>
        <p:origin x="834" y="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3.xml"/><Relationship Id="rId13" Type="http://schemas.openxmlformats.org/officeDocument/2006/relationships/slide" Target="slides/slide8.xml"/><Relationship Id="rId18" Type="http://schemas.openxmlformats.org/officeDocument/2006/relationships/slide" Target="slides/slide13.xml"/><Relationship Id="rId26" Type="http://schemas.openxmlformats.org/officeDocument/2006/relationships/tableStyles" Target="tableStyles.xml"/><Relationship Id="rId3" Type="http://schemas.openxmlformats.org/officeDocument/2006/relationships/customXml" Target="../customXml/item3.xml"/><Relationship Id="rId21" Type="http://schemas.openxmlformats.org/officeDocument/2006/relationships/notesMaster" Target="notesMasters/notesMaster1.xml"/><Relationship Id="rId7" Type="http://schemas.openxmlformats.org/officeDocument/2006/relationships/slide" Target="slides/slide2.xml"/><Relationship Id="rId12" Type="http://schemas.openxmlformats.org/officeDocument/2006/relationships/slide" Target="slides/slide7.xml"/><Relationship Id="rId17" Type="http://schemas.openxmlformats.org/officeDocument/2006/relationships/slide" Target="slides/slide12.xml"/><Relationship Id="rId25" Type="http://schemas.openxmlformats.org/officeDocument/2006/relationships/theme" Target="theme/theme1.xml"/><Relationship Id="rId2" Type="http://schemas.openxmlformats.org/officeDocument/2006/relationships/customXml" Target="../customXml/item2.xml"/><Relationship Id="rId16" Type="http://schemas.openxmlformats.org/officeDocument/2006/relationships/slide" Target="slides/slide11.xml"/><Relationship Id="rId20" Type="http://schemas.openxmlformats.org/officeDocument/2006/relationships/slide" Target="slides/slide15.xml"/><Relationship Id="rId1" Type="http://schemas.openxmlformats.org/officeDocument/2006/relationships/customXml" Target="../customXml/item1.xml"/><Relationship Id="rId6" Type="http://schemas.openxmlformats.org/officeDocument/2006/relationships/slide" Target="slides/slide1.xml"/><Relationship Id="rId11" Type="http://schemas.openxmlformats.org/officeDocument/2006/relationships/slide" Target="slides/slide6.xml"/><Relationship Id="rId24" Type="http://schemas.openxmlformats.org/officeDocument/2006/relationships/viewProps" Target="viewProps.xml"/><Relationship Id="rId5" Type="http://schemas.openxmlformats.org/officeDocument/2006/relationships/slideMaster" Target="slideMasters/slideMaster1.xml"/><Relationship Id="rId15" Type="http://schemas.openxmlformats.org/officeDocument/2006/relationships/slide" Target="slides/slide10.xml"/><Relationship Id="rId23" Type="http://schemas.openxmlformats.org/officeDocument/2006/relationships/presProps" Target="presProps.xml"/><Relationship Id="rId28" Type="http://schemas.microsoft.com/office/2015/10/relationships/revisionInfo" Target="revisionInfo.xml"/><Relationship Id="rId10" Type="http://schemas.openxmlformats.org/officeDocument/2006/relationships/slide" Target="slides/slide5.xml"/><Relationship Id="rId19" Type="http://schemas.openxmlformats.org/officeDocument/2006/relationships/slide" Target="slides/slide14.xml"/><Relationship Id="rId4" Type="http://schemas.openxmlformats.org/officeDocument/2006/relationships/customXml" Target="../customXml/item4.xml"/><Relationship Id="rId9" Type="http://schemas.openxmlformats.org/officeDocument/2006/relationships/slide" Target="slides/slide4.xml"/><Relationship Id="rId14" Type="http://schemas.openxmlformats.org/officeDocument/2006/relationships/slide" Target="slides/slide9.xml"/><Relationship Id="rId22" Type="http://schemas.openxmlformats.org/officeDocument/2006/relationships/tags" Target="tags/tag1.xml"/><Relationship Id="rId27" Type="http://schemas.microsoft.com/office/2016/11/relationships/changesInfo" Target="changesInfos/changesInfo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Carey Garback" userId="dc25ffa4-de89-4779-8381-34524c87e417" providerId="ADAL" clId="{6E1D5EB8-13F6-40DF-B512-351F8F358EAF}"/>
    <pc:docChg chg="undo custSel delSld modSld addMainMaster delMainMaster modMainMaster">
      <pc:chgData name="Carey Garback" userId="dc25ffa4-de89-4779-8381-34524c87e417" providerId="ADAL" clId="{6E1D5EB8-13F6-40DF-B512-351F8F358EAF}" dt="2026-03-11T21:17:14.370" v="429" actId="478"/>
      <pc:docMkLst>
        <pc:docMk/>
      </pc:docMkLst>
      <pc:sldChg chg="modSp mod modClrScheme chgLayout">
        <pc:chgData name="Carey Garback" userId="dc25ffa4-de89-4779-8381-34524c87e417" providerId="ADAL" clId="{6E1D5EB8-13F6-40DF-B512-351F8F358EAF}" dt="2026-03-11T21:16:21.167" v="425" actId="1036"/>
        <pc:sldMkLst>
          <pc:docMk/>
          <pc:sldMk cId="0" sldId="272"/>
        </pc:sldMkLst>
        <pc:spChg chg="mod ord">
          <ac:chgData name="Carey Garback" userId="dc25ffa4-de89-4779-8381-34524c87e417" providerId="ADAL" clId="{6E1D5EB8-13F6-40DF-B512-351F8F358EAF}" dt="2026-03-11T21:16:09.261" v="398" actId="404"/>
          <ac:spMkLst>
            <pc:docMk/>
            <pc:sldMk cId="0" sldId="272"/>
            <ac:spMk id="3" creationId="{00000000-0000-0000-0000-000000000000}"/>
          </ac:spMkLst>
        </pc:spChg>
        <pc:spChg chg="mod ord">
          <ac:chgData name="Carey Garback" userId="dc25ffa4-de89-4779-8381-34524c87e417" providerId="ADAL" clId="{6E1D5EB8-13F6-40DF-B512-351F8F358EAF}" dt="2026-03-11T20:57:21.127" v="111" actId="700"/>
          <ac:spMkLst>
            <pc:docMk/>
            <pc:sldMk cId="0" sldId="272"/>
            <ac:spMk id="4" creationId="{00000000-0000-0000-0000-000000000000}"/>
          </ac:spMkLst>
        </pc:spChg>
        <pc:graphicFrameChg chg="mod">
          <ac:chgData name="Carey Garback" userId="dc25ffa4-de89-4779-8381-34524c87e417" providerId="ADAL" clId="{6E1D5EB8-13F6-40DF-B512-351F8F358EAF}" dt="2026-03-11T21:16:21.167" v="425" actId="1036"/>
          <ac:graphicFrameMkLst>
            <pc:docMk/>
            <pc:sldMk cId="0" sldId="272"/>
            <ac:graphicFrameMk id="2" creationId="{00000000-0000-0000-0000-000000000000}"/>
          </ac:graphicFrameMkLst>
        </pc:graphicFrameChg>
      </pc:sldChg>
      <pc:sldChg chg="modSp mod modClrScheme chgLayout">
        <pc:chgData name="Carey Garback" userId="dc25ffa4-de89-4779-8381-34524c87e417" providerId="ADAL" clId="{6E1D5EB8-13F6-40DF-B512-351F8F358EAF}" dt="2026-03-11T20:57:21.127" v="111" actId="700"/>
        <pc:sldMkLst>
          <pc:docMk/>
          <pc:sldMk cId="0" sldId="273"/>
        </pc:sldMkLst>
        <pc:spChg chg="mod ord">
          <ac:chgData name="Carey Garback" userId="dc25ffa4-de89-4779-8381-34524c87e417" providerId="ADAL" clId="{6E1D5EB8-13F6-40DF-B512-351F8F358EAF}" dt="2026-03-11T20:57:21.127" v="111" actId="700"/>
          <ac:spMkLst>
            <pc:docMk/>
            <pc:sldMk cId="0" sldId="273"/>
            <ac:spMk id="2" creationId="{00000000-0000-0000-0000-000000000000}"/>
          </ac:spMkLst>
        </pc:spChg>
        <pc:spChg chg="mod ord">
          <ac:chgData name="Carey Garback" userId="dc25ffa4-de89-4779-8381-34524c87e417" providerId="ADAL" clId="{6E1D5EB8-13F6-40DF-B512-351F8F358EAF}" dt="2026-03-11T20:57:21.127" v="111" actId="700"/>
          <ac:spMkLst>
            <pc:docMk/>
            <pc:sldMk cId="0" sldId="273"/>
            <ac:spMk id="15" creationId="{00000000-0000-0000-0000-000000000000}"/>
          </ac:spMkLst>
        </pc:spChg>
      </pc:sldChg>
      <pc:sldChg chg="modSp mod modClrScheme chgLayout">
        <pc:chgData name="Carey Garback" userId="dc25ffa4-de89-4779-8381-34524c87e417" providerId="ADAL" clId="{6E1D5EB8-13F6-40DF-B512-351F8F358EAF}" dt="2026-03-11T20:57:21.127" v="111" actId="700"/>
        <pc:sldMkLst>
          <pc:docMk/>
          <pc:sldMk cId="0" sldId="274"/>
        </pc:sldMkLst>
        <pc:spChg chg="mod ord">
          <ac:chgData name="Carey Garback" userId="dc25ffa4-de89-4779-8381-34524c87e417" providerId="ADAL" clId="{6E1D5EB8-13F6-40DF-B512-351F8F358EAF}" dt="2026-03-11T20:57:21.127" v="111" actId="700"/>
          <ac:spMkLst>
            <pc:docMk/>
            <pc:sldMk cId="0" sldId="274"/>
            <ac:spMk id="2" creationId="{00000000-0000-0000-0000-000000000000}"/>
          </ac:spMkLst>
        </pc:spChg>
        <pc:spChg chg="mod ord">
          <ac:chgData name="Carey Garback" userId="dc25ffa4-de89-4779-8381-34524c87e417" providerId="ADAL" clId="{6E1D5EB8-13F6-40DF-B512-351F8F358EAF}" dt="2026-03-11T20:57:21.127" v="111" actId="700"/>
          <ac:spMkLst>
            <pc:docMk/>
            <pc:sldMk cId="0" sldId="274"/>
            <ac:spMk id="11" creationId="{00000000-0000-0000-0000-000000000000}"/>
          </ac:spMkLst>
        </pc:spChg>
      </pc:sldChg>
      <pc:sldChg chg="modSp mod modClrScheme chgLayout">
        <pc:chgData name="Carey Garback" userId="dc25ffa4-de89-4779-8381-34524c87e417" providerId="ADAL" clId="{6E1D5EB8-13F6-40DF-B512-351F8F358EAF}" dt="2026-03-11T20:57:21.127" v="111" actId="700"/>
        <pc:sldMkLst>
          <pc:docMk/>
          <pc:sldMk cId="0" sldId="275"/>
        </pc:sldMkLst>
        <pc:spChg chg="mod ord">
          <ac:chgData name="Carey Garback" userId="dc25ffa4-de89-4779-8381-34524c87e417" providerId="ADAL" clId="{6E1D5EB8-13F6-40DF-B512-351F8F358EAF}" dt="2026-03-11T20:57:21.127" v="111" actId="700"/>
          <ac:spMkLst>
            <pc:docMk/>
            <pc:sldMk cId="0" sldId="275"/>
            <ac:spMk id="3" creationId="{00000000-0000-0000-0000-000000000000}"/>
          </ac:spMkLst>
        </pc:spChg>
        <pc:spChg chg="mod ord">
          <ac:chgData name="Carey Garback" userId="dc25ffa4-de89-4779-8381-34524c87e417" providerId="ADAL" clId="{6E1D5EB8-13F6-40DF-B512-351F8F358EAF}" dt="2026-03-11T20:57:21.127" v="111" actId="700"/>
          <ac:spMkLst>
            <pc:docMk/>
            <pc:sldMk cId="0" sldId="275"/>
            <ac:spMk id="4" creationId="{00000000-0000-0000-0000-000000000000}"/>
          </ac:spMkLst>
        </pc:spChg>
      </pc:sldChg>
      <pc:sldChg chg="delSp modSp mod modClrScheme chgLayout">
        <pc:chgData name="Carey Garback" userId="dc25ffa4-de89-4779-8381-34524c87e417" providerId="ADAL" clId="{6E1D5EB8-13F6-40DF-B512-351F8F358EAF}" dt="2026-03-11T20:57:21.127" v="111" actId="700"/>
        <pc:sldMkLst>
          <pc:docMk/>
          <pc:sldMk cId="0" sldId="277"/>
        </pc:sldMkLst>
        <pc:spChg chg="mod ord">
          <ac:chgData name="Carey Garback" userId="dc25ffa4-de89-4779-8381-34524c87e417" providerId="ADAL" clId="{6E1D5EB8-13F6-40DF-B512-351F8F358EAF}" dt="2026-03-11T20:57:21.127" v="111" actId="700"/>
          <ac:spMkLst>
            <pc:docMk/>
            <pc:sldMk cId="0" sldId="277"/>
            <ac:spMk id="235" creationId="{00000000-0000-0000-0000-000000000000}"/>
          </ac:spMkLst>
        </pc:spChg>
        <pc:spChg chg="mod ord">
          <ac:chgData name="Carey Garback" userId="dc25ffa4-de89-4779-8381-34524c87e417" providerId="ADAL" clId="{6E1D5EB8-13F6-40DF-B512-351F8F358EAF}" dt="2026-03-11T20:57:21.127" v="111" actId="700"/>
          <ac:spMkLst>
            <pc:docMk/>
            <pc:sldMk cId="0" sldId="277"/>
            <ac:spMk id="236" creationId="{00000000-0000-0000-0000-000000000000}"/>
          </ac:spMkLst>
        </pc:spChg>
        <pc:spChg chg="del">
          <ac:chgData name="Carey Garback" userId="dc25ffa4-de89-4779-8381-34524c87e417" providerId="ADAL" clId="{6E1D5EB8-13F6-40DF-B512-351F8F358EAF}" dt="2026-03-11T20:51:06.747" v="53" actId="478"/>
          <ac:spMkLst>
            <pc:docMk/>
            <pc:sldMk cId="0" sldId="277"/>
            <ac:spMk id="237" creationId="{00000000-0000-0000-0000-000000000000}"/>
          </ac:spMkLst>
        </pc:spChg>
      </pc:sldChg>
      <pc:sldChg chg="addSp delSp modSp del mod modClrScheme chgLayout">
        <pc:chgData name="Carey Garback" userId="dc25ffa4-de89-4779-8381-34524c87e417" providerId="ADAL" clId="{6E1D5EB8-13F6-40DF-B512-351F8F358EAF}" dt="2026-03-11T21:02:37.558" v="179" actId="47"/>
        <pc:sldMkLst>
          <pc:docMk/>
          <pc:sldMk cId="0" sldId="283"/>
        </pc:sldMkLst>
        <pc:spChg chg="mod">
          <ac:chgData name="Carey Garback" userId="dc25ffa4-de89-4779-8381-34524c87e417" providerId="ADAL" clId="{6E1D5EB8-13F6-40DF-B512-351F8F358EAF}" dt="2026-03-11T20:48:16.823" v="26" actId="122"/>
          <ac:spMkLst>
            <pc:docMk/>
            <pc:sldMk cId="0" sldId="283"/>
            <ac:spMk id="2" creationId="{00000000-0000-0000-0000-000000000000}"/>
          </ac:spMkLst>
        </pc:spChg>
        <pc:spChg chg="del">
          <ac:chgData name="Carey Garback" userId="dc25ffa4-de89-4779-8381-34524c87e417" providerId="ADAL" clId="{6E1D5EB8-13F6-40DF-B512-351F8F358EAF}" dt="2026-03-11T20:47:34.307" v="11" actId="478"/>
          <ac:spMkLst>
            <pc:docMk/>
            <pc:sldMk cId="0" sldId="283"/>
            <ac:spMk id="3" creationId="{00000000-0000-0000-0000-000000000000}"/>
          </ac:spMkLst>
        </pc:spChg>
        <pc:spChg chg="add del mod ord">
          <ac:chgData name="Carey Garback" userId="dc25ffa4-de89-4779-8381-34524c87e417" providerId="ADAL" clId="{6E1D5EB8-13F6-40DF-B512-351F8F358EAF}" dt="2026-03-11T20:47:04.265" v="2" actId="478"/>
          <ac:spMkLst>
            <pc:docMk/>
            <pc:sldMk cId="0" sldId="283"/>
            <ac:spMk id="4" creationId="{97632196-89BD-C7F0-DBD2-2D6818DF3201}"/>
          </ac:spMkLst>
        </pc:spChg>
        <pc:spChg chg="add del mod ord">
          <ac:chgData name="Carey Garback" userId="dc25ffa4-de89-4779-8381-34524c87e417" providerId="ADAL" clId="{6E1D5EB8-13F6-40DF-B512-351F8F358EAF}" dt="2026-03-11T20:47:09.019" v="3" actId="478"/>
          <ac:spMkLst>
            <pc:docMk/>
            <pc:sldMk cId="0" sldId="283"/>
            <ac:spMk id="5" creationId="{F109EC6E-FF5E-0D09-3536-67771EBDC5DA}"/>
          </ac:spMkLst>
        </pc:spChg>
      </pc:sldChg>
      <pc:sldChg chg="addSp modSp mod modClrScheme chgLayout">
        <pc:chgData name="Carey Garback" userId="dc25ffa4-de89-4779-8381-34524c87e417" providerId="ADAL" clId="{6E1D5EB8-13F6-40DF-B512-351F8F358EAF}" dt="2026-03-11T21:02:41.265" v="181" actId="20577"/>
        <pc:sldMkLst>
          <pc:docMk/>
          <pc:sldMk cId="0" sldId="284"/>
        </pc:sldMkLst>
        <pc:spChg chg="mod ord">
          <ac:chgData name="Carey Garback" userId="dc25ffa4-de89-4779-8381-34524c87e417" providerId="ADAL" clId="{6E1D5EB8-13F6-40DF-B512-351F8F358EAF}" dt="2026-03-11T21:00:46.152" v="149" actId="1076"/>
          <ac:spMkLst>
            <pc:docMk/>
            <pc:sldMk cId="0" sldId="284"/>
            <ac:spMk id="2" creationId="{00000000-0000-0000-0000-000000000000}"/>
          </ac:spMkLst>
        </pc:spChg>
        <pc:spChg chg="mod">
          <ac:chgData name="Carey Garback" userId="dc25ffa4-de89-4779-8381-34524c87e417" providerId="ADAL" clId="{6E1D5EB8-13F6-40DF-B512-351F8F358EAF}" dt="2026-03-11T21:00:42.106" v="148" actId="1036"/>
          <ac:spMkLst>
            <pc:docMk/>
            <pc:sldMk cId="0" sldId="284"/>
            <ac:spMk id="3" creationId="{00000000-0000-0000-0000-000000000000}"/>
          </ac:spMkLst>
        </pc:spChg>
        <pc:spChg chg="add mod">
          <ac:chgData name="Carey Garback" userId="dc25ffa4-de89-4779-8381-34524c87e417" providerId="ADAL" clId="{6E1D5EB8-13F6-40DF-B512-351F8F358EAF}" dt="2026-03-11T21:02:41.265" v="181" actId="20577"/>
          <ac:spMkLst>
            <pc:docMk/>
            <pc:sldMk cId="0" sldId="284"/>
            <ac:spMk id="5" creationId="{0A99B574-4EB3-874B-D372-0652085B8A06}"/>
          </ac:spMkLst>
        </pc:spChg>
      </pc:sldChg>
      <pc:sldChg chg="modSp mod modClrScheme chgLayout">
        <pc:chgData name="Carey Garback" userId="dc25ffa4-de89-4779-8381-34524c87e417" providerId="ADAL" clId="{6E1D5EB8-13F6-40DF-B512-351F8F358EAF}" dt="2026-03-11T20:57:21.127" v="111" actId="700"/>
        <pc:sldMkLst>
          <pc:docMk/>
          <pc:sldMk cId="0" sldId="285"/>
        </pc:sldMkLst>
        <pc:spChg chg="mod ord">
          <ac:chgData name="Carey Garback" userId="dc25ffa4-de89-4779-8381-34524c87e417" providerId="ADAL" clId="{6E1D5EB8-13F6-40DF-B512-351F8F358EAF}" dt="2026-03-11T20:57:21.127" v="111" actId="700"/>
          <ac:spMkLst>
            <pc:docMk/>
            <pc:sldMk cId="0" sldId="285"/>
            <ac:spMk id="2" creationId="{00000000-0000-0000-0000-000000000000}"/>
          </ac:spMkLst>
        </pc:spChg>
      </pc:sldChg>
      <pc:sldChg chg="modSp mod modClrScheme chgLayout">
        <pc:chgData name="Carey Garback" userId="dc25ffa4-de89-4779-8381-34524c87e417" providerId="ADAL" clId="{6E1D5EB8-13F6-40DF-B512-351F8F358EAF}" dt="2026-03-11T20:57:21.127" v="111" actId="700"/>
        <pc:sldMkLst>
          <pc:docMk/>
          <pc:sldMk cId="0" sldId="286"/>
        </pc:sldMkLst>
        <pc:spChg chg="mod ord">
          <ac:chgData name="Carey Garback" userId="dc25ffa4-de89-4779-8381-34524c87e417" providerId="ADAL" clId="{6E1D5EB8-13F6-40DF-B512-351F8F358EAF}" dt="2026-03-11T20:57:21.127" v="111" actId="700"/>
          <ac:spMkLst>
            <pc:docMk/>
            <pc:sldMk cId="0" sldId="286"/>
            <ac:spMk id="2" creationId="{00000000-0000-0000-0000-000000000000}"/>
          </ac:spMkLst>
        </pc:spChg>
      </pc:sldChg>
      <pc:sldChg chg="modSp mod modClrScheme chgLayout">
        <pc:chgData name="Carey Garback" userId="dc25ffa4-de89-4779-8381-34524c87e417" providerId="ADAL" clId="{6E1D5EB8-13F6-40DF-B512-351F8F358EAF}" dt="2026-03-11T20:57:21.127" v="111" actId="700"/>
        <pc:sldMkLst>
          <pc:docMk/>
          <pc:sldMk cId="0" sldId="287"/>
        </pc:sldMkLst>
        <pc:spChg chg="mod ord">
          <ac:chgData name="Carey Garback" userId="dc25ffa4-de89-4779-8381-34524c87e417" providerId="ADAL" clId="{6E1D5EB8-13F6-40DF-B512-351F8F358EAF}" dt="2026-03-11T20:57:21.127" v="111" actId="700"/>
          <ac:spMkLst>
            <pc:docMk/>
            <pc:sldMk cId="0" sldId="287"/>
            <ac:spMk id="2" creationId="{00000000-0000-0000-0000-000000000000}"/>
          </ac:spMkLst>
        </pc:spChg>
      </pc:sldChg>
      <pc:sldChg chg="modSp mod modClrScheme chgLayout">
        <pc:chgData name="Carey Garback" userId="dc25ffa4-de89-4779-8381-34524c87e417" providerId="ADAL" clId="{6E1D5EB8-13F6-40DF-B512-351F8F358EAF}" dt="2026-03-11T20:57:21.127" v="111" actId="700"/>
        <pc:sldMkLst>
          <pc:docMk/>
          <pc:sldMk cId="0" sldId="288"/>
        </pc:sldMkLst>
        <pc:spChg chg="mod ord">
          <ac:chgData name="Carey Garback" userId="dc25ffa4-de89-4779-8381-34524c87e417" providerId="ADAL" clId="{6E1D5EB8-13F6-40DF-B512-351F8F358EAF}" dt="2026-03-11T20:57:21.127" v="111" actId="700"/>
          <ac:spMkLst>
            <pc:docMk/>
            <pc:sldMk cId="0" sldId="288"/>
            <ac:spMk id="2" creationId="{00000000-0000-0000-0000-000000000000}"/>
          </ac:spMkLst>
        </pc:spChg>
      </pc:sldChg>
      <pc:sldChg chg="modSp mod modClrScheme chgLayout">
        <pc:chgData name="Carey Garback" userId="dc25ffa4-de89-4779-8381-34524c87e417" providerId="ADAL" clId="{6E1D5EB8-13F6-40DF-B512-351F8F358EAF}" dt="2026-03-11T20:57:21.127" v="111" actId="700"/>
        <pc:sldMkLst>
          <pc:docMk/>
          <pc:sldMk cId="0" sldId="289"/>
        </pc:sldMkLst>
        <pc:spChg chg="mod ord">
          <ac:chgData name="Carey Garback" userId="dc25ffa4-de89-4779-8381-34524c87e417" providerId="ADAL" clId="{6E1D5EB8-13F6-40DF-B512-351F8F358EAF}" dt="2026-03-11T20:57:21.127" v="111" actId="700"/>
          <ac:spMkLst>
            <pc:docMk/>
            <pc:sldMk cId="0" sldId="289"/>
            <ac:spMk id="2" creationId="{00000000-0000-0000-0000-000000000000}"/>
          </ac:spMkLst>
        </pc:spChg>
      </pc:sldChg>
      <pc:sldChg chg="modSp mod modClrScheme chgLayout">
        <pc:chgData name="Carey Garback" userId="dc25ffa4-de89-4779-8381-34524c87e417" providerId="ADAL" clId="{6E1D5EB8-13F6-40DF-B512-351F8F358EAF}" dt="2026-03-11T20:57:21.127" v="111" actId="700"/>
        <pc:sldMkLst>
          <pc:docMk/>
          <pc:sldMk cId="0" sldId="290"/>
        </pc:sldMkLst>
        <pc:spChg chg="mod ord">
          <ac:chgData name="Carey Garback" userId="dc25ffa4-de89-4779-8381-34524c87e417" providerId="ADAL" clId="{6E1D5EB8-13F6-40DF-B512-351F8F358EAF}" dt="2026-03-11T20:57:21.127" v="111" actId="700"/>
          <ac:spMkLst>
            <pc:docMk/>
            <pc:sldMk cId="0" sldId="290"/>
            <ac:spMk id="2" creationId="{00000000-0000-0000-0000-000000000000}"/>
          </ac:spMkLst>
        </pc:spChg>
      </pc:sldChg>
      <pc:sldChg chg="modSp mod modClrScheme chgLayout">
        <pc:chgData name="Carey Garback" userId="dc25ffa4-de89-4779-8381-34524c87e417" providerId="ADAL" clId="{6E1D5EB8-13F6-40DF-B512-351F8F358EAF}" dt="2026-03-11T20:57:21.127" v="111" actId="700"/>
        <pc:sldMkLst>
          <pc:docMk/>
          <pc:sldMk cId="0" sldId="291"/>
        </pc:sldMkLst>
        <pc:spChg chg="mod ord">
          <ac:chgData name="Carey Garback" userId="dc25ffa4-de89-4779-8381-34524c87e417" providerId="ADAL" clId="{6E1D5EB8-13F6-40DF-B512-351F8F358EAF}" dt="2026-03-11T20:57:21.127" v="111" actId="700"/>
          <ac:spMkLst>
            <pc:docMk/>
            <pc:sldMk cId="0" sldId="291"/>
            <ac:spMk id="2" creationId="{00000000-0000-0000-0000-000000000000}"/>
          </ac:spMkLst>
        </pc:spChg>
      </pc:sldChg>
      <pc:sldChg chg="modSp mod modClrScheme chgLayout">
        <pc:chgData name="Carey Garback" userId="dc25ffa4-de89-4779-8381-34524c87e417" providerId="ADAL" clId="{6E1D5EB8-13F6-40DF-B512-351F8F358EAF}" dt="2026-03-11T20:57:21.127" v="111" actId="700"/>
        <pc:sldMkLst>
          <pc:docMk/>
          <pc:sldMk cId="0" sldId="292"/>
        </pc:sldMkLst>
        <pc:spChg chg="mod ord">
          <ac:chgData name="Carey Garback" userId="dc25ffa4-de89-4779-8381-34524c87e417" providerId="ADAL" clId="{6E1D5EB8-13F6-40DF-B512-351F8F358EAF}" dt="2026-03-11T20:57:21.127" v="111" actId="700"/>
          <ac:spMkLst>
            <pc:docMk/>
            <pc:sldMk cId="0" sldId="292"/>
            <ac:spMk id="2" creationId="{00000000-0000-0000-0000-000000000000}"/>
          </ac:spMkLst>
        </pc:spChg>
      </pc:sldChg>
      <pc:sldChg chg="modSp mod modClrScheme chgLayout">
        <pc:chgData name="Carey Garback" userId="dc25ffa4-de89-4779-8381-34524c87e417" providerId="ADAL" clId="{6E1D5EB8-13F6-40DF-B512-351F8F358EAF}" dt="2026-03-11T20:57:21.127" v="111" actId="700"/>
        <pc:sldMkLst>
          <pc:docMk/>
          <pc:sldMk cId="0" sldId="293"/>
        </pc:sldMkLst>
        <pc:spChg chg="mod ord">
          <ac:chgData name="Carey Garback" userId="dc25ffa4-de89-4779-8381-34524c87e417" providerId="ADAL" clId="{6E1D5EB8-13F6-40DF-B512-351F8F358EAF}" dt="2026-03-11T20:57:21.127" v="111" actId="700"/>
          <ac:spMkLst>
            <pc:docMk/>
            <pc:sldMk cId="0" sldId="293"/>
            <ac:spMk id="2" creationId="{00000000-0000-0000-0000-000000000000}"/>
          </ac:spMkLst>
        </pc:spChg>
      </pc:sldChg>
      <pc:sldChg chg="modSp mod modClrScheme chgLayout">
        <pc:chgData name="Carey Garback" userId="dc25ffa4-de89-4779-8381-34524c87e417" providerId="ADAL" clId="{6E1D5EB8-13F6-40DF-B512-351F8F358EAF}" dt="2026-03-11T20:57:21.127" v="111" actId="700"/>
        <pc:sldMkLst>
          <pc:docMk/>
          <pc:sldMk cId="0" sldId="294"/>
        </pc:sldMkLst>
        <pc:spChg chg="mod ord">
          <ac:chgData name="Carey Garback" userId="dc25ffa4-de89-4779-8381-34524c87e417" providerId="ADAL" clId="{6E1D5EB8-13F6-40DF-B512-351F8F358EAF}" dt="2026-03-11T20:57:21.127" v="111" actId="700"/>
          <ac:spMkLst>
            <pc:docMk/>
            <pc:sldMk cId="0" sldId="294"/>
            <ac:spMk id="2" creationId="{00000000-0000-0000-0000-000000000000}"/>
          </ac:spMkLst>
        </pc:spChg>
      </pc:sldChg>
      <pc:sldChg chg="modSp mod modClrScheme chgLayout">
        <pc:chgData name="Carey Garback" userId="dc25ffa4-de89-4779-8381-34524c87e417" providerId="ADAL" clId="{6E1D5EB8-13F6-40DF-B512-351F8F358EAF}" dt="2026-03-11T20:57:21.127" v="111" actId="700"/>
        <pc:sldMkLst>
          <pc:docMk/>
          <pc:sldMk cId="0" sldId="295"/>
        </pc:sldMkLst>
        <pc:spChg chg="mod ord">
          <ac:chgData name="Carey Garback" userId="dc25ffa4-de89-4779-8381-34524c87e417" providerId="ADAL" clId="{6E1D5EB8-13F6-40DF-B512-351F8F358EAF}" dt="2026-03-11T20:57:21.127" v="111" actId="700"/>
          <ac:spMkLst>
            <pc:docMk/>
            <pc:sldMk cId="0" sldId="295"/>
            <ac:spMk id="2" creationId="{00000000-0000-0000-0000-000000000000}"/>
          </ac:spMkLst>
        </pc:spChg>
      </pc:sldChg>
      <pc:sldChg chg="modSp mod modClrScheme chgLayout">
        <pc:chgData name="Carey Garback" userId="dc25ffa4-de89-4779-8381-34524c87e417" providerId="ADAL" clId="{6E1D5EB8-13F6-40DF-B512-351F8F358EAF}" dt="2026-03-11T20:57:21.127" v="111" actId="700"/>
        <pc:sldMkLst>
          <pc:docMk/>
          <pc:sldMk cId="0" sldId="296"/>
        </pc:sldMkLst>
        <pc:spChg chg="mod ord">
          <ac:chgData name="Carey Garback" userId="dc25ffa4-de89-4779-8381-34524c87e417" providerId="ADAL" clId="{6E1D5EB8-13F6-40DF-B512-351F8F358EAF}" dt="2026-03-11T20:57:21.127" v="111" actId="700"/>
          <ac:spMkLst>
            <pc:docMk/>
            <pc:sldMk cId="0" sldId="296"/>
            <ac:spMk id="2" creationId="{00000000-0000-0000-0000-000000000000}"/>
          </ac:spMkLst>
        </pc:spChg>
      </pc:sldChg>
      <pc:sldChg chg="modSp mod modClrScheme chgLayout">
        <pc:chgData name="Carey Garback" userId="dc25ffa4-de89-4779-8381-34524c87e417" providerId="ADAL" clId="{6E1D5EB8-13F6-40DF-B512-351F8F358EAF}" dt="2026-03-11T20:57:21.127" v="111" actId="700"/>
        <pc:sldMkLst>
          <pc:docMk/>
          <pc:sldMk cId="0" sldId="297"/>
        </pc:sldMkLst>
        <pc:spChg chg="mod ord">
          <ac:chgData name="Carey Garback" userId="dc25ffa4-de89-4779-8381-34524c87e417" providerId="ADAL" clId="{6E1D5EB8-13F6-40DF-B512-351F8F358EAF}" dt="2026-03-11T20:57:21.127" v="111" actId="700"/>
          <ac:spMkLst>
            <pc:docMk/>
            <pc:sldMk cId="0" sldId="297"/>
            <ac:spMk id="2" creationId="{00000000-0000-0000-0000-000000000000}"/>
          </ac:spMkLst>
        </pc:spChg>
      </pc:sldChg>
      <pc:sldChg chg="modSp mod modClrScheme chgLayout">
        <pc:chgData name="Carey Garback" userId="dc25ffa4-de89-4779-8381-34524c87e417" providerId="ADAL" clId="{6E1D5EB8-13F6-40DF-B512-351F8F358EAF}" dt="2026-03-11T20:57:21.127" v="111" actId="700"/>
        <pc:sldMkLst>
          <pc:docMk/>
          <pc:sldMk cId="0" sldId="298"/>
        </pc:sldMkLst>
        <pc:spChg chg="mod ord">
          <ac:chgData name="Carey Garback" userId="dc25ffa4-de89-4779-8381-34524c87e417" providerId="ADAL" clId="{6E1D5EB8-13F6-40DF-B512-351F8F358EAF}" dt="2026-03-11T20:57:21.127" v="111" actId="700"/>
          <ac:spMkLst>
            <pc:docMk/>
            <pc:sldMk cId="0" sldId="298"/>
            <ac:spMk id="2" creationId="{00000000-0000-0000-0000-000000000000}"/>
          </ac:spMkLst>
        </pc:spChg>
      </pc:sldChg>
      <pc:sldChg chg="modSp mod modClrScheme chgLayout">
        <pc:chgData name="Carey Garback" userId="dc25ffa4-de89-4779-8381-34524c87e417" providerId="ADAL" clId="{6E1D5EB8-13F6-40DF-B512-351F8F358EAF}" dt="2026-03-11T20:57:21.127" v="111" actId="700"/>
        <pc:sldMkLst>
          <pc:docMk/>
          <pc:sldMk cId="0" sldId="299"/>
        </pc:sldMkLst>
        <pc:spChg chg="mod ord">
          <ac:chgData name="Carey Garback" userId="dc25ffa4-de89-4779-8381-34524c87e417" providerId="ADAL" clId="{6E1D5EB8-13F6-40DF-B512-351F8F358EAF}" dt="2026-03-11T20:57:21.127" v="111" actId="700"/>
          <ac:spMkLst>
            <pc:docMk/>
            <pc:sldMk cId="0" sldId="299"/>
            <ac:spMk id="2" creationId="{00000000-0000-0000-0000-000000000000}"/>
          </ac:spMkLst>
        </pc:spChg>
      </pc:sldChg>
      <pc:sldChg chg="modSp mod modClrScheme chgLayout">
        <pc:chgData name="Carey Garback" userId="dc25ffa4-de89-4779-8381-34524c87e417" providerId="ADAL" clId="{6E1D5EB8-13F6-40DF-B512-351F8F358EAF}" dt="2026-03-11T20:57:21.127" v="111" actId="700"/>
        <pc:sldMkLst>
          <pc:docMk/>
          <pc:sldMk cId="0" sldId="300"/>
        </pc:sldMkLst>
        <pc:spChg chg="mod ord">
          <ac:chgData name="Carey Garback" userId="dc25ffa4-de89-4779-8381-34524c87e417" providerId="ADAL" clId="{6E1D5EB8-13F6-40DF-B512-351F8F358EAF}" dt="2026-03-11T20:57:21.127" v="111" actId="700"/>
          <ac:spMkLst>
            <pc:docMk/>
            <pc:sldMk cId="0" sldId="300"/>
            <ac:spMk id="2" creationId="{00000000-0000-0000-0000-000000000000}"/>
          </ac:spMkLst>
        </pc:spChg>
      </pc:sldChg>
      <pc:sldChg chg="modSp mod modClrScheme chgLayout">
        <pc:chgData name="Carey Garback" userId="dc25ffa4-de89-4779-8381-34524c87e417" providerId="ADAL" clId="{6E1D5EB8-13F6-40DF-B512-351F8F358EAF}" dt="2026-03-11T21:05:34.897" v="212" actId="14100"/>
        <pc:sldMkLst>
          <pc:docMk/>
          <pc:sldMk cId="0" sldId="301"/>
        </pc:sldMkLst>
        <pc:spChg chg="mod ord">
          <ac:chgData name="Carey Garback" userId="dc25ffa4-de89-4779-8381-34524c87e417" providerId="ADAL" clId="{6E1D5EB8-13F6-40DF-B512-351F8F358EAF}" dt="2026-03-11T21:05:29.945" v="211" actId="1038"/>
          <ac:spMkLst>
            <pc:docMk/>
            <pc:sldMk cId="0" sldId="301"/>
            <ac:spMk id="302" creationId="{00000000-0000-0000-0000-000000000000}"/>
          </ac:spMkLst>
        </pc:spChg>
        <pc:spChg chg="mod ord">
          <ac:chgData name="Carey Garback" userId="dc25ffa4-de89-4779-8381-34524c87e417" providerId="ADAL" clId="{6E1D5EB8-13F6-40DF-B512-351F8F358EAF}" dt="2026-03-11T21:05:34.897" v="212" actId="14100"/>
          <ac:spMkLst>
            <pc:docMk/>
            <pc:sldMk cId="0" sldId="301"/>
            <ac:spMk id="303" creationId="{00000000-0000-0000-0000-000000000000}"/>
          </ac:spMkLst>
        </pc:spChg>
      </pc:sldChg>
      <pc:sldChg chg="modSp mod modClrScheme chgLayout">
        <pc:chgData name="Carey Garback" userId="dc25ffa4-de89-4779-8381-34524c87e417" providerId="ADAL" clId="{6E1D5EB8-13F6-40DF-B512-351F8F358EAF}" dt="2026-03-11T20:59:36.646" v="112" actId="1076"/>
        <pc:sldMkLst>
          <pc:docMk/>
          <pc:sldMk cId="0" sldId="302"/>
        </pc:sldMkLst>
        <pc:spChg chg="mod ord">
          <ac:chgData name="Carey Garback" userId="dc25ffa4-de89-4779-8381-34524c87e417" providerId="ADAL" clId="{6E1D5EB8-13F6-40DF-B512-351F8F358EAF}" dt="2026-03-11T20:59:36.646" v="112" actId="1076"/>
          <ac:spMkLst>
            <pc:docMk/>
            <pc:sldMk cId="0" sldId="302"/>
            <ac:spMk id="308" creationId="{00000000-0000-0000-0000-000000000000}"/>
          </ac:spMkLst>
        </pc:spChg>
        <pc:spChg chg="mod ord">
          <ac:chgData name="Carey Garback" userId="dc25ffa4-de89-4779-8381-34524c87e417" providerId="ADAL" clId="{6E1D5EB8-13F6-40DF-B512-351F8F358EAF}" dt="2026-03-11T20:57:21.127" v="111" actId="700"/>
          <ac:spMkLst>
            <pc:docMk/>
            <pc:sldMk cId="0" sldId="302"/>
            <ac:spMk id="310" creationId="{00000000-0000-0000-0000-000000000000}"/>
          </ac:spMkLst>
        </pc:spChg>
      </pc:sldChg>
      <pc:sldChg chg="modSp mod modClrScheme chgLayout">
        <pc:chgData name="Carey Garback" userId="dc25ffa4-de89-4779-8381-34524c87e417" providerId="ADAL" clId="{6E1D5EB8-13F6-40DF-B512-351F8F358EAF}" dt="2026-03-11T20:57:21.127" v="111" actId="700"/>
        <pc:sldMkLst>
          <pc:docMk/>
          <pc:sldMk cId="0" sldId="303"/>
        </pc:sldMkLst>
        <pc:spChg chg="mod ord">
          <ac:chgData name="Carey Garback" userId="dc25ffa4-de89-4779-8381-34524c87e417" providerId="ADAL" clId="{6E1D5EB8-13F6-40DF-B512-351F8F358EAF}" dt="2026-03-11T20:57:21.127" v="111" actId="700"/>
          <ac:spMkLst>
            <pc:docMk/>
            <pc:sldMk cId="0" sldId="303"/>
            <ac:spMk id="6" creationId="{00000000-0000-0000-0000-000000000000}"/>
          </ac:spMkLst>
        </pc:spChg>
      </pc:sldChg>
      <pc:sldChg chg="modSp mod modClrScheme chgLayout">
        <pc:chgData name="Carey Garback" userId="dc25ffa4-de89-4779-8381-34524c87e417" providerId="ADAL" clId="{6E1D5EB8-13F6-40DF-B512-351F8F358EAF}" dt="2026-03-11T21:11:13.525" v="323" actId="1076"/>
        <pc:sldMkLst>
          <pc:docMk/>
          <pc:sldMk cId="0" sldId="304"/>
        </pc:sldMkLst>
        <pc:spChg chg="mod ord">
          <ac:chgData name="Carey Garback" userId="dc25ffa4-de89-4779-8381-34524c87e417" providerId="ADAL" clId="{6E1D5EB8-13F6-40DF-B512-351F8F358EAF}" dt="2026-03-11T21:11:13.525" v="323" actId="1076"/>
          <ac:spMkLst>
            <pc:docMk/>
            <pc:sldMk cId="0" sldId="304"/>
            <ac:spMk id="8" creationId="{00000000-0000-0000-0000-000000000000}"/>
          </ac:spMkLst>
        </pc:spChg>
        <pc:spChg chg="mod ord">
          <ac:chgData name="Carey Garback" userId="dc25ffa4-de89-4779-8381-34524c87e417" providerId="ADAL" clId="{6E1D5EB8-13F6-40DF-B512-351F8F358EAF}" dt="2026-03-11T20:57:21.127" v="111" actId="700"/>
          <ac:spMkLst>
            <pc:docMk/>
            <pc:sldMk cId="0" sldId="304"/>
            <ac:spMk id="10" creationId="{00000000-0000-0000-0000-000000000000}"/>
          </ac:spMkLst>
        </pc:spChg>
      </pc:sldChg>
      <pc:sldChg chg="modSp mod modClrScheme chgLayout">
        <pc:chgData name="Carey Garback" userId="dc25ffa4-de89-4779-8381-34524c87e417" providerId="ADAL" clId="{6E1D5EB8-13F6-40DF-B512-351F8F358EAF}" dt="2026-03-11T21:11:21.393" v="325" actId="1076"/>
        <pc:sldMkLst>
          <pc:docMk/>
          <pc:sldMk cId="0" sldId="305"/>
        </pc:sldMkLst>
        <pc:spChg chg="mod ord">
          <ac:chgData name="Carey Garback" userId="dc25ffa4-de89-4779-8381-34524c87e417" providerId="ADAL" clId="{6E1D5EB8-13F6-40DF-B512-351F8F358EAF}" dt="2026-03-11T21:11:21.393" v="325" actId="1076"/>
          <ac:spMkLst>
            <pc:docMk/>
            <pc:sldMk cId="0" sldId="305"/>
            <ac:spMk id="8" creationId="{00000000-0000-0000-0000-000000000000}"/>
          </ac:spMkLst>
        </pc:spChg>
        <pc:spChg chg="mod ord">
          <ac:chgData name="Carey Garback" userId="dc25ffa4-de89-4779-8381-34524c87e417" providerId="ADAL" clId="{6E1D5EB8-13F6-40DF-B512-351F8F358EAF}" dt="2026-03-11T20:57:21.127" v="111" actId="700"/>
          <ac:spMkLst>
            <pc:docMk/>
            <pc:sldMk cId="0" sldId="305"/>
            <ac:spMk id="10" creationId="{00000000-0000-0000-0000-000000000000}"/>
          </ac:spMkLst>
        </pc:spChg>
      </pc:sldChg>
      <pc:sldChg chg="modSp mod modClrScheme chgLayout">
        <pc:chgData name="Carey Garback" userId="dc25ffa4-de89-4779-8381-34524c87e417" providerId="ADAL" clId="{6E1D5EB8-13F6-40DF-B512-351F8F358EAF}" dt="2026-03-11T21:11:29.020" v="327" actId="1076"/>
        <pc:sldMkLst>
          <pc:docMk/>
          <pc:sldMk cId="0" sldId="306"/>
        </pc:sldMkLst>
        <pc:spChg chg="mod ord">
          <ac:chgData name="Carey Garback" userId="dc25ffa4-de89-4779-8381-34524c87e417" providerId="ADAL" clId="{6E1D5EB8-13F6-40DF-B512-351F8F358EAF}" dt="2026-03-11T21:11:29.020" v="327" actId="1076"/>
          <ac:spMkLst>
            <pc:docMk/>
            <pc:sldMk cId="0" sldId="306"/>
            <ac:spMk id="8" creationId="{00000000-0000-0000-0000-000000000000}"/>
          </ac:spMkLst>
        </pc:spChg>
        <pc:spChg chg="mod ord">
          <ac:chgData name="Carey Garback" userId="dc25ffa4-de89-4779-8381-34524c87e417" providerId="ADAL" clId="{6E1D5EB8-13F6-40DF-B512-351F8F358EAF}" dt="2026-03-11T20:57:21.127" v="111" actId="700"/>
          <ac:spMkLst>
            <pc:docMk/>
            <pc:sldMk cId="0" sldId="306"/>
            <ac:spMk id="10" creationId="{00000000-0000-0000-0000-000000000000}"/>
          </ac:spMkLst>
        </pc:spChg>
      </pc:sldChg>
      <pc:sldChg chg="delSp modSp mod modClrScheme chgLayout">
        <pc:chgData name="Carey Garback" userId="dc25ffa4-de89-4779-8381-34524c87e417" providerId="ADAL" clId="{6E1D5EB8-13F6-40DF-B512-351F8F358EAF}" dt="2026-03-11T20:59:43.671" v="113" actId="1076"/>
        <pc:sldMkLst>
          <pc:docMk/>
          <pc:sldMk cId="0" sldId="307"/>
        </pc:sldMkLst>
        <pc:spChg chg="mod ord">
          <ac:chgData name="Carey Garback" userId="dc25ffa4-de89-4779-8381-34524c87e417" providerId="ADAL" clId="{6E1D5EB8-13F6-40DF-B512-351F8F358EAF}" dt="2026-03-11T20:59:43.671" v="113" actId="1076"/>
          <ac:spMkLst>
            <pc:docMk/>
            <pc:sldMk cId="0" sldId="307"/>
            <ac:spMk id="479" creationId="{00000000-0000-0000-0000-000000000000}"/>
          </ac:spMkLst>
        </pc:spChg>
        <pc:spChg chg="mod ord">
          <ac:chgData name="Carey Garback" userId="dc25ffa4-de89-4779-8381-34524c87e417" providerId="ADAL" clId="{6E1D5EB8-13F6-40DF-B512-351F8F358EAF}" dt="2026-03-11T20:57:21.127" v="111" actId="700"/>
          <ac:spMkLst>
            <pc:docMk/>
            <pc:sldMk cId="0" sldId="307"/>
            <ac:spMk id="480" creationId="{00000000-0000-0000-0000-000000000000}"/>
          </ac:spMkLst>
        </pc:spChg>
        <pc:spChg chg="del">
          <ac:chgData name="Carey Garback" userId="dc25ffa4-de89-4779-8381-34524c87e417" providerId="ADAL" clId="{6E1D5EB8-13F6-40DF-B512-351F8F358EAF}" dt="2026-03-11T20:51:00.979" v="52" actId="478"/>
          <ac:spMkLst>
            <pc:docMk/>
            <pc:sldMk cId="0" sldId="307"/>
            <ac:spMk id="481" creationId="{00000000-0000-0000-0000-000000000000}"/>
          </ac:spMkLst>
        </pc:spChg>
      </pc:sldChg>
      <pc:sldChg chg="modSp mod modClrScheme chgLayout">
        <pc:chgData name="Carey Garback" userId="dc25ffa4-de89-4779-8381-34524c87e417" providerId="ADAL" clId="{6E1D5EB8-13F6-40DF-B512-351F8F358EAF}" dt="2026-03-11T20:57:21.127" v="111" actId="700"/>
        <pc:sldMkLst>
          <pc:docMk/>
          <pc:sldMk cId="0" sldId="308"/>
        </pc:sldMkLst>
        <pc:spChg chg="mod ord">
          <ac:chgData name="Carey Garback" userId="dc25ffa4-de89-4779-8381-34524c87e417" providerId="ADAL" clId="{6E1D5EB8-13F6-40DF-B512-351F8F358EAF}" dt="2026-03-11T20:57:21.127" v="111" actId="700"/>
          <ac:spMkLst>
            <pc:docMk/>
            <pc:sldMk cId="0" sldId="308"/>
            <ac:spMk id="487" creationId="{00000000-0000-0000-0000-000000000000}"/>
          </ac:spMkLst>
        </pc:spChg>
        <pc:spChg chg="mod ord">
          <ac:chgData name="Carey Garback" userId="dc25ffa4-de89-4779-8381-34524c87e417" providerId="ADAL" clId="{6E1D5EB8-13F6-40DF-B512-351F8F358EAF}" dt="2026-03-11T20:57:21.127" v="111" actId="700"/>
          <ac:spMkLst>
            <pc:docMk/>
            <pc:sldMk cId="0" sldId="308"/>
            <ac:spMk id="488" creationId="{00000000-0000-0000-0000-000000000000}"/>
          </ac:spMkLst>
        </pc:spChg>
      </pc:sldChg>
      <pc:sldChg chg="delSp mod modClrScheme chgLayout">
        <pc:chgData name="Carey Garback" userId="dc25ffa4-de89-4779-8381-34524c87e417" providerId="ADAL" clId="{6E1D5EB8-13F6-40DF-B512-351F8F358EAF}" dt="2026-03-11T20:57:21.127" v="111" actId="700"/>
        <pc:sldMkLst>
          <pc:docMk/>
          <pc:sldMk cId="0" sldId="309"/>
        </pc:sldMkLst>
        <pc:spChg chg="del">
          <ac:chgData name="Carey Garback" userId="dc25ffa4-de89-4779-8381-34524c87e417" providerId="ADAL" clId="{6E1D5EB8-13F6-40DF-B512-351F8F358EAF}" dt="2026-03-11T20:49:21.684" v="28" actId="700"/>
          <ac:spMkLst>
            <pc:docMk/>
            <pc:sldMk cId="0" sldId="309"/>
            <ac:spMk id="495" creationId="{00000000-0000-0000-0000-000000000000}"/>
          </ac:spMkLst>
        </pc:spChg>
        <pc:spChg chg="del">
          <ac:chgData name="Carey Garback" userId="dc25ffa4-de89-4779-8381-34524c87e417" providerId="ADAL" clId="{6E1D5EB8-13F6-40DF-B512-351F8F358EAF}" dt="2026-03-11T20:49:21.684" v="28" actId="700"/>
          <ac:spMkLst>
            <pc:docMk/>
            <pc:sldMk cId="0" sldId="309"/>
            <ac:spMk id="496" creationId="{00000000-0000-0000-0000-000000000000}"/>
          </ac:spMkLst>
        </pc:spChg>
      </pc:sldChg>
      <pc:sldChg chg="modSp mod modClrScheme chgLayout">
        <pc:chgData name="Carey Garback" userId="dc25ffa4-de89-4779-8381-34524c87e417" providerId="ADAL" clId="{6E1D5EB8-13F6-40DF-B512-351F8F358EAF}" dt="2026-03-11T21:06:03.065" v="216" actId="14100"/>
        <pc:sldMkLst>
          <pc:docMk/>
          <pc:sldMk cId="0" sldId="310"/>
        </pc:sldMkLst>
        <pc:spChg chg="mod ord">
          <ac:chgData name="Carey Garback" userId="dc25ffa4-de89-4779-8381-34524c87e417" providerId="ADAL" clId="{6E1D5EB8-13F6-40DF-B512-351F8F358EAF}" dt="2026-03-11T21:06:03.065" v="216" actId="14100"/>
          <ac:spMkLst>
            <pc:docMk/>
            <pc:sldMk cId="0" sldId="310"/>
            <ac:spMk id="5" creationId="{00000000-0000-0000-0000-000000000000}"/>
          </ac:spMkLst>
        </pc:spChg>
        <pc:spChg chg="mod ord">
          <ac:chgData name="Carey Garback" userId="dc25ffa4-de89-4779-8381-34524c87e417" providerId="ADAL" clId="{6E1D5EB8-13F6-40DF-B512-351F8F358EAF}" dt="2026-03-11T20:57:21.127" v="111" actId="700"/>
          <ac:spMkLst>
            <pc:docMk/>
            <pc:sldMk cId="0" sldId="310"/>
            <ac:spMk id="7" creationId="{00000000-0000-0000-0000-000000000000}"/>
          </ac:spMkLst>
        </pc:spChg>
      </pc:sldChg>
      <pc:sldChg chg="modSp mod modClrScheme chgLayout">
        <pc:chgData name="Carey Garback" userId="dc25ffa4-de89-4779-8381-34524c87e417" providerId="ADAL" clId="{6E1D5EB8-13F6-40DF-B512-351F8F358EAF}" dt="2026-03-11T21:05:54.010" v="215" actId="1076"/>
        <pc:sldMkLst>
          <pc:docMk/>
          <pc:sldMk cId="0" sldId="311"/>
        </pc:sldMkLst>
        <pc:spChg chg="mod ord">
          <ac:chgData name="Carey Garback" userId="dc25ffa4-de89-4779-8381-34524c87e417" providerId="ADAL" clId="{6E1D5EB8-13F6-40DF-B512-351F8F358EAF}" dt="2026-03-11T21:05:54.010" v="215" actId="1076"/>
          <ac:spMkLst>
            <pc:docMk/>
            <pc:sldMk cId="0" sldId="311"/>
            <ac:spMk id="2" creationId="{00000000-0000-0000-0000-000000000000}"/>
          </ac:spMkLst>
        </pc:spChg>
      </pc:sldChg>
      <pc:sldChg chg="modSp mod modClrScheme chgLayout">
        <pc:chgData name="Carey Garback" userId="dc25ffa4-de89-4779-8381-34524c87e417" providerId="ADAL" clId="{6E1D5EB8-13F6-40DF-B512-351F8F358EAF}" dt="2026-03-11T20:57:21.127" v="111" actId="700"/>
        <pc:sldMkLst>
          <pc:docMk/>
          <pc:sldMk cId="0" sldId="312"/>
        </pc:sldMkLst>
        <pc:spChg chg="mod ord">
          <ac:chgData name="Carey Garback" userId="dc25ffa4-de89-4779-8381-34524c87e417" providerId="ADAL" clId="{6E1D5EB8-13F6-40DF-B512-351F8F358EAF}" dt="2026-03-11T20:57:21.127" v="111" actId="700"/>
          <ac:spMkLst>
            <pc:docMk/>
            <pc:sldMk cId="0" sldId="312"/>
            <ac:spMk id="13" creationId="{00000000-0000-0000-0000-000000000000}"/>
          </ac:spMkLst>
        </pc:spChg>
      </pc:sldChg>
      <pc:sldChg chg="modSp mod modClrScheme chgLayout">
        <pc:chgData name="Carey Garback" userId="dc25ffa4-de89-4779-8381-34524c87e417" providerId="ADAL" clId="{6E1D5EB8-13F6-40DF-B512-351F8F358EAF}" dt="2026-03-11T21:12:26.356" v="366" actId="1076"/>
        <pc:sldMkLst>
          <pc:docMk/>
          <pc:sldMk cId="0" sldId="313"/>
        </pc:sldMkLst>
        <pc:spChg chg="mod ord">
          <ac:chgData name="Carey Garback" userId="dc25ffa4-de89-4779-8381-34524c87e417" providerId="ADAL" clId="{6E1D5EB8-13F6-40DF-B512-351F8F358EAF}" dt="2026-03-11T21:12:26.356" v="366" actId="1076"/>
          <ac:spMkLst>
            <pc:docMk/>
            <pc:sldMk cId="0" sldId="313"/>
            <ac:spMk id="9" creationId="{00000000-0000-0000-0000-000000000000}"/>
          </ac:spMkLst>
        </pc:spChg>
        <pc:spChg chg="mod ord">
          <ac:chgData name="Carey Garback" userId="dc25ffa4-de89-4779-8381-34524c87e417" providerId="ADAL" clId="{6E1D5EB8-13F6-40DF-B512-351F8F358EAF}" dt="2026-03-11T20:57:21.127" v="111" actId="700"/>
          <ac:spMkLst>
            <pc:docMk/>
            <pc:sldMk cId="0" sldId="313"/>
            <ac:spMk id="18" creationId="{00000000-0000-0000-0000-000000000000}"/>
          </ac:spMkLst>
        </pc:spChg>
      </pc:sldChg>
      <pc:sldChg chg="delSp modSp mod modClrScheme chgLayout">
        <pc:chgData name="Carey Garback" userId="dc25ffa4-de89-4779-8381-34524c87e417" providerId="ADAL" clId="{6E1D5EB8-13F6-40DF-B512-351F8F358EAF}" dt="2026-03-11T21:12:37.002" v="369" actId="1076"/>
        <pc:sldMkLst>
          <pc:docMk/>
          <pc:sldMk cId="0" sldId="314"/>
        </pc:sldMkLst>
        <pc:spChg chg="del">
          <ac:chgData name="Carey Garback" userId="dc25ffa4-de89-4779-8381-34524c87e417" providerId="ADAL" clId="{6E1D5EB8-13F6-40DF-B512-351F8F358EAF}" dt="2026-03-11T21:12:30.155" v="367" actId="478"/>
          <ac:spMkLst>
            <pc:docMk/>
            <pc:sldMk cId="0" sldId="314"/>
            <ac:spMk id="2" creationId="{00000000-0000-0000-0000-000000000000}"/>
          </ac:spMkLst>
        </pc:spChg>
        <pc:spChg chg="mod">
          <ac:chgData name="Carey Garback" userId="dc25ffa4-de89-4779-8381-34524c87e417" providerId="ADAL" clId="{6E1D5EB8-13F6-40DF-B512-351F8F358EAF}" dt="2026-03-11T21:12:33.351" v="368" actId="207"/>
          <ac:spMkLst>
            <pc:docMk/>
            <pc:sldMk cId="0" sldId="314"/>
            <ac:spMk id="4" creationId="{00000000-0000-0000-0000-000000000000}"/>
          </ac:spMkLst>
        </pc:spChg>
        <pc:spChg chg="mod">
          <ac:chgData name="Carey Garback" userId="dc25ffa4-de89-4779-8381-34524c87e417" providerId="ADAL" clId="{6E1D5EB8-13F6-40DF-B512-351F8F358EAF}" dt="2026-03-11T21:12:33.351" v="368" actId="207"/>
          <ac:spMkLst>
            <pc:docMk/>
            <pc:sldMk cId="0" sldId="314"/>
            <ac:spMk id="5" creationId="{00000000-0000-0000-0000-000000000000}"/>
          </ac:spMkLst>
        </pc:spChg>
        <pc:spChg chg="mod">
          <ac:chgData name="Carey Garback" userId="dc25ffa4-de89-4779-8381-34524c87e417" providerId="ADAL" clId="{6E1D5EB8-13F6-40DF-B512-351F8F358EAF}" dt="2026-03-11T21:12:33.351" v="368" actId="207"/>
          <ac:spMkLst>
            <pc:docMk/>
            <pc:sldMk cId="0" sldId="314"/>
            <ac:spMk id="6" creationId="{00000000-0000-0000-0000-000000000000}"/>
          </ac:spMkLst>
        </pc:spChg>
        <pc:spChg chg="mod">
          <ac:chgData name="Carey Garback" userId="dc25ffa4-de89-4779-8381-34524c87e417" providerId="ADAL" clId="{6E1D5EB8-13F6-40DF-B512-351F8F358EAF}" dt="2026-03-11T21:12:33.351" v="368" actId="207"/>
          <ac:spMkLst>
            <pc:docMk/>
            <pc:sldMk cId="0" sldId="314"/>
            <ac:spMk id="7" creationId="{00000000-0000-0000-0000-000000000000}"/>
          </ac:spMkLst>
        </pc:spChg>
        <pc:spChg chg="mod ord">
          <ac:chgData name="Carey Garback" userId="dc25ffa4-de89-4779-8381-34524c87e417" providerId="ADAL" clId="{6E1D5EB8-13F6-40DF-B512-351F8F358EAF}" dt="2026-03-11T21:12:37.002" v="369" actId="1076"/>
          <ac:spMkLst>
            <pc:docMk/>
            <pc:sldMk cId="0" sldId="314"/>
            <ac:spMk id="8" creationId="{00000000-0000-0000-0000-000000000000}"/>
          </ac:spMkLst>
        </pc:spChg>
        <pc:spChg chg="mod">
          <ac:chgData name="Carey Garback" userId="dc25ffa4-de89-4779-8381-34524c87e417" providerId="ADAL" clId="{6E1D5EB8-13F6-40DF-B512-351F8F358EAF}" dt="2026-03-11T21:12:33.351" v="368" actId="207"/>
          <ac:spMkLst>
            <pc:docMk/>
            <pc:sldMk cId="0" sldId="314"/>
            <ac:spMk id="9" creationId="{00000000-0000-0000-0000-000000000000}"/>
          </ac:spMkLst>
        </pc:spChg>
        <pc:spChg chg="mod ord">
          <ac:chgData name="Carey Garback" userId="dc25ffa4-de89-4779-8381-34524c87e417" providerId="ADAL" clId="{6E1D5EB8-13F6-40DF-B512-351F8F358EAF}" dt="2026-03-11T21:12:33.351" v="368" actId="207"/>
          <ac:spMkLst>
            <pc:docMk/>
            <pc:sldMk cId="0" sldId="314"/>
            <ac:spMk id="10" creationId="{00000000-0000-0000-0000-000000000000}"/>
          </ac:spMkLst>
        </pc:spChg>
        <pc:spChg chg="mod">
          <ac:chgData name="Carey Garback" userId="dc25ffa4-de89-4779-8381-34524c87e417" providerId="ADAL" clId="{6E1D5EB8-13F6-40DF-B512-351F8F358EAF}" dt="2026-03-11T21:12:33.351" v="368" actId="207"/>
          <ac:spMkLst>
            <pc:docMk/>
            <pc:sldMk cId="0" sldId="314"/>
            <ac:spMk id="11" creationId="{00000000-0000-0000-0000-000000000000}"/>
          </ac:spMkLst>
        </pc:spChg>
      </pc:sldChg>
      <pc:sldChg chg="modSp mod modClrScheme chgLayout">
        <pc:chgData name="Carey Garback" userId="dc25ffa4-de89-4779-8381-34524c87e417" providerId="ADAL" clId="{6E1D5EB8-13F6-40DF-B512-351F8F358EAF}" dt="2026-03-11T20:57:21.127" v="111" actId="700"/>
        <pc:sldMkLst>
          <pc:docMk/>
          <pc:sldMk cId="0" sldId="315"/>
        </pc:sldMkLst>
        <pc:spChg chg="mod ord">
          <ac:chgData name="Carey Garback" userId="dc25ffa4-de89-4779-8381-34524c87e417" providerId="ADAL" clId="{6E1D5EB8-13F6-40DF-B512-351F8F358EAF}" dt="2026-03-11T20:57:21.127" v="111" actId="700"/>
          <ac:spMkLst>
            <pc:docMk/>
            <pc:sldMk cId="0" sldId="315"/>
            <ac:spMk id="7" creationId="{00000000-0000-0000-0000-000000000000}"/>
          </ac:spMkLst>
        </pc:spChg>
        <pc:spChg chg="mod ord">
          <ac:chgData name="Carey Garback" userId="dc25ffa4-de89-4779-8381-34524c87e417" providerId="ADAL" clId="{6E1D5EB8-13F6-40DF-B512-351F8F358EAF}" dt="2026-03-11T20:57:21.127" v="111" actId="700"/>
          <ac:spMkLst>
            <pc:docMk/>
            <pc:sldMk cId="0" sldId="315"/>
            <ac:spMk id="13" creationId="{00000000-0000-0000-0000-000000000000}"/>
          </ac:spMkLst>
        </pc:spChg>
      </pc:sldChg>
      <pc:sldChg chg="modSp mod modClrScheme chgLayout">
        <pc:chgData name="Carey Garback" userId="dc25ffa4-de89-4779-8381-34524c87e417" providerId="ADAL" clId="{6E1D5EB8-13F6-40DF-B512-351F8F358EAF}" dt="2026-03-11T21:12:46.091" v="371" actId="1076"/>
        <pc:sldMkLst>
          <pc:docMk/>
          <pc:sldMk cId="0" sldId="316"/>
        </pc:sldMkLst>
        <pc:spChg chg="mod ord">
          <ac:chgData name="Carey Garback" userId="dc25ffa4-de89-4779-8381-34524c87e417" providerId="ADAL" clId="{6E1D5EB8-13F6-40DF-B512-351F8F358EAF}" dt="2026-03-11T21:12:46.091" v="371" actId="1076"/>
          <ac:spMkLst>
            <pc:docMk/>
            <pc:sldMk cId="0" sldId="316"/>
            <ac:spMk id="7" creationId="{00000000-0000-0000-0000-000000000000}"/>
          </ac:spMkLst>
        </pc:spChg>
        <pc:spChg chg="mod ord">
          <ac:chgData name="Carey Garback" userId="dc25ffa4-de89-4779-8381-34524c87e417" providerId="ADAL" clId="{6E1D5EB8-13F6-40DF-B512-351F8F358EAF}" dt="2026-03-11T20:57:21.127" v="111" actId="700"/>
          <ac:spMkLst>
            <pc:docMk/>
            <pc:sldMk cId="0" sldId="316"/>
            <ac:spMk id="10" creationId="{00000000-0000-0000-0000-000000000000}"/>
          </ac:spMkLst>
        </pc:spChg>
      </pc:sldChg>
      <pc:sldChg chg="modSp mod modClrScheme chgLayout">
        <pc:chgData name="Carey Garback" userId="dc25ffa4-de89-4779-8381-34524c87e417" providerId="ADAL" clId="{6E1D5EB8-13F6-40DF-B512-351F8F358EAF}" dt="2026-03-11T21:12:55.325" v="373" actId="1076"/>
        <pc:sldMkLst>
          <pc:docMk/>
          <pc:sldMk cId="0" sldId="317"/>
        </pc:sldMkLst>
        <pc:spChg chg="mod ord">
          <ac:chgData name="Carey Garback" userId="dc25ffa4-de89-4779-8381-34524c87e417" providerId="ADAL" clId="{6E1D5EB8-13F6-40DF-B512-351F8F358EAF}" dt="2026-03-11T21:12:55.325" v="373" actId="1076"/>
          <ac:spMkLst>
            <pc:docMk/>
            <pc:sldMk cId="0" sldId="317"/>
            <ac:spMk id="8" creationId="{00000000-0000-0000-0000-000000000000}"/>
          </ac:spMkLst>
        </pc:spChg>
        <pc:spChg chg="mod ord">
          <ac:chgData name="Carey Garback" userId="dc25ffa4-de89-4779-8381-34524c87e417" providerId="ADAL" clId="{6E1D5EB8-13F6-40DF-B512-351F8F358EAF}" dt="2026-03-11T20:57:21.127" v="111" actId="700"/>
          <ac:spMkLst>
            <pc:docMk/>
            <pc:sldMk cId="0" sldId="317"/>
            <ac:spMk id="10" creationId="{00000000-0000-0000-0000-000000000000}"/>
          </ac:spMkLst>
        </pc:spChg>
      </pc:sldChg>
      <pc:sldChg chg="modSp mod modClrScheme chgLayout">
        <pc:chgData name="Carey Garback" userId="dc25ffa4-de89-4779-8381-34524c87e417" providerId="ADAL" clId="{6E1D5EB8-13F6-40DF-B512-351F8F358EAF}" dt="2026-03-11T20:57:21.127" v="111" actId="700"/>
        <pc:sldMkLst>
          <pc:docMk/>
          <pc:sldMk cId="0" sldId="318"/>
        </pc:sldMkLst>
        <pc:spChg chg="mod ord">
          <ac:chgData name="Carey Garback" userId="dc25ffa4-de89-4779-8381-34524c87e417" providerId="ADAL" clId="{6E1D5EB8-13F6-40DF-B512-351F8F358EAF}" dt="2026-03-11T20:57:21.127" v="111" actId="700"/>
          <ac:spMkLst>
            <pc:docMk/>
            <pc:sldMk cId="0" sldId="318"/>
            <ac:spMk id="9" creationId="{00000000-0000-0000-0000-000000000000}"/>
          </ac:spMkLst>
        </pc:spChg>
        <pc:spChg chg="mod ord">
          <ac:chgData name="Carey Garback" userId="dc25ffa4-de89-4779-8381-34524c87e417" providerId="ADAL" clId="{6E1D5EB8-13F6-40DF-B512-351F8F358EAF}" dt="2026-03-11T20:57:21.127" v="111" actId="700"/>
          <ac:spMkLst>
            <pc:docMk/>
            <pc:sldMk cId="0" sldId="318"/>
            <ac:spMk id="11" creationId="{00000000-0000-0000-0000-000000000000}"/>
          </ac:spMkLst>
        </pc:spChg>
      </pc:sldChg>
      <pc:sldChg chg="modSp mod modClrScheme chgLayout">
        <pc:chgData name="Carey Garback" userId="dc25ffa4-de89-4779-8381-34524c87e417" providerId="ADAL" clId="{6E1D5EB8-13F6-40DF-B512-351F8F358EAF}" dt="2026-03-11T21:13:06.442" v="375" actId="1076"/>
        <pc:sldMkLst>
          <pc:docMk/>
          <pc:sldMk cId="0" sldId="319"/>
        </pc:sldMkLst>
        <pc:spChg chg="mod ord">
          <ac:chgData name="Carey Garback" userId="dc25ffa4-de89-4779-8381-34524c87e417" providerId="ADAL" clId="{6E1D5EB8-13F6-40DF-B512-351F8F358EAF}" dt="2026-03-11T21:13:06.442" v="375" actId="1076"/>
          <ac:spMkLst>
            <pc:docMk/>
            <pc:sldMk cId="0" sldId="319"/>
            <ac:spMk id="7" creationId="{00000000-0000-0000-0000-000000000000}"/>
          </ac:spMkLst>
        </pc:spChg>
        <pc:spChg chg="mod ord">
          <ac:chgData name="Carey Garback" userId="dc25ffa4-de89-4779-8381-34524c87e417" providerId="ADAL" clId="{6E1D5EB8-13F6-40DF-B512-351F8F358EAF}" dt="2026-03-11T20:57:21.127" v="111" actId="700"/>
          <ac:spMkLst>
            <pc:docMk/>
            <pc:sldMk cId="0" sldId="319"/>
            <ac:spMk id="10" creationId="{00000000-0000-0000-0000-000000000000}"/>
          </ac:spMkLst>
        </pc:spChg>
      </pc:sldChg>
      <pc:sldChg chg="delSp modSp mod modClrScheme chgLayout">
        <pc:chgData name="Carey Garback" userId="dc25ffa4-de89-4779-8381-34524c87e417" providerId="ADAL" clId="{6E1D5EB8-13F6-40DF-B512-351F8F358EAF}" dt="2026-03-11T21:06:21.197" v="243" actId="1035"/>
        <pc:sldMkLst>
          <pc:docMk/>
          <pc:sldMk cId="0" sldId="320"/>
        </pc:sldMkLst>
        <pc:spChg chg="del">
          <ac:chgData name="Carey Garback" userId="dc25ffa4-de89-4779-8381-34524c87e417" providerId="ADAL" clId="{6E1D5EB8-13F6-40DF-B512-351F8F358EAF}" dt="2026-03-11T20:51:58.859" v="59" actId="478"/>
          <ac:spMkLst>
            <pc:docMk/>
            <pc:sldMk cId="0" sldId="320"/>
            <ac:spMk id="2" creationId="{00000000-0000-0000-0000-000000000000}"/>
          </ac:spMkLst>
        </pc:spChg>
        <pc:spChg chg="mod">
          <ac:chgData name="Carey Garback" userId="dc25ffa4-de89-4779-8381-34524c87e417" providerId="ADAL" clId="{6E1D5EB8-13F6-40DF-B512-351F8F358EAF}" dt="2026-03-11T20:52:07.165" v="60" actId="207"/>
          <ac:spMkLst>
            <pc:docMk/>
            <pc:sldMk cId="0" sldId="320"/>
            <ac:spMk id="4" creationId="{00000000-0000-0000-0000-000000000000}"/>
          </ac:spMkLst>
        </pc:spChg>
        <pc:spChg chg="mod">
          <ac:chgData name="Carey Garback" userId="dc25ffa4-de89-4779-8381-34524c87e417" providerId="ADAL" clId="{6E1D5EB8-13F6-40DF-B512-351F8F358EAF}" dt="2026-03-11T20:52:07.165" v="60" actId="207"/>
          <ac:spMkLst>
            <pc:docMk/>
            <pc:sldMk cId="0" sldId="320"/>
            <ac:spMk id="5" creationId="{00000000-0000-0000-0000-000000000000}"/>
          </ac:spMkLst>
        </pc:spChg>
        <pc:spChg chg="mod">
          <ac:chgData name="Carey Garback" userId="dc25ffa4-de89-4779-8381-34524c87e417" providerId="ADAL" clId="{6E1D5EB8-13F6-40DF-B512-351F8F358EAF}" dt="2026-03-11T20:52:07.165" v="60" actId="207"/>
          <ac:spMkLst>
            <pc:docMk/>
            <pc:sldMk cId="0" sldId="320"/>
            <ac:spMk id="6" creationId="{00000000-0000-0000-0000-000000000000}"/>
          </ac:spMkLst>
        </pc:spChg>
        <pc:spChg chg="mod">
          <ac:chgData name="Carey Garback" userId="dc25ffa4-de89-4779-8381-34524c87e417" providerId="ADAL" clId="{6E1D5EB8-13F6-40DF-B512-351F8F358EAF}" dt="2026-03-11T20:52:07.165" v="60" actId="207"/>
          <ac:spMkLst>
            <pc:docMk/>
            <pc:sldMk cId="0" sldId="320"/>
            <ac:spMk id="7" creationId="{00000000-0000-0000-0000-000000000000}"/>
          </ac:spMkLst>
        </pc:spChg>
        <pc:spChg chg="mod">
          <ac:chgData name="Carey Garback" userId="dc25ffa4-de89-4779-8381-34524c87e417" providerId="ADAL" clId="{6E1D5EB8-13F6-40DF-B512-351F8F358EAF}" dt="2026-03-11T21:06:21.197" v="243" actId="1035"/>
          <ac:spMkLst>
            <pc:docMk/>
            <pc:sldMk cId="0" sldId="320"/>
            <ac:spMk id="9" creationId="{00000000-0000-0000-0000-000000000000}"/>
          </ac:spMkLst>
        </pc:spChg>
        <pc:spChg chg="mod ord">
          <ac:chgData name="Carey Garback" userId="dc25ffa4-de89-4779-8381-34524c87e417" providerId="ADAL" clId="{6E1D5EB8-13F6-40DF-B512-351F8F358EAF}" dt="2026-03-11T21:06:21.197" v="243" actId="1035"/>
          <ac:spMkLst>
            <pc:docMk/>
            <pc:sldMk cId="0" sldId="320"/>
            <ac:spMk id="10" creationId="{00000000-0000-0000-0000-000000000000}"/>
          </ac:spMkLst>
        </pc:spChg>
        <pc:spChg chg="del mod ord">
          <ac:chgData name="Carey Garback" userId="dc25ffa4-de89-4779-8381-34524c87e417" providerId="ADAL" clId="{6E1D5EB8-13F6-40DF-B512-351F8F358EAF}" dt="2026-03-11T20:52:16.188" v="62" actId="478"/>
          <ac:spMkLst>
            <pc:docMk/>
            <pc:sldMk cId="0" sldId="320"/>
            <ac:spMk id="11" creationId="{00000000-0000-0000-0000-000000000000}"/>
          </ac:spMkLst>
        </pc:spChg>
        <pc:spChg chg="del mod">
          <ac:chgData name="Carey Garback" userId="dc25ffa4-de89-4779-8381-34524c87e417" providerId="ADAL" clId="{6E1D5EB8-13F6-40DF-B512-351F8F358EAF}" dt="2026-03-11T20:52:14.243" v="61" actId="478"/>
          <ac:spMkLst>
            <pc:docMk/>
            <pc:sldMk cId="0" sldId="320"/>
            <ac:spMk id="12" creationId="{00000000-0000-0000-0000-000000000000}"/>
          </ac:spMkLst>
        </pc:spChg>
        <pc:grpChg chg="del">
          <ac:chgData name="Carey Garback" userId="dc25ffa4-de89-4779-8381-34524c87e417" providerId="ADAL" clId="{6E1D5EB8-13F6-40DF-B512-351F8F358EAF}" dt="2026-03-11T20:52:19.283" v="63" actId="478"/>
          <ac:grpSpMkLst>
            <pc:docMk/>
            <pc:sldMk cId="0" sldId="320"/>
            <ac:grpSpMk id="3" creationId="{00000000-0000-0000-0000-000000000000}"/>
          </ac:grpSpMkLst>
        </pc:grpChg>
      </pc:sldChg>
      <pc:sldChg chg="delSp modSp mod modClrScheme chgLayout">
        <pc:chgData name="Carey Garback" userId="dc25ffa4-de89-4779-8381-34524c87e417" providerId="ADAL" clId="{6E1D5EB8-13F6-40DF-B512-351F8F358EAF}" dt="2026-03-11T20:57:21.127" v="111" actId="700"/>
        <pc:sldMkLst>
          <pc:docMk/>
          <pc:sldMk cId="0" sldId="321"/>
        </pc:sldMkLst>
        <pc:spChg chg="del">
          <ac:chgData name="Carey Garback" userId="dc25ffa4-de89-4779-8381-34524c87e417" providerId="ADAL" clId="{6E1D5EB8-13F6-40DF-B512-351F8F358EAF}" dt="2026-03-11T20:52:36.269" v="65" actId="478"/>
          <ac:spMkLst>
            <pc:docMk/>
            <pc:sldMk cId="0" sldId="321"/>
            <ac:spMk id="2" creationId="{00000000-0000-0000-0000-000000000000}"/>
          </ac:spMkLst>
        </pc:spChg>
        <pc:spChg chg="del">
          <ac:chgData name="Carey Garback" userId="dc25ffa4-de89-4779-8381-34524c87e417" providerId="ADAL" clId="{6E1D5EB8-13F6-40DF-B512-351F8F358EAF}" dt="2026-03-11T20:52:53.179" v="68" actId="478"/>
          <ac:spMkLst>
            <pc:docMk/>
            <pc:sldMk cId="0" sldId="321"/>
            <ac:spMk id="4" creationId="{00000000-0000-0000-0000-000000000000}"/>
          </ac:spMkLst>
        </pc:spChg>
        <pc:spChg chg="del">
          <ac:chgData name="Carey Garback" userId="dc25ffa4-de89-4779-8381-34524c87e417" providerId="ADAL" clId="{6E1D5EB8-13F6-40DF-B512-351F8F358EAF}" dt="2026-03-11T20:54:01.539" v="83" actId="478"/>
          <ac:spMkLst>
            <pc:docMk/>
            <pc:sldMk cId="0" sldId="321"/>
            <ac:spMk id="5" creationId="{00000000-0000-0000-0000-000000000000}"/>
          </ac:spMkLst>
        </pc:spChg>
        <pc:spChg chg="del">
          <ac:chgData name="Carey Garback" userId="dc25ffa4-de89-4779-8381-34524c87e417" providerId="ADAL" clId="{6E1D5EB8-13F6-40DF-B512-351F8F358EAF}" dt="2026-03-11T20:53:05.284" v="69" actId="478"/>
          <ac:spMkLst>
            <pc:docMk/>
            <pc:sldMk cId="0" sldId="321"/>
            <ac:spMk id="6" creationId="{00000000-0000-0000-0000-000000000000}"/>
          </ac:spMkLst>
        </pc:spChg>
        <pc:spChg chg="mod ord">
          <ac:chgData name="Carey Garback" userId="dc25ffa4-de89-4779-8381-34524c87e417" providerId="ADAL" clId="{6E1D5EB8-13F6-40DF-B512-351F8F358EAF}" dt="2026-03-11T20:57:21.127" v="111" actId="700"/>
          <ac:spMkLst>
            <pc:docMk/>
            <pc:sldMk cId="0" sldId="321"/>
            <ac:spMk id="9" creationId="{00000000-0000-0000-0000-000000000000}"/>
          </ac:spMkLst>
        </pc:spChg>
        <pc:spChg chg="del">
          <ac:chgData name="Carey Garback" userId="dc25ffa4-de89-4779-8381-34524c87e417" providerId="ADAL" clId="{6E1D5EB8-13F6-40DF-B512-351F8F358EAF}" dt="2026-03-11T20:52:39.323" v="66" actId="478"/>
          <ac:spMkLst>
            <pc:docMk/>
            <pc:sldMk cId="0" sldId="321"/>
            <ac:spMk id="11" creationId="{00000000-0000-0000-0000-000000000000}"/>
          </ac:spMkLst>
        </pc:spChg>
        <pc:spChg chg="del mod">
          <ac:chgData name="Carey Garback" userId="dc25ffa4-de89-4779-8381-34524c87e417" providerId="ADAL" clId="{6E1D5EB8-13F6-40DF-B512-351F8F358EAF}" dt="2026-03-11T20:53:58.875" v="82" actId="478"/>
          <ac:spMkLst>
            <pc:docMk/>
            <pc:sldMk cId="0" sldId="321"/>
            <ac:spMk id="12" creationId="{00000000-0000-0000-0000-000000000000}"/>
          </ac:spMkLst>
        </pc:spChg>
        <pc:grpChg chg="mod">
          <ac:chgData name="Carey Garback" userId="dc25ffa4-de89-4779-8381-34524c87e417" providerId="ADAL" clId="{6E1D5EB8-13F6-40DF-B512-351F8F358EAF}" dt="2026-03-11T20:52:48.410" v="67" actId="1076"/>
          <ac:grpSpMkLst>
            <pc:docMk/>
            <pc:sldMk cId="0" sldId="321"/>
            <ac:grpSpMk id="3" creationId="{00000000-0000-0000-0000-000000000000}"/>
          </ac:grpSpMkLst>
        </pc:grpChg>
      </pc:sldChg>
      <pc:sldChg chg="delSp modSp mod modClrScheme chgLayout">
        <pc:chgData name="Carey Garback" userId="dc25ffa4-de89-4779-8381-34524c87e417" providerId="ADAL" clId="{6E1D5EB8-13F6-40DF-B512-351F8F358EAF}" dt="2026-03-11T20:57:21.127" v="111" actId="700"/>
        <pc:sldMkLst>
          <pc:docMk/>
          <pc:sldMk cId="0" sldId="322"/>
        </pc:sldMkLst>
        <pc:spChg chg="del">
          <ac:chgData name="Carey Garback" userId="dc25ffa4-de89-4779-8381-34524c87e417" providerId="ADAL" clId="{6E1D5EB8-13F6-40DF-B512-351F8F358EAF}" dt="2026-03-11T20:53:21.947" v="71" actId="478"/>
          <ac:spMkLst>
            <pc:docMk/>
            <pc:sldMk cId="0" sldId="322"/>
            <ac:spMk id="2" creationId="{00000000-0000-0000-0000-000000000000}"/>
          </ac:spMkLst>
        </pc:spChg>
        <pc:spChg chg="mod ord">
          <ac:chgData name="Carey Garback" userId="dc25ffa4-de89-4779-8381-34524c87e417" providerId="ADAL" clId="{6E1D5EB8-13F6-40DF-B512-351F8F358EAF}" dt="2026-03-11T20:57:21.127" v="111" actId="700"/>
          <ac:spMkLst>
            <pc:docMk/>
            <pc:sldMk cId="0" sldId="322"/>
            <ac:spMk id="7" creationId="{00000000-0000-0000-0000-000000000000}"/>
          </ac:spMkLst>
        </pc:spChg>
        <pc:spChg chg="mod ord">
          <ac:chgData name="Carey Garback" userId="dc25ffa4-de89-4779-8381-34524c87e417" providerId="ADAL" clId="{6E1D5EB8-13F6-40DF-B512-351F8F358EAF}" dt="2026-03-11T20:57:21.127" v="111" actId="700"/>
          <ac:spMkLst>
            <pc:docMk/>
            <pc:sldMk cId="0" sldId="322"/>
            <ac:spMk id="8" creationId="{00000000-0000-0000-0000-000000000000}"/>
          </ac:spMkLst>
        </pc:spChg>
        <pc:spChg chg="del">
          <ac:chgData name="Carey Garback" userId="dc25ffa4-de89-4779-8381-34524c87e417" providerId="ADAL" clId="{6E1D5EB8-13F6-40DF-B512-351F8F358EAF}" dt="2026-03-11T20:53:25.307" v="72" actId="478"/>
          <ac:spMkLst>
            <pc:docMk/>
            <pc:sldMk cId="0" sldId="322"/>
            <ac:spMk id="19" creationId="{00000000-0000-0000-0000-000000000000}"/>
          </ac:spMkLst>
        </pc:spChg>
        <pc:grpChg chg="del">
          <ac:chgData name="Carey Garback" userId="dc25ffa4-de89-4779-8381-34524c87e417" providerId="ADAL" clId="{6E1D5EB8-13F6-40DF-B512-351F8F358EAF}" dt="2026-03-11T20:53:18.674" v="70" actId="478"/>
          <ac:grpSpMkLst>
            <pc:docMk/>
            <pc:sldMk cId="0" sldId="322"/>
            <ac:grpSpMk id="3" creationId="{00000000-0000-0000-0000-000000000000}"/>
          </ac:grpSpMkLst>
        </pc:grpChg>
      </pc:sldChg>
      <pc:sldChg chg="addSp delSp modSp mod modClrScheme chgLayout">
        <pc:chgData name="Carey Garback" userId="dc25ffa4-de89-4779-8381-34524c87e417" providerId="ADAL" clId="{6E1D5EB8-13F6-40DF-B512-351F8F358EAF}" dt="2026-03-11T20:57:21.127" v="111" actId="700"/>
        <pc:sldMkLst>
          <pc:docMk/>
          <pc:sldMk cId="0" sldId="323"/>
        </pc:sldMkLst>
        <pc:spChg chg="del">
          <ac:chgData name="Carey Garback" userId="dc25ffa4-de89-4779-8381-34524c87e417" providerId="ADAL" clId="{6E1D5EB8-13F6-40DF-B512-351F8F358EAF}" dt="2026-03-11T20:54:30.936" v="89" actId="478"/>
          <ac:spMkLst>
            <pc:docMk/>
            <pc:sldMk cId="0" sldId="323"/>
            <ac:spMk id="2" creationId="{00000000-0000-0000-0000-000000000000}"/>
          </ac:spMkLst>
        </pc:spChg>
        <pc:spChg chg="del">
          <ac:chgData name="Carey Garback" userId="dc25ffa4-de89-4779-8381-34524c87e417" providerId="ADAL" clId="{6E1D5EB8-13F6-40DF-B512-351F8F358EAF}" dt="2026-03-11T20:54:25.451" v="88" actId="478"/>
          <ac:spMkLst>
            <pc:docMk/>
            <pc:sldMk cId="0" sldId="323"/>
            <ac:spMk id="4" creationId="{00000000-0000-0000-0000-000000000000}"/>
          </ac:spMkLst>
        </pc:spChg>
        <pc:spChg chg="del">
          <ac:chgData name="Carey Garback" userId="dc25ffa4-de89-4779-8381-34524c87e417" providerId="ADAL" clId="{6E1D5EB8-13F6-40DF-B512-351F8F358EAF}" dt="2026-03-11T20:54:47.401" v="92" actId="478"/>
          <ac:spMkLst>
            <pc:docMk/>
            <pc:sldMk cId="0" sldId="323"/>
            <ac:spMk id="5" creationId="{00000000-0000-0000-0000-000000000000}"/>
          </ac:spMkLst>
        </pc:spChg>
        <pc:spChg chg="del">
          <ac:chgData name="Carey Garback" userId="dc25ffa4-de89-4779-8381-34524c87e417" providerId="ADAL" clId="{6E1D5EB8-13F6-40DF-B512-351F8F358EAF}" dt="2026-03-11T20:54:53.236" v="94" actId="478"/>
          <ac:spMkLst>
            <pc:docMk/>
            <pc:sldMk cId="0" sldId="323"/>
            <ac:spMk id="6" creationId="{00000000-0000-0000-0000-000000000000}"/>
          </ac:spMkLst>
        </pc:spChg>
        <pc:spChg chg="mod ord">
          <ac:chgData name="Carey Garback" userId="dc25ffa4-de89-4779-8381-34524c87e417" providerId="ADAL" clId="{6E1D5EB8-13F6-40DF-B512-351F8F358EAF}" dt="2026-03-11T20:57:21.127" v="111" actId="700"/>
          <ac:spMkLst>
            <pc:docMk/>
            <pc:sldMk cId="0" sldId="323"/>
            <ac:spMk id="9" creationId="{00000000-0000-0000-0000-000000000000}"/>
          </ac:spMkLst>
        </pc:spChg>
        <pc:spChg chg="add del">
          <ac:chgData name="Carey Garback" userId="dc25ffa4-de89-4779-8381-34524c87e417" providerId="ADAL" clId="{6E1D5EB8-13F6-40DF-B512-351F8F358EAF}" dt="2026-03-11T20:54:51.299" v="93" actId="478"/>
          <ac:spMkLst>
            <pc:docMk/>
            <pc:sldMk cId="0" sldId="323"/>
            <ac:spMk id="11" creationId="{00000000-0000-0000-0000-000000000000}"/>
          </ac:spMkLst>
        </pc:spChg>
        <pc:spChg chg="del">
          <ac:chgData name="Carey Garback" userId="dc25ffa4-de89-4779-8381-34524c87e417" providerId="ADAL" clId="{6E1D5EB8-13F6-40DF-B512-351F8F358EAF}" dt="2026-03-11T20:54:30.936" v="89" actId="478"/>
          <ac:spMkLst>
            <pc:docMk/>
            <pc:sldMk cId="0" sldId="323"/>
            <ac:spMk id="12" creationId="{00000000-0000-0000-0000-000000000000}"/>
          </ac:spMkLst>
        </pc:spChg>
        <pc:grpChg chg="add del">
          <ac:chgData name="Carey Garback" userId="dc25ffa4-de89-4779-8381-34524c87e417" providerId="ADAL" clId="{6E1D5EB8-13F6-40DF-B512-351F8F358EAF}" dt="2026-03-11T20:54:44.007" v="91" actId="478"/>
          <ac:grpSpMkLst>
            <pc:docMk/>
            <pc:sldMk cId="0" sldId="323"/>
            <ac:grpSpMk id="3" creationId="{00000000-0000-0000-0000-000000000000}"/>
          </ac:grpSpMkLst>
        </pc:grpChg>
      </pc:sldChg>
      <pc:sldChg chg="delSp modSp mod modClrScheme chgLayout">
        <pc:chgData name="Carey Garback" userId="dc25ffa4-de89-4779-8381-34524c87e417" providerId="ADAL" clId="{6E1D5EB8-13F6-40DF-B512-351F8F358EAF}" dt="2026-03-11T20:57:21.127" v="111" actId="700"/>
        <pc:sldMkLst>
          <pc:docMk/>
          <pc:sldMk cId="0" sldId="324"/>
        </pc:sldMkLst>
        <pc:spChg chg="del">
          <ac:chgData name="Carey Garback" userId="dc25ffa4-de89-4779-8381-34524c87e417" providerId="ADAL" clId="{6E1D5EB8-13F6-40DF-B512-351F8F358EAF}" dt="2026-03-11T20:55:04.982" v="96" actId="478"/>
          <ac:spMkLst>
            <pc:docMk/>
            <pc:sldMk cId="0" sldId="324"/>
            <ac:spMk id="2" creationId="{00000000-0000-0000-0000-000000000000}"/>
          </ac:spMkLst>
        </pc:spChg>
        <pc:spChg chg="mod ord">
          <ac:chgData name="Carey Garback" userId="dc25ffa4-de89-4779-8381-34524c87e417" providerId="ADAL" clId="{6E1D5EB8-13F6-40DF-B512-351F8F358EAF}" dt="2026-03-11T20:57:21.127" v="111" actId="700"/>
          <ac:spMkLst>
            <pc:docMk/>
            <pc:sldMk cId="0" sldId="324"/>
            <ac:spMk id="7" creationId="{00000000-0000-0000-0000-000000000000}"/>
          </ac:spMkLst>
        </pc:spChg>
        <pc:spChg chg="del">
          <ac:chgData name="Carey Garback" userId="dc25ffa4-de89-4779-8381-34524c87e417" providerId="ADAL" clId="{6E1D5EB8-13F6-40DF-B512-351F8F358EAF}" dt="2026-03-11T20:55:06.218" v="97" actId="478"/>
          <ac:spMkLst>
            <pc:docMk/>
            <pc:sldMk cId="0" sldId="324"/>
            <ac:spMk id="16" creationId="{00000000-0000-0000-0000-000000000000}"/>
          </ac:spMkLst>
        </pc:spChg>
        <pc:grpChg chg="del">
          <ac:chgData name="Carey Garback" userId="dc25ffa4-de89-4779-8381-34524c87e417" providerId="ADAL" clId="{6E1D5EB8-13F6-40DF-B512-351F8F358EAF}" dt="2026-03-11T20:55:03.088" v="95" actId="478"/>
          <ac:grpSpMkLst>
            <pc:docMk/>
            <pc:sldMk cId="0" sldId="324"/>
            <ac:grpSpMk id="3" creationId="{00000000-0000-0000-0000-000000000000}"/>
          </ac:grpSpMkLst>
        </pc:grpChg>
      </pc:sldChg>
      <pc:sldChg chg="addSp delSp modSp mod modClrScheme chgLayout">
        <pc:chgData name="Carey Garback" userId="dc25ffa4-de89-4779-8381-34524c87e417" providerId="ADAL" clId="{6E1D5EB8-13F6-40DF-B512-351F8F358EAF}" dt="2026-03-11T20:57:21.127" v="111" actId="700"/>
        <pc:sldMkLst>
          <pc:docMk/>
          <pc:sldMk cId="0" sldId="325"/>
        </pc:sldMkLst>
        <pc:spChg chg="del">
          <ac:chgData name="Carey Garback" userId="dc25ffa4-de89-4779-8381-34524c87e417" providerId="ADAL" clId="{6E1D5EB8-13F6-40DF-B512-351F8F358EAF}" dt="2026-03-11T20:55:18.164" v="101" actId="478"/>
          <ac:spMkLst>
            <pc:docMk/>
            <pc:sldMk cId="0" sldId="325"/>
            <ac:spMk id="2" creationId="{00000000-0000-0000-0000-000000000000}"/>
          </ac:spMkLst>
        </pc:spChg>
        <pc:spChg chg="del">
          <ac:chgData name="Carey Garback" userId="dc25ffa4-de89-4779-8381-34524c87e417" providerId="ADAL" clId="{6E1D5EB8-13F6-40DF-B512-351F8F358EAF}" dt="2026-03-11T20:55:26.635" v="105" actId="478"/>
          <ac:spMkLst>
            <pc:docMk/>
            <pc:sldMk cId="0" sldId="325"/>
            <ac:spMk id="4" creationId="{00000000-0000-0000-0000-000000000000}"/>
          </ac:spMkLst>
        </pc:spChg>
        <pc:spChg chg="del">
          <ac:chgData name="Carey Garback" userId="dc25ffa4-de89-4779-8381-34524c87e417" providerId="ADAL" clId="{6E1D5EB8-13F6-40DF-B512-351F8F358EAF}" dt="2026-03-11T20:55:22.875" v="103" actId="478"/>
          <ac:spMkLst>
            <pc:docMk/>
            <pc:sldMk cId="0" sldId="325"/>
            <ac:spMk id="5" creationId="{00000000-0000-0000-0000-000000000000}"/>
          </ac:spMkLst>
        </pc:spChg>
        <pc:spChg chg="del">
          <ac:chgData name="Carey Garback" userId="dc25ffa4-de89-4779-8381-34524c87e417" providerId="ADAL" clId="{6E1D5EB8-13F6-40DF-B512-351F8F358EAF}" dt="2026-03-11T20:55:16.399" v="100" actId="478"/>
          <ac:spMkLst>
            <pc:docMk/>
            <pc:sldMk cId="0" sldId="325"/>
            <ac:spMk id="6" creationId="{00000000-0000-0000-0000-000000000000}"/>
          </ac:spMkLst>
        </pc:spChg>
        <pc:spChg chg="mod ord">
          <ac:chgData name="Carey Garback" userId="dc25ffa4-de89-4779-8381-34524c87e417" providerId="ADAL" clId="{6E1D5EB8-13F6-40DF-B512-351F8F358EAF}" dt="2026-03-11T20:57:21.127" v="111" actId="700"/>
          <ac:spMkLst>
            <pc:docMk/>
            <pc:sldMk cId="0" sldId="325"/>
            <ac:spMk id="9" creationId="{00000000-0000-0000-0000-000000000000}"/>
          </ac:spMkLst>
        </pc:spChg>
        <pc:spChg chg="del">
          <ac:chgData name="Carey Garback" userId="dc25ffa4-de89-4779-8381-34524c87e417" providerId="ADAL" clId="{6E1D5EB8-13F6-40DF-B512-351F8F358EAF}" dt="2026-03-11T20:55:24.178" v="104" actId="478"/>
          <ac:spMkLst>
            <pc:docMk/>
            <pc:sldMk cId="0" sldId="325"/>
            <ac:spMk id="11" creationId="{00000000-0000-0000-0000-000000000000}"/>
          </ac:spMkLst>
        </pc:spChg>
        <pc:spChg chg="mod">
          <ac:chgData name="Carey Garback" userId="dc25ffa4-de89-4779-8381-34524c87e417" providerId="ADAL" clId="{6E1D5EB8-13F6-40DF-B512-351F8F358EAF}" dt="2026-03-11T20:55:19.986" v="102" actId="6549"/>
          <ac:spMkLst>
            <pc:docMk/>
            <pc:sldMk cId="0" sldId="325"/>
            <ac:spMk id="12" creationId="{00000000-0000-0000-0000-000000000000}"/>
          </ac:spMkLst>
        </pc:spChg>
        <pc:grpChg chg="add del">
          <ac:chgData name="Carey Garback" userId="dc25ffa4-de89-4779-8381-34524c87e417" providerId="ADAL" clId="{6E1D5EB8-13F6-40DF-B512-351F8F358EAF}" dt="2026-03-11T20:55:13.521" v="99" actId="478"/>
          <ac:grpSpMkLst>
            <pc:docMk/>
            <pc:sldMk cId="0" sldId="325"/>
            <ac:grpSpMk id="3" creationId="{00000000-0000-0000-0000-000000000000}"/>
          </ac:grpSpMkLst>
        </pc:grpChg>
      </pc:sldChg>
      <pc:sldChg chg="modSp mod modClrScheme chgLayout">
        <pc:chgData name="Carey Garback" userId="dc25ffa4-de89-4779-8381-34524c87e417" providerId="ADAL" clId="{6E1D5EB8-13F6-40DF-B512-351F8F358EAF}" dt="2026-03-11T20:57:21.127" v="111" actId="700"/>
        <pc:sldMkLst>
          <pc:docMk/>
          <pc:sldMk cId="0" sldId="326"/>
        </pc:sldMkLst>
        <pc:spChg chg="mod ord">
          <ac:chgData name="Carey Garback" userId="dc25ffa4-de89-4779-8381-34524c87e417" providerId="ADAL" clId="{6E1D5EB8-13F6-40DF-B512-351F8F358EAF}" dt="2026-03-11T20:57:21.127" v="111" actId="700"/>
          <ac:spMkLst>
            <pc:docMk/>
            <pc:sldMk cId="0" sldId="326"/>
            <ac:spMk id="3" creationId="{00000000-0000-0000-0000-000000000000}"/>
          </ac:spMkLst>
        </pc:spChg>
        <pc:spChg chg="mod ord">
          <ac:chgData name="Carey Garback" userId="dc25ffa4-de89-4779-8381-34524c87e417" providerId="ADAL" clId="{6E1D5EB8-13F6-40DF-B512-351F8F358EAF}" dt="2026-03-11T20:57:21.127" v="111" actId="700"/>
          <ac:spMkLst>
            <pc:docMk/>
            <pc:sldMk cId="0" sldId="326"/>
            <ac:spMk id="5" creationId="{00000000-0000-0000-0000-000000000000}"/>
          </ac:spMkLst>
        </pc:spChg>
        <pc:spChg chg="mod ord">
          <ac:chgData name="Carey Garback" userId="dc25ffa4-de89-4779-8381-34524c87e417" providerId="ADAL" clId="{6E1D5EB8-13F6-40DF-B512-351F8F358EAF}" dt="2026-03-11T20:57:21.127" v="111" actId="700"/>
          <ac:spMkLst>
            <pc:docMk/>
            <pc:sldMk cId="0" sldId="326"/>
            <ac:spMk id="6" creationId="{00000000-0000-0000-0000-000000000000}"/>
          </ac:spMkLst>
        </pc:spChg>
        <pc:spChg chg="mod ord">
          <ac:chgData name="Carey Garback" userId="dc25ffa4-de89-4779-8381-34524c87e417" providerId="ADAL" clId="{6E1D5EB8-13F6-40DF-B512-351F8F358EAF}" dt="2026-03-11T20:57:21.127" v="111" actId="700"/>
          <ac:spMkLst>
            <pc:docMk/>
            <pc:sldMk cId="0" sldId="326"/>
            <ac:spMk id="8" creationId="{00000000-0000-0000-0000-000000000000}"/>
          </ac:spMkLst>
        </pc:spChg>
      </pc:sldChg>
      <pc:sldChg chg="modSp mod modClrScheme chgLayout">
        <pc:chgData name="Carey Garback" userId="dc25ffa4-de89-4779-8381-34524c87e417" providerId="ADAL" clId="{6E1D5EB8-13F6-40DF-B512-351F8F358EAF}" dt="2026-03-11T21:15:00.556" v="390" actId="207"/>
        <pc:sldMkLst>
          <pc:docMk/>
          <pc:sldMk cId="0" sldId="327"/>
        </pc:sldMkLst>
        <pc:spChg chg="mod ord">
          <ac:chgData name="Carey Garback" userId="dc25ffa4-de89-4779-8381-34524c87e417" providerId="ADAL" clId="{6E1D5EB8-13F6-40DF-B512-351F8F358EAF}" dt="2026-03-11T21:15:00.556" v="390" actId="207"/>
          <ac:spMkLst>
            <pc:docMk/>
            <pc:sldMk cId="0" sldId="327"/>
            <ac:spMk id="2" creationId="{00000000-0000-0000-0000-000000000000}"/>
          </ac:spMkLst>
        </pc:spChg>
      </pc:sldChg>
      <pc:sldChg chg="modSp mod modClrScheme chgLayout">
        <pc:chgData name="Carey Garback" userId="dc25ffa4-de89-4779-8381-34524c87e417" providerId="ADAL" clId="{6E1D5EB8-13F6-40DF-B512-351F8F358EAF}" dt="2026-03-11T20:57:21.127" v="111" actId="700"/>
        <pc:sldMkLst>
          <pc:docMk/>
          <pc:sldMk cId="0" sldId="328"/>
        </pc:sldMkLst>
        <pc:spChg chg="mod ord">
          <ac:chgData name="Carey Garback" userId="dc25ffa4-de89-4779-8381-34524c87e417" providerId="ADAL" clId="{6E1D5EB8-13F6-40DF-B512-351F8F358EAF}" dt="2026-03-11T20:57:21.127" v="111" actId="700"/>
          <ac:spMkLst>
            <pc:docMk/>
            <pc:sldMk cId="0" sldId="328"/>
            <ac:spMk id="2" creationId="{00000000-0000-0000-0000-000000000000}"/>
          </ac:spMkLst>
        </pc:spChg>
        <pc:spChg chg="mod ord">
          <ac:chgData name="Carey Garback" userId="dc25ffa4-de89-4779-8381-34524c87e417" providerId="ADAL" clId="{6E1D5EB8-13F6-40DF-B512-351F8F358EAF}" dt="2026-03-11T20:57:21.127" v="111" actId="700"/>
          <ac:spMkLst>
            <pc:docMk/>
            <pc:sldMk cId="0" sldId="328"/>
            <ac:spMk id="4" creationId="{00000000-0000-0000-0000-000000000000}"/>
          </ac:spMkLst>
        </pc:spChg>
        <pc:spChg chg="mod ord">
          <ac:chgData name="Carey Garback" userId="dc25ffa4-de89-4779-8381-34524c87e417" providerId="ADAL" clId="{6E1D5EB8-13F6-40DF-B512-351F8F358EAF}" dt="2026-03-11T20:57:21.127" v="111" actId="700"/>
          <ac:spMkLst>
            <pc:docMk/>
            <pc:sldMk cId="0" sldId="328"/>
            <ac:spMk id="6" creationId="{00000000-0000-0000-0000-000000000000}"/>
          </ac:spMkLst>
        </pc:spChg>
        <pc:spChg chg="mod ord">
          <ac:chgData name="Carey Garback" userId="dc25ffa4-de89-4779-8381-34524c87e417" providerId="ADAL" clId="{6E1D5EB8-13F6-40DF-B512-351F8F358EAF}" dt="2026-03-11T20:57:21.127" v="111" actId="700"/>
          <ac:spMkLst>
            <pc:docMk/>
            <pc:sldMk cId="0" sldId="328"/>
            <ac:spMk id="8" creationId="{00000000-0000-0000-0000-000000000000}"/>
          </ac:spMkLst>
        </pc:spChg>
      </pc:sldChg>
      <pc:sldChg chg="modSp mod modClrScheme chgLayout">
        <pc:chgData name="Carey Garback" userId="dc25ffa4-de89-4779-8381-34524c87e417" providerId="ADAL" clId="{6E1D5EB8-13F6-40DF-B512-351F8F358EAF}" dt="2026-03-11T20:57:21.127" v="111" actId="700"/>
        <pc:sldMkLst>
          <pc:docMk/>
          <pc:sldMk cId="0" sldId="329"/>
        </pc:sldMkLst>
        <pc:spChg chg="mod ord">
          <ac:chgData name="Carey Garback" userId="dc25ffa4-de89-4779-8381-34524c87e417" providerId="ADAL" clId="{6E1D5EB8-13F6-40DF-B512-351F8F358EAF}" dt="2026-03-11T20:57:21.127" v="111" actId="700"/>
          <ac:spMkLst>
            <pc:docMk/>
            <pc:sldMk cId="0" sldId="329"/>
            <ac:spMk id="2" creationId="{00000000-0000-0000-0000-000000000000}"/>
          </ac:spMkLst>
        </pc:spChg>
        <pc:spChg chg="mod ord">
          <ac:chgData name="Carey Garback" userId="dc25ffa4-de89-4779-8381-34524c87e417" providerId="ADAL" clId="{6E1D5EB8-13F6-40DF-B512-351F8F358EAF}" dt="2026-03-11T20:57:21.127" v="111" actId="700"/>
          <ac:spMkLst>
            <pc:docMk/>
            <pc:sldMk cId="0" sldId="329"/>
            <ac:spMk id="4" creationId="{00000000-0000-0000-0000-000000000000}"/>
          </ac:spMkLst>
        </pc:spChg>
        <pc:spChg chg="mod ord">
          <ac:chgData name="Carey Garback" userId="dc25ffa4-de89-4779-8381-34524c87e417" providerId="ADAL" clId="{6E1D5EB8-13F6-40DF-B512-351F8F358EAF}" dt="2026-03-11T20:57:21.127" v="111" actId="700"/>
          <ac:spMkLst>
            <pc:docMk/>
            <pc:sldMk cId="0" sldId="329"/>
            <ac:spMk id="6" creationId="{00000000-0000-0000-0000-000000000000}"/>
          </ac:spMkLst>
        </pc:spChg>
        <pc:spChg chg="mod ord">
          <ac:chgData name="Carey Garback" userId="dc25ffa4-de89-4779-8381-34524c87e417" providerId="ADAL" clId="{6E1D5EB8-13F6-40DF-B512-351F8F358EAF}" dt="2026-03-11T20:57:21.127" v="111" actId="700"/>
          <ac:spMkLst>
            <pc:docMk/>
            <pc:sldMk cId="0" sldId="329"/>
            <ac:spMk id="8" creationId="{00000000-0000-0000-0000-000000000000}"/>
          </ac:spMkLst>
        </pc:spChg>
      </pc:sldChg>
      <pc:sldChg chg="modSp mod modClrScheme chgLayout">
        <pc:chgData name="Carey Garback" userId="dc25ffa4-de89-4779-8381-34524c87e417" providerId="ADAL" clId="{6E1D5EB8-13F6-40DF-B512-351F8F358EAF}" dt="2026-03-11T20:57:21.127" v="111" actId="700"/>
        <pc:sldMkLst>
          <pc:docMk/>
          <pc:sldMk cId="0" sldId="330"/>
        </pc:sldMkLst>
        <pc:spChg chg="mod ord">
          <ac:chgData name="Carey Garback" userId="dc25ffa4-de89-4779-8381-34524c87e417" providerId="ADAL" clId="{6E1D5EB8-13F6-40DF-B512-351F8F358EAF}" dt="2026-03-11T20:57:21.127" v="111" actId="700"/>
          <ac:spMkLst>
            <pc:docMk/>
            <pc:sldMk cId="0" sldId="330"/>
            <ac:spMk id="2" creationId="{00000000-0000-0000-0000-000000000000}"/>
          </ac:spMkLst>
        </pc:spChg>
        <pc:spChg chg="mod ord">
          <ac:chgData name="Carey Garback" userId="dc25ffa4-de89-4779-8381-34524c87e417" providerId="ADAL" clId="{6E1D5EB8-13F6-40DF-B512-351F8F358EAF}" dt="2026-03-11T20:57:21.127" v="111" actId="700"/>
          <ac:spMkLst>
            <pc:docMk/>
            <pc:sldMk cId="0" sldId="330"/>
            <ac:spMk id="5" creationId="{00000000-0000-0000-0000-000000000000}"/>
          </ac:spMkLst>
        </pc:spChg>
        <pc:spChg chg="mod ord">
          <ac:chgData name="Carey Garback" userId="dc25ffa4-de89-4779-8381-34524c87e417" providerId="ADAL" clId="{6E1D5EB8-13F6-40DF-B512-351F8F358EAF}" dt="2026-03-11T20:57:21.127" v="111" actId="700"/>
          <ac:spMkLst>
            <pc:docMk/>
            <pc:sldMk cId="0" sldId="330"/>
            <ac:spMk id="7" creationId="{00000000-0000-0000-0000-000000000000}"/>
          </ac:spMkLst>
        </pc:spChg>
        <pc:spChg chg="mod ord">
          <ac:chgData name="Carey Garback" userId="dc25ffa4-de89-4779-8381-34524c87e417" providerId="ADAL" clId="{6E1D5EB8-13F6-40DF-B512-351F8F358EAF}" dt="2026-03-11T20:57:21.127" v="111" actId="700"/>
          <ac:spMkLst>
            <pc:docMk/>
            <pc:sldMk cId="0" sldId="330"/>
            <ac:spMk id="9" creationId="{00000000-0000-0000-0000-000000000000}"/>
          </ac:spMkLst>
        </pc:spChg>
      </pc:sldChg>
      <pc:sldChg chg="modSp mod modClrScheme chgLayout">
        <pc:chgData name="Carey Garback" userId="dc25ffa4-de89-4779-8381-34524c87e417" providerId="ADAL" clId="{6E1D5EB8-13F6-40DF-B512-351F8F358EAF}" dt="2026-03-11T20:57:21.127" v="111" actId="700"/>
        <pc:sldMkLst>
          <pc:docMk/>
          <pc:sldMk cId="0" sldId="331"/>
        </pc:sldMkLst>
        <pc:spChg chg="mod ord">
          <ac:chgData name="Carey Garback" userId="dc25ffa4-de89-4779-8381-34524c87e417" providerId="ADAL" clId="{6E1D5EB8-13F6-40DF-B512-351F8F358EAF}" dt="2026-03-11T20:57:21.127" v="111" actId="700"/>
          <ac:spMkLst>
            <pc:docMk/>
            <pc:sldMk cId="0" sldId="331"/>
            <ac:spMk id="2" creationId="{00000000-0000-0000-0000-000000000000}"/>
          </ac:spMkLst>
        </pc:spChg>
        <pc:spChg chg="mod ord">
          <ac:chgData name="Carey Garback" userId="dc25ffa4-de89-4779-8381-34524c87e417" providerId="ADAL" clId="{6E1D5EB8-13F6-40DF-B512-351F8F358EAF}" dt="2026-03-11T20:57:21.127" v="111" actId="700"/>
          <ac:spMkLst>
            <pc:docMk/>
            <pc:sldMk cId="0" sldId="331"/>
            <ac:spMk id="4" creationId="{00000000-0000-0000-0000-000000000000}"/>
          </ac:spMkLst>
        </pc:spChg>
        <pc:spChg chg="mod ord">
          <ac:chgData name="Carey Garback" userId="dc25ffa4-de89-4779-8381-34524c87e417" providerId="ADAL" clId="{6E1D5EB8-13F6-40DF-B512-351F8F358EAF}" dt="2026-03-11T20:57:21.127" v="111" actId="700"/>
          <ac:spMkLst>
            <pc:docMk/>
            <pc:sldMk cId="0" sldId="331"/>
            <ac:spMk id="6" creationId="{00000000-0000-0000-0000-000000000000}"/>
          </ac:spMkLst>
        </pc:spChg>
        <pc:spChg chg="mod ord">
          <ac:chgData name="Carey Garback" userId="dc25ffa4-de89-4779-8381-34524c87e417" providerId="ADAL" clId="{6E1D5EB8-13F6-40DF-B512-351F8F358EAF}" dt="2026-03-11T20:57:21.127" v="111" actId="700"/>
          <ac:spMkLst>
            <pc:docMk/>
            <pc:sldMk cId="0" sldId="331"/>
            <ac:spMk id="8" creationId="{00000000-0000-0000-0000-000000000000}"/>
          </ac:spMkLst>
        </pc:spChg>
      </pc:sldChg>
      <pc:sldChg chg="modSp mod modClrScheme chgLayout">
        <pc:chgData name="Carey Garback" userId="dc25ffa4-de89-4779-8381-34524c87e417" providerId="ADAL" clId="{6E1D5EB8-13F6-40DF-B512-351F8F358EAF}" dt="2026-03-11T20:57:21.127" v="111" actId="700"/>
        <pc:sldMkLst>
          <pc:docMk/>
          <pc:sldMk cId="0" sldId="332"/>
        </pc:sldMkLst>
        <pc:spChg chg="mod ord">
          <ac:chgData name="Carey Garback" userId="dc25ffa4-de89-4779-8381-34524c87e417" providerId="ADAL" clId="{6E1D5EB8-13F6-40DF-B512-351F8F358EAF}" dt="2026-03-11T20:57:21.127" v="111" actId="700"/>
          <ac:spMkLst>
            <pc:docMk/>
            <pc:sldMk cId="0" sldId="332"/>
            <ac:spMk id="2" creationId="{00000000-0000-0000-0000-000000000000}"/>
          </ac:spMkLst>
        </pc:spChg>
        <pc:spChg chg="mod ord">
          <ac:chgData name="Carey Garback" userId="dc25ffa4-de89-4779-8381-34524c87e417" providerId="ADAL" clId="{6E1D5EB8-13F6-40DF-B512-351F8F358EAF}" dt="2026-03-11T20:57:21.127" v="111" actId="700"/>
          <ac:spMkLst>
            <pc:docMk/>
            <pc:sldMk cId="0" sldId="332"/>
            <ac:spMk id="5" creationId="{00000000-0000-0000-0000-000000000000}"/>
          </ac:spMkLst>
        </pc:spChg>
        <pc:spChg chg="mod ord">
          <ac:chgData name="Carey Garback" userId="dc25ffa4-de89-4779-8381-34524c87e417" providerId="ADAL" clId="{6E1D5EB8-13F6-40DF-B512-351F8F358EAF}" dt="2026-03-11T20:57:21.127" v="111" actId="700"/>
          <ac:spMkLst>
            <pc:docMk/>
            <pc:sldMk cId="0" sldId="332"/>
            <ac:spMk id="7" creationId="{00000000-0000-0000-0000-000000000000}"/>
          </ac:spMkLst>
        </pc:spChg>
        <pc:spChg chg="mod ord">
          <ac:chgData name="Carey Garback" userId="dc25ffa4-de89-4779-8381-34524c87e417" providerId="ADAL" clId="{6E1D5EB8-13F6-40DF-B512-351F8F358EAF}" dt="2026-03-11T20:57:21.127" v="111" actId="700"/>
          <ac:spMkLst>
            <pc:docMk/>
            <pc:sldMk cId="0" sldId="332"/>
            <ac:spMk id="9" creationId="{00000000-0000-0000-0000-000000000000}"/>
          </ac:spMkLst>
        </pc:spChg>
      </pc:sldChg>
      <pc:sldChg chg="modSp mod modClrScheme chgLayout">
        <pc:chgData name="Carey Garback" userId="dc25ffa4-de89-4779-8381-34524c87e417" providerId="ADAL" clId="{6E1D5EB8-13F6-40DF-B512-351F8F358EAF}" dt="2026-03-11T20:57:21.127" v="111" actId="700"/>
        <pc:sldMkLst>
          <pc:docMk/>
          <pc:sldMk cId="0" sldId="333"/>
        </pc:sldMkLst>
        <pc:spChg chg="mod ord">
          <ac:chgData name="Carey Garback" userId="dc25ffa4-de89-4779-8381-34524c87e417" providerId="ADAL" clId="{6E1D5EB8-13F6-40DF-B512-351F8F358EAF}" dt="2026-03-11T20:57:21.127" v="111" actId="700"/>
          <ac:spMkLst>
            <pc:docMk/>
            <pc:sldMk cId="0" sldId="333"/>
            <ac:spMk id="2" creationId="{00000000-0000-0000-0000-000000000000}"/>
          </ac:spMkLst>
        </pc:spChg>
        <pc:spChg chg="mod ord">
          <ac:chgData name="Carey Garback" userId="dc25ffa4-de89-4779-8381-34524c87e417" providerId="ADAL" clId="{6E1D5EB8-13F6-40DF-B512-351F8F358EAF}" dt="2026-03-11T20:57:21.127" v="111" actId="700"/>
          <ac:spMkLst>
            <pc:docMk/>
            <pc:sldMk cId="0" sldId="333"/>
            <ac:spMk id="4" creationId="{00000000-0000-0000-0000-000000000000}"/>
          </ac:spMkLst>
        </pc:spChg>
        <pc:spChg chg="mod ord">
          <ac:chgData name="Carey Garback" userId="dc25ffa4-de89-4779-8381-34524c87e417" providerId="ADAL" clId="{6E1D5EB8-13F6-40DF-B512-351F8F358EAF}" dt="2026-03-11T20:57:21.127" v="111" actId="700"/>
          <ac:spMkLst>
            <pc:docMk/>
            <pc:sldMk cId="0" sldId="333"/>
            <ac:spMk id="6" creationId="{00000000-0000-0000-0000-000000000000}"/>
          </ac:spMkLst>
        </pc:spChg>
        <pc:spChg chg="mod ord">
          <ac:chgData name="Carey Garback" userId="dc25ffa4-de89-4779-8381-34524c87e417" providerId="ADAL" clId="{6E1D5EB8-13F6-40DF-B512-351F8F358EAF}" dt="2026-03-11T20:57:21.127" v="111" actId="700"/>
          <ac:spMkLst>
            <pc:docMk/>
            <pc:sldMk cId="0" sldId="333"/>
            <ac:spMk id="8" creationId="{00000000-0000-0000-0000-000000000000}"/>
          </ac:spMkLst>
        </pc:spChg>
      </pc:sldChg>
      <pc:sldChg chg="modSp mod modClrScheme chgLayout">
        <pc:chgData name="Carey Garback" userId="dc25ffa4-de89-4779-8381-34524c87e417" providerId="ADAL" clId="{6E1D5EB8-13F6-40DF-B512-351F8F358EAF}" dt="2026-03-11T20:57:21.127" v="111" actId="700"/>
        <pc:sldMkLst>
          <pc:docMk/>
          <pc:sldMk cId="0" sldId="334"/>
        </pc:sldMkLst>
        <pc:spChg chg="mod ord">
          <ac:chgData name="Carey Garback" userId="dc25ffa4-de89-4779-8381-34524c87e417" providerId="ADAL" clId="{6E1D5EB8-13F6-40DF-B512-351F8F358EAF}" dt="2026-03-11T20:57:21.127" v="111" actId="700"/>
          <ac:spMkLst>
            <pc:docMk/>
            <pc:sldMk cId="0" sldId="334"/>
            <ac:spMk id="2" creationId="{00000000-0000-0000-0000-000000000000}"/>
          </ac:spMkLst>
        </pc:spChg>
        <pc:spChg chg="mod ord">
          <ac:chgData name="Carey Garback" userId="dc25ffa4-de89-4779-8381-34524c87e417" providerId="ADAL" clId="{6E1D5EB8-13F6-40DF-B512-351F8F358EAF}" dt="2026-03-11T20:57:21.127" v="111" actId="700"/>
          <ac:spMkLst>
            <pc:docMk/>
            <pc:sldMk cId="0" sldId="334"/>
            <ac:spMk id="5" creationId="{00000000-0000-0000-0000-000000000000}"/>
          </ac:spMkLst>
        </pc:spChg>
        <pc:spChg chg="mod ord">
          <ac:chgData name="Carey Garback" userId="dc25ffa4-de89-4779-8381-34524c87e417" providerId="ADAL" clId="{6E1D5EB8-13F6-40DF-B512-351F8F358EAF}" dt="2026-03-11T20:57:21.127" v="111" actId="700"/>
          <ac:spMkLst>
            <pc:docMk/>
            <pc:sldMk cId="0" sldId="334"/>
            <ac:spMk id="7" creationId="{00000000-0000-0000-0000-000000000000}"/>
          </ac:spMkLst>
        </pc:spChg>
        <pc:spChg chg="mod ord">
          <ac:chgData name="Carey Garback" userId="dc25ffa4-de89-4779-8381-34524c87e417" providerId="ADAL" clId="{6E1D5EB8-13F6-40DF-B512-351F8F358EAF}" dt="2026-03-11T20:57:21.127" v="111" actId="700"/>
          <ac:spMkLst>
            <pc:docMk/>
            <pc:sldMk cId="0" sldId="334"/>
            <ac:spMk id="9" creationId="{00000000-0000-0000-0000-000000000000}"/>
          </ac:spMkLst>
        </pc:spChg>
      </pc:sldChg>
      <pc:sldChg chg="modSp mod modClrScheme chgLayout">
        <pc:chgData name="Carey Garback" userId="dc25ffa4-de89-4779-8381-34524c87e417" providerId="ADAL" clId="{6E1D5EB8-13F6-40DF-B512-351F8F358EAF}" dt="2026-03-11T20:57:21.127" v="111" actId="700"/>
        <pc:sldMkLst>
          <pc:docMk/>
          <pc:sldMk cId="0" sldId="335"/>
        </pc:sldMkLst>
        <pc:spChg chg="mod ord">
          <ac:chgData name="Carey Garback" userId="dc25ffa4-de89-4779-8381-34524c87e417" providerId="ADAL" clId="{6E1D5EB8-13F6-40DF-B512-351F8F358EAF}" dt="2026-03-11T20:57:21.127" v="111" actId="700"/>
          <ac:spMkLst>
            <pc:docMk/>
            <pc:sldMk cId="0" sldId="335"/>
            <ac:spMk id="2" creationId="{00000000-0000-0000-0000-000000000000}"/>
          </ac:spMkLst>
        </pc:spChg>
        <pc:spChg chg="mod ord">
          <ac:chgData name="Carey Garback" userId="dc25ffa4-de89-4779-8381-34524c87e417" providerId="ADAL" clId="{6E1D5EB8-13F6-40DF-B512-351F8F358EAF}" dt="2026-03-11T20:57:21.127" v="111" actId="700"/>
          <ac:spMkLst>
            <pc:docMk/>
            <pc:sldMk cId="0" sldId="335"/>
            <ac:spMk id="4" creationId="{00000000-0000-0000-0000-000000000000}"/>
          </ac:spMkLst>
        </pc:spChg>
        <pc:spChg chg="mod ord">
          <ac:chgData name="Carey Garback" userId="dc25ffa4-de89-4779-8381-34524c87e417" providerId="ADAL" clId="{6E1D5EB8-13F6-40DF-B512-351F8F358EAF}" dt="2026-03-11T20:57:21.127" v="111" actId="700"/>
          <ac:spMkLst>
            <pc:docMk/>
            <pc:sldMk cId="0" sldId="335"/>
            <ac:spMk id="6" creationId="{00000000-0000-0000-0000-000000000000}"/>
          </ac:spMkLst>
        </pc:spChg>
        <pc:spChg chg="mod ord">
          <ac:chgData name="Carey Garback" userId="dc25ffa4-de89-4779-8381-34524c87e417" providerId="ADAL" clId="{6E1D5EB8-13F6-40DF-B512-351F8F358EAF}" dt="2026-03-11T20:57:21.127" v="111" actId="700"/>
          <ac:spMkLst>
            <pc:docMk/>
            <pc:sldMk cId="0" sldId="335"/>
            <ac:spMk id="8" creationId="{00000000-0000-0000-0000-000000000000}"/>
          </ac:spMkLst>
        </pc:spChg>
      </pc:sldChg>
      <pc:sldChg chg="modSp mod modClrScheme chgLayout">
        <pc:chgData name="Carey Garback" userId="dc25ffa4-de89-4779-8381-34524c87e417" providerId="ADAL" clId="{6E1D5EB8-13F6-40DF-B512-351F8F358EAF}" dt="2026-03-11T21:15:19.054" v="392" actId="14100"/>
        <pc:sldMkLst>
          <pc:docMk/>
          <pc:sldMk cId="0" sldId="336"/>
        </pc:sldMkLst>
        <pc:spChg chg="mod ord">
          <ac:chgData name="Carey Garback" userId="dc25ffa4-de89-4779-8381-34524c87e417" providerId="ADAL" clId="{6E1D5EB8-13F6-40DF-B512-351F8F358EAF}" dt="2026-03-11T21:15:19.054" v="392" actId="14100"/>
          <ac:spMkLst>
            <pc:docMk/>
            <pc:sldMk cId="0" sldId="336"/>
            <ac:spMk id="2" creationId="{00000000-0000-0000-0000-000000000000}"/>
          </ac:spMkLst>
        </pc:spChg>
      </pc:sldChg>
      <pc:sldChg chg="modSp mod modClrScheme chgLayout">
        <pc:chgData name="Carey Garback" userId="dc25ffa4-de89-4779-8381-34524c87e417" providerId="ADAL" clId="{6E1D5EB8-13F6-40DF-B512-351F8F358EAF}" dt="2026-03-11T20:57:21.127" v="111" actId="700"/>
        <pc:sldMkLst>
          <pc:docMk/>
          <pc:sldMk cId="0" sldId="337"/>
        </pc:sldMkLst>
        <pc:spChg chg="mod ord">
          <ac:chgData name="Carey Garback" userId="dc25ffa4-de89-4779-8381-34524c87e417" providerId="ADAL" clId="{6E1D5EB8-13F6-40DF-B512-351F8F358EAF}" dt="2026-03-11T20:57:21.127" v="111" actId="700"/>
          <ac:spMkLst>
            <pc:docMk/>
            <pc:sldMk cId="0" sldId="337"/>
            <ac:spMk id="3" creationId="{00000000-0000-0000-0000-000000000000}"/>
          </ac:spMkLst>
        </pc:spChg>
        <pc:spChg chg="mod ord">
          <ac:chgData name="Carey Garback" userId="dc25ffa4-de89-4779-8381-34524c87e417" providerId="ADAL" clId="{6E1D5EB8-13F6-40DF-B512-351F8F358EAF}" dt="2026-03-11T20:57:21.127" v="111" actId="700"/>
          <ac:spMkLst>
            <pc:docMk/>
            <pc:sldMk cId="0" sldId="337"/>
            <ac:spMk id="5" creationId="{00000000-0000-0000-0000-000000000000}"/>
          </ac:spMkLst>
        </pc:spChg>
        <pc:spChg chg="mod ord">
          <ac:chgData name="Carey Garback" userId="dc25ffa4-de89-4779-8381-34524c87e417" providerId="ADAL" clId="{6E1D5EB8-13F6-40DF-B512-351F8F358EAF}" dt="2026-03-11T20:57:21.127" v="111" actId="700"/>
          <ac:spMkLst>
            <pc:docMk/>
            <pc:sldMk cId="0" sldId="337"/>
            <ac:spMk id="7" creationId="{00000000-0000-0000-0000-000000000000}"/>
          </ac:spMkLst>
        </pc:spChg>
        <pc:spChg chg="mod ord">
          <ac:chgData name="Carey Garback" userId="dc25ffa4-de89-4779-8381-34524c87e417" providerId="ADAL" clId="{6E1D5EB8-13F6-40DF-B512-351F8F358EAF}" dt="2026-03-11T20:57:21.127" v="111" actId="700"/>
          <ac:spMkLst>
            <pc:docMk/>
            <pc:sldMk cId="0" sldId="337"/>
            <ac:spMk id="9" creationId="{00000000-0000-0000-0000-000000000000}"/>
          </ac:spMkLst>
        </pc:spChg>
      </pc:sldChg>
      <pc:sldChg chg="modSp mod modClrScheme chgLayout">
        <pc:chgData name="Carey Garback" userId="dc25ffa4-de89-4779-8381-34524c87e417" providerId="ADAL" clId="{6E1D5EB8-13F6-40DF-B512-351F8F358EAF}" dt="2026-03-11T20:57:21.127" v="111" actId="700"/>
        <pc:sldMkLst>
          <pc:docMk/>
          <pc:sldMk cId="0" sldId="338"/>
        </pc:sldMkLst>
        <pc:spChg chg="mod ord">
          <ac:chgData name="Carey Garback" userId="dc25ffa4-de89-4779-8381-34524c87e417" providerId="ADAL" clId="{6E1D5EB8-13F6-40DF-B512-351F8F358EAF}" dt="2026-03-11T20:57:21.127" v="111" actId="700"/>
          <ac:spMkLst>
            <pc:docMk/>
            <pc:sldMk cId="0" sldId="338"/>
            <ac:spMk id="2" creationId="{00000000-0000-0000-0000-000000000000}"/>
          </ac:spMkLst>
        </pc:spChg>
        <pc:spChg chg="mod ord">
          <ac:chgData name="Carey Garback" userId="dc25ffa4-de89-4779-8381-34524c87e417" providerId="ADAL" clId="{6E1D5EB8-13F6-40DF-B512-351F8F358EAF}" dt="2026-03-11T20:57:21.127" v="111" actId="700"/>
          <ac:spMkLst>
            <pc:docMk/>
            <pc:sldMk cId="0" sldId="338"/>
            <ac:spMk id="3" creationId="{00000000-0000-0000-0000-000000000000}"/>
          </ac:spMkLst>
        </pc:spChg>
        <pc:spChg chg="mod ord">
          <ac:chgData name="Carey Garback" userId="dc25ffa4-de89-4779-8381-34524c87e417" providerId="ADAL" clId="{6E1D5EB8-13F6-40DF-B512-351F8F358EAF}" dt="2026-03-11T20:57:21.127" v="111" actId="700"/>
          <ac:spMkLst>
            <pc:docMk/>
            <pc:sldMk cId="0" sldId="338"/>
            <ac:spMk id="5" creationId="{00000000-0000-0000-0000-000000000000}"/>
          </ac:spMkLst>
        </pc:spChg>
        <pc:spChg chg="mod ord">
          <ac:chgData name="Carey Garback" userId="dc25ffa4-de89-4779-8381-34524c87e417" providerId="ADAL" clId="{6E1D5EB8-13F6-40DF-B512-351F8F358EAF}" dt="2026-03-11T20:57:21.127" v="111" actId="700"/>
          <ac:spMkLst>
            <pc:docMk/>
            <pc:sldMk cId="0" sldId="338"/>
            <ac:spMk id="7" creationId="{00000000-0000-0000-0000-000000000000}"/>
          </ac:spMkLst>
        </pc:spChg>
        <pc:spChg chg="mod ord">
          <ac:chgData name="Carey Garback" userId="dc25ffa4-de89-4779-8381-34524c87e417" providerId="ADAL" clId="{6E1D5EB8-13F6-40DF-B512-351F8F358EAF}" dt="2026-03-11T20:57:21.127" v="111" actId="700"/>
          <ac:spMkLst>
            <pc:docMk/>
            <pc:sldMk cId="0" sldId="338"/>
            <ac:spMk id="9" creationId="{00000000-0000-0000-0000-000000000000}"/>
          </ac:spMkLst>
        </pc:spChg>
      </pc:sldChg>
      <pc:sldChg chg="delSp modSp mod modClrScheme chgLayout">
        <pc:chgData name="Carey Garback" userId="dc25ffa4-de89-4779-8381-34524c87e417" providerId="ADAL" clId="{6E1D5EB8-13F6-40DF-B512-351F8F358EAF}" dt="2026-03-11T21:06:41.464" v="286" actId="1037"/>
        <pc:sldMkLst>
          <pc:docMk/>
          <pc:sldMk cId="0" sldId="339"/>
        </pc:sldMkLst>
        <pc:spChg chg="del">
          <ac:chgData name="Carey Garback" userId="dc25ffa4-de89-4779-8381-34524c87e417" providerId="ADAL" clId="{6E1D5EB8-13F6-40DF-B512-351F8F358EAF}" dt="2026-03-11T20:55:34.711" v="106" actId="478"/>
          <ac:spMkLst>
            <pc:docMk/>
            <pc:sldMk cId="0" sldId="339"/>
            <ac:spMk id="2" creationId="{00000000-0000-0000-0000-000000000000}"/>
          </ac:spMkLst>
        </pc:spChg>
        <pc:spChg chg="mod">
          <ac:chgData name="Carey Garback" userId="dc25ffa4-de89-4779-8381-34524c87e417" providerId="ADAL" clId="{6E1D5EB8-13F6-40DF-B512-351F8F358EAF}" dt="2026-03-11T20:55:41.893" v="107" actId="207"/>
          <ac:spMkLst>
            <pc:docMk/>
            <pc:sldMk cId="0" sldId="339"/>
            <ac:spMk id="4" creationId="{00000000-0000-0000-0000-000000000000}"/>
          </ac:spMkLst>
        </pc:spChg>
        <pc:spChg chg="mod">
          <ac:chgData name="Carey Garback" userId="dc25ffa4-de89-4779-8381-34524c87e417" providerId="ADAL" clId="{6E1D5EB8-13F6-40DF-B512-351F8F358EAF}" dt="2026-03-11T20:55:41.893" v="107" actId="207"/>
          <ac:spMkLst>
            <pc:docMk/>
            <pc:sldMk cId="0" sldId="339"/>
            <ac:spMk id="5" creationId="{00000000-0000-0000-0000-000000000000}"/>
          </ac:spMkLst>
        </pc:spChg>
        <pc:spChg chg="mod">
          <ac:chgData name="Carey Garback" userId="dc25ffa4-de89-4779-8381-34524c87e417" providerId="ADAL" clId="{6E1D5EB8-13F6-40DF-B512-351F8F358EAF}" dt="2026-03-11T20:55:41.893" v="107" actId="207"/>
          <ac:spMkLst>
            <pc:docMk/>
            <pc:sldMk cId="0" sldId="339"/>
            <ac:spMk id="6" creationId="{00000000-0000-0000-0000-000000000000}"/>
          </ac:spMkLst>
        </pc:spChg>
        <pc:spChg chg="mod">
          <ac:chgData name="Carey Garback" userId="dc25ffa4-de89-4779-8381-34524c87e417" providerId="ADAL" clId="{6E1D5EB8-13F6-40DF-B512-351F8F358EAF}" dt="2026-03-11T20:55:41.893" v="107" actId="207"/>
          <ac:spMkLst>
            <pc:docMk/>
            <pc:sldMk cId="0" sldId="339"/>
            <ac:spMk id="7" creationId="{00000000-0000-0000-0000-000000000000}"/>
          </ac:spMkLst>
        </pc:spChg>
        <pc:spChg chg="mod">
          <ac:chgData name="Carey Garback" userId="dc25ffa4-de89-4779-8381-34524c87e417" providerId="ADAL" clId="{6E1D5EB8-13F6-40DF-B512-351F8F358EAF}" dt="2026-03-11T21:06:41.464" v="286" actId="1037"/>
          <ac:spMkLst>
            <pc:docMk/>
            <pc:sldMk cId="0" sldId="339"/>
            <ac:spMk id="9" creationId="{00000000-0000-0000-0000-000000000000}"/>
          </ac:spMkLst>
        </pc:spChg>
        <pc:spChg chg="mod ord">
          <ac:chgData name="Carey Garback" userId="dc25ffa4-de89-4779-8381-34524c87e417" providerId="ADAL" clId="{6E1D5EB8-13F6-40DF-B512-351F8F358EAF}" dt="2026-03-11T21:06:41.464" v="286" actId="1037"/>
          <ac:spMkLst>
            <pc:docMk/>
            <pc:sldMk cId="0" sldId="339"/>
            <ac:spMk id="10" creationId="{00000000-0000-0000-0000-000000000000}"/>
          </ac:spMkLst>
        </pc:spChg>
        <pc:spChg chg="del mod">
          <ac:chgData name="Carey Garback" userId="dc25ffa4-de89-4779-8381-34524c87e417" providerId="ADAL" clId="{6E1D5EB8-13F6-40DF-B512-351F8F358EAF}" dt="2026-03-11T20:55:53.610" v="109" actId="478"/>
          <ac:spMkLst>
            <pc:docMk/>
            <pc:sldMk cId="0" sldId="339"/>
            <ac:spMk id="11" creationId="{00000000-0000-0000-0000-000000000000}"/>
          </ac:spMkLst>
        </pc:spChg>
        <pc:spChg chg="mod">
          <ac:chgData name="Carey Garback" userId="dc25ffa4-de89-4779-8381-34524c87e417" providerId="ADAL" clId="{6E1D5EB8-13F6-40DF-B512-351F8F358EAF}" dt="2026-03-11T20:55:41.893" v="107" actId="207"/>
          <ac:spMkLst>
            <pc:docMk/>
            <pc:sldMk cId="0" sldId="339"/>
            <ac:spMk id="12" creationId="{00000000-0000-0000-0000-000000000000}"/>
          </ac:spMkLst>
        </pc:spChg>
        <pc:grpChg chg="del">
          <ac:chgData name="Carey Garback" userId="dc25ffa4-de89-4779-8381-34524c87e417" providerId="ADAL" clId="{6E1D5EB8-13F6-40DF-B512-351F8F358EAF}" dt="2026-03-11T20:55:56.315" v="110" actId="478"/>
          <ac:grpSpMkLst>
            <pc:docMk/>
            <pc:sldMk cId="0" sldId="339"/>
            <ac:grpSpMk id="3" creationId="{00000000-0000-0000-0000-000000000000}"/>
          </ac:grpSpMkLst>
        </pc:grpChg>
      </pc:sldChg>
      <pc:sldChg chg="modSp mod modClrScheme chgLayout">
        <pc:chgData name="Carey Garback" userId="dc25ffa4-de89-4779-8381-34524c87e417" providerId="ADAL" clId="{6E1D5EB8-13F6-40DF-B512-351F8F358EAF}" dt="2026-03-11T21:07:36.243" v="294" actId="14100"/>
        <pc:sldMkLst>
          <pc:docMk/>
          <pc:sldMk cId="0" sldId="340"/>
        </pc:sldMkLst>
        <pc:spChg chg="mod ord">
          <ac:chgData name="Carey Garback" userId="dc25ffa4-de89-4779-8381-34524c87e417" providerId="ADAL" clId="{6E1D5EB8-13F6-40DF-B512-351F8F358EAF}" dt="2026-03-11T21:07:36.243" v="294" actId="14100"/>
          <ac:spMkLst>
            <pc:docMk/>
            <pc:sldMk cId="0" sldId="340"/>
            <ac:spMk id="9" creationId="{00000000-0000-0000-0000-000000000000}"/>
          </ac:spMkLst>
        </pc:spChg>
        <pc:spChg chg="mod ord">
          <ac:chgData name="Carey Garback" userId="dc25ffa4-de89-4779-8381-34524c87e417" providerId="ADAL" clId="{6E1D5EB8-13F6-40DF-B512-351F8F358EAF}" dt="2026-03-11T20:57:21.127" v="111" actId="700"/>
          <ac:spMkLst>
            <pc:docMk/>
            <pc:sldMk cId="0" sldId="340"/>
            <ac:spMk id="11" creationId="{00000000-0000-0000-0000-000000000000}"/>
          </ac:spMkLst>
        </pc:spChg>
      </pc:sldChg>
      <pc:sldChg chg="modSp mod modClrScheme chgLayout">
        <pc:chgData name="Carey Garback" userId="dc25ffa4-de89-4779-8381-34524c87e417" providerId="ADAL" clId="{6E1D5EB8-13F6-40DF-B512-351F8F358EAF}" dt="2026-03-11T21:07:28.121" v="293" actId="1076"/>
        <pc:sldMkLst>
          <pc:docMk/>
          <pc:sldMk cId="0" sldId="341"/>
        </pc:sldMkLst>
        <pc:spChg chg="mod ord">
          <ac:chgData name="Carey Garback" userId="dc25ffa4-de89-4779-8381-34524c87e417" providerId="ADAL" clId="{6E1D5EB8-13F6-40DF-B512-351F8F358EAF}" dt="2026-03-11T21:07:05.598" v="290" actId="1076"/>
          <ac:spMkLst>
            <pc:docMk/>
            <pc:sldMk cId="0" sldId="341"/>
            <ac:spMk id="7" creationId="{00000000-0000-0000-0000-000000000000}"/>
          </ac:spMkLst>
        </pc:spChg>
        <pc:spChg chg="mod ord">
          <ac:chgData name="Carey Garback" userId="dc25ffa4-de89-4779-8381-34524c87e417" providerId="ADAL" clId="{6E1D5EB8-13F6-40DF-B512-351F8F358EAF}" dt="2026-03-11T21:07:28.121" v="293" actId="1076"/>
          <ac:spMkLst>
            <pc:docMk/>
            <pc:sldMk cId="0" sldId="341"/>
            <ac:spMk id="8" creationId="{00000000-0000-0000-0000-000000000000}"/>
          </ac:spMkLst>
        </pc:spChg>
        <pc:spChg chg="mod ord">
          <ac:chgData name="Carey Garback" userId="dc25ffa4-de89-4779-8381-34524c87e417" providerId="ADAL" clId="{6E1D5EB8-13F6-40DF-B512-351F8F358EAF}" dt="2026-03-11T20:57:21.127" v="111" actId="700"/>
          <ac:spMkLst>
            <pc:docMk/>
            <pc:sldMk cId="0" sldId="341"/>
            <ac:spMk id="19" creationId="{00000000-0000-0000-0000-000000000000}"/>
          </ac:spMkLst>
        </pc:spChg>
      </pc:sldChg>
      <pc:sldChg chg="modSp mod modClrScheme chgLayout">
        <pc:chgData name="Carey Garback" userId="dc25ffa4-de89-4779-8381-34524c87e417" providerId="ADAL" clId="{6E1D5EB8-13F6-40DF-B512-351F8F358EAF}" dt="2026-03-11T20:57:21.127" v="111" actId="700"/>
        <pc:sldMkLst>
          <pc:docMk/>
          <pc:sldMk cId="0" sldId="342"/>
        </pc:sldMkLst>
        <pc:spChg chg="mod ord">
          <ac:chgData name="Carey Garback" userId="dc25ffa4-de89-4779-8381-34524c87e417" providerId="ADAL" clId="{6E1D5EB8-13F6-40DF-B512-351F8F358EAF}" dt="2026-03-11T20:57:21.127" v="111" actId="700"/>
          <ac:spMkLst>
            <pc:docMk/>
            <pc:sldMk cId="0" sldId="342"/>
            <ac:spMk id="12" creationId="{00000000-0000-0000-0000-000000000000}"/>
          </ac:spMkLst>
        </pc:spChg>
      </pc:sldChg>
      <pc:sldChg chg="modSp mod modClrScheme chgLayout">
        <pc:chgData name="Carey Garback" userId="dc25ffa4-de89-4779-8381-34524c87e417" providerId="ADAL" clId="{6E1D5EB8-13F6-40DF-B512-351F8F358EAF}" dt="2026-03-11T20:57:21.127" v="111" actId="700"/>
        <pc:sldMkLst>
          <pc:docMk/>
          <pc:sldMk cId="0" sldId="343"/>
        </pc:sldMkLst>
        <pc:spChg chg="mod ord">
          <ac:chgData name="Carey Garback" userId="dc25ffa4-de89-4779-8381-34524c87e417" providerId="ADAL" clId="{6E1D5EB8-13F6-40DF-B512-351F8F358EAF}" dt="2026-03-11T20:57:21.127" v="111" actId="700"/>
          <ac:spMkLst>
            <pc:docMk/>
            <pc:sldMk cId="0" sldId="343"/>
            <ac:spMk id="9" creationId="{00000000-0000-0000-0000-000000000000}"/>
          </ac:spMkLst>
        </pc:spChg>
        <pc:spChg chg="mod ord">
          <ac:chgData name="Carey Garback" userId="dc25ffa4-de89-4779-8381-34524c87e417" providerId="ADAL" clId="{6E1D5EB8-13F6-40DF-B512-351F8F358EAF}" dt="2026-03-11T20:57:21.127" v="111" actId="700"/>
          <ac:spMkLst>
            <pc:docMk/>
            <pc:sldMk cId="0" sldId="343"/>
            <ac:spMk id="18" creationId="{00000000-0000-0000-0000-000000000000}"/>
          </ac:spMkLst>
        </pc:spChg>
      </pc:sldChg>
      <pc:sldChg chg="modSp mod modClrScheme chgLayout">
        <pc:chgData name="Carey Garback" userId="dc25ffa4-de89-4779-8381-34524c87e417" providerId="ADAL" clId="{6E1D5EB8-13F6-40DF-B512-351F8F358EAF}" dt="2026-03-11T20:57:21.127" v="111" actId="700"/>
        <pc:sldMkLst>
          <pc:docMk/>
          <pc:sldMk cId="0" sldId="344"/>
        </pc:sldMkLst>
        <pc:spChg chg="mod ord">
          <ac:chgData name="Carey Garback" userId="dc25ffa4-de89-4779-8381-34524c87e417" providerId="ADAL" clId="{6E1D5EB8-13F6-40DF-B512-351F8F358EAF}" dt="2026-03-11T20:57:21.127" v="111" actId="700"/>
          <ac:spMkLst>
            <pc:docMk/>
            <pc:sldMk cId="0" sldId="344"/>
            <ac:spMk id="7" creationId="{00000000-0000-0000-0000-000000000000}"/>
          </ac:spMkLst>
        </pc:spChg>
        <pc:spChg chg="mod ord">
          <ac:chgData name="Carey Garback" userId="dc25ffa4-de89-4779-8381-34524c87e417" providerId="ADAL" clId="{6E1D5EB8-13F6-40DF-B512-351F8F358EAF}" dt="2026-03-11T20:57:21.127" v="111" actId="700"/>
          <ac:spMkLst>
            <pc:docMk/>
            <pc:sldMk cId="0" sldId="344"/>
            <ac:spMk id="18" creationId="{00000000-0000-0000-0000-000000000000}"/>
          </ac:spMkLst>
        </pc:spChg>
      </pc:sldChg>
      <pc:sldChg chg="modSp mod modClrScheme chgLayout">
        <pc:chgData name="Carey Garback" userId="dc25ffa4-de89-4779-8381-34524c87e417" providerId="ADAL" clId="{6E1D5EB8-13F6-40DF-B512-351F8F358EAF}" dt="2026-03-11T21:07:49.745" v="296" actId="1076"/>
        <pc:sldMkLst>
          <pc:docMk/>
          <pc:sldMk cId="0" sldId="345"/>
        </pc:sldMkLst>
        <pc:spChg chg="mod ord">
          <ac:chgData name="Carey Garback" userId="dc25ffa4-de89-4779-8381-34524c87e417" providerId="ADAL" clId="{6E1D5EB8-13F6-40DF-B512-351F8F358EAF}" dt="2026-03-11T21:07:49.745" v="296" actId="1076"/>
          <ac:spMkLst>
            <pc:docMk/>
            <pc:sldMk cId="0" sldId="345"/>
            <ac:spMk id="7" creationId="{00000000-0000-0000-0000-000000000000}"/>
          </ac:spMkLst>
        </pc:spChg>
        <pc:spChg chg="mod ord">
          <ac:chgData name="Carey Garback" userId="dc25ffa4-de89-4779-8381-34524c87e417" providerId="ADAL" clId="{6E1D5EB8-13F6-40DF-B512-351F8F358EAF}" dt="2026-03-11T20:57:21.127" v="111" actId="700"/>
          <ac:spMkLst>
            <pc:docMk/>
            <pc:sldMk cId="0" sldId="345"/>
            <ac:spMk id="12" creationId="{00000000-0000-0000-0000-000000000000}"/>
          </ac:spMkLst>
        </pc:spChg>
      </pc:sldChg>
      <pc:sldChg chg="modSp mod modClrScheme chgLayout">
        <pc:chgData name="Carey Garback" userId="dc25ffa4-de89-4779-8381-34524c87e417" providerId="ADAL" clId="{6E1D5EB8-13F6-40DF-B512-351F8F358EAF}" dt="2026-03-11T20:57:21.127" v="111" actId="700"/>
        <pc:sldMkLst>
          <pc:docMk/>
          <pc:sldMk cId="0" sldId="346"/>
        </pc:sldMkLst>
        <pc:spChg chg="mod ord">
          <ac:chgData name="Carey Garback" userId="dc25ffa4-de89-4779-8381-34524c87e417" providerId="ADAL" clId="{6E1D5EB8-13F6-40DF-B512-351F8F358EAF}" dt="2026-03-11T20:57:21.127" v="111" actId="700"/>
          <ac:spMkLst>
            <pc:docMk/>
            <pc:sldMk cId="0" sldId="346"/>
            <ac:spMk id="7" creationId="{00000000-0000-0000-0000-000000000000}"/>
          </ac:spMkLst>
        </pc:spChg>
        <pc:spChg chg="mod ord">
          <ac:chgData name="Carey Garback" userId="dc25ffa4-de89-4779-8381-34524c87e417" providerId="ADAL" clId="{6E1D5EB8-13F6-40DF-B512-351F8F358EAF}" dt="2026-03-11T20:57:21.127" v="111" actId="700"/>
          <ac:spMkLst>
            <pc:docMk/>
            <pc:sldMk cId="0" sldId="346"/>
            <ac:spMk id="10" creationId="{00000000-0000-0000-0000-000000000000}"/>
          </ac:spMkLst>
        </pc:spChg>
      </pc:sldChg>
      <pc:sldChg chg="modSp mod modClrScheme chgLayout">
        <pc:chgData name="Carey Garback" userId="dc25ffa4-de89-4779-8381-34524c87e417" providerId="ADAL" clId="{6E1D5EB8-13F6-40DF-B512-351F8F358EAF}" dt="2026-03-11T20:57:21.127" v="111" actId="700"/>
        <pc:sldMkLst>
          <pc:docMk/>
          <pc:sldMk cId="0" sldId="347"/>
        </pc:sldMkLst>
        <pc:spChg chg="mod ord">
          <ac:chgData name="Carey Garback" userId="dc25ffa4-de89-4779-8381-34524c87e417" providerId="ADAL" clId="{6E1D5EB8-13F6-40DF-B512-351F8F358EAF}" dt="2026-03-11T20:57:21.127" v="111" actId="700"/>
          <ac:spMkLst>
            <pc:docMk/>
            <pc:sldMk cId="0" sldId="347"/>
            <ac:spMk id="30" creationId="{00000000-0000-0000-0000-000000000000}"/>
          </ac:spMkLst>
        </pc:spChg>
      </pc:sldChg>
      <pc:sldChg chg="modSp mod modClrScheme chgLayout">
        <pc:chgData name="Carey Garback" userId="dc25ffa4-de89-4779-8381-34524c87e417" providerId="ADAL" clId="{6E1D5EB8-13F6-40DF-B512-351F8F358EAF}" dt="2026-03-11T20:57:21.127" v="111" actId="700"/>
        <pc:sldMkLst>
          <pc:docMk/>
          <pc:sldMk cId="0" sldId="348"/>
        </pc:sldMkLst>
        <pc:spChg chg="mod ord">
          <ac:chgData name="Carey Garback" userId="dc25ffa4-de89-4779-8381-34524c87e417" providerId="ADAL" clId="{6E1D5EB8-13F6-40DF-B512-351F8F358EAF}" dt="2026-03-11T20:57:21.127" v="111" actId="700"/>
          <ac:spMkLst>
            <pc:docMk/>
            <pc:sldMk cId="0" sldId="348"/>
            <ac:spMk id="30" creationId="{00000000-0000-0000-0000-000000000000}"/>
          </ac:spMkLst>
        </pc:spChg>
      </pc:sldChg>
      <pc:sldChg chg="modSp mod modClrScheme chgLayout">
        <pc:chgData name="Carey Garback" userId="dc25ffa4-de89-4779-8381-34524c87e417" providerId="ADAL" clId="{6E1D5EB8-13F6-40DF-B512-351F8F358EAF}" dt="2026-03-11T20:57:21.127" v="111" actId="700"/>
        <pc:sldMkLst>
          <pc:docMk/>
          <pc:sldMk cId="0" sldId="349"/>
        </pc:sldMkLst>
        <pc:spChg chg="mod ord">
          <ac:chgData name="Carey Garback" userId="dc25ffa4-de89-4779-8381-34524c87e417" providerId="ADAL" clId="{6E1D5EB8-13F6-40DF-B512-351F8F358EAF}" dt="2026-03-11T20:57:21.127" v="111" actId="700"/>
          <ac:spMkLst>
            <pc:docMk/>
            <pc:sldMk cId="0" sldId="349"/>
            <ac:spMk id="7" creationId="{00000000-0000-0000-0000-000000000000}"/>
          </ac:spMkLst>
        </pc:spChg>
      </pc:sldChg>
      <pc:sldChg chg="modSp mod modClrScheme chgLayout">
        <pc:chgData name="Carey Garback" userId="dc25ffa4-de89-4779-8381-34524c87e417" providerId="ADAL" clId="{6E1D5EB8-13F6-40DF-B512-351F8F358EAF}" dt="2026-03-11T20:57:21.127" v="111" actId="700"/>
        <pc:sldMkLst>
          <pc:docMk/>
          <pc:sldMk cId="0" sldId="350"/>
        </pc:sldMkLst>
        <pc:spChg chg="mod ord">
          <ac:chgData name="Carey Garback" userId="dc25ffa4-de89-4779-8381-34524c87e417" providerId="ADAL" clId="{6E1D5EB8-13F6-40DF-B512-351F8F358EAF}" dt="2026-03-11T20:57:21.127" v="111" actId="700"/>
          <ac:spMkLst>
            <pc:docMk/>
            <pc:sldMk cId="0" sldId="350"/>
            <ac:spMk id="10" creationId="{00000000-0000-0000-0000-000000000000}"/>
          </ac:spMkLst>
        </pc:spChg>
      </pc:sldChg>
      <pc:sldChg chg="delSp modSp mod modClrScheme chgLayout">
        <pc:chgData name="Carey Garback" userId="dc25ffa4-de89-4779-8381-34524c87e417" providerId="ADAL" clId="{6E1D5EB8-13F6-40DF-B512-351F8F358EAF}" dt="2026-03-11T21:08:26.903" v="301" actId="14100"/>
        <pc:sldMkLst>
          <pc:docMk/>
          <pc:sldMk cId="0" sldId="351"/>
        </pc:sldMkLst>
        <pc:spChg chg="del">
          <ac:chgData name="Carey Garback" userId="dc25ffa4-de89-4779-8381-34524c87e417" providerId="ADAL" clId="{6E1D5EB8-13F6-40DF-B512-351F8F358EAF}" dt="2026-03-11T21:08:07.410" v="297" actId="478"/>
          <ac:spMkLst>
            <pc:docMk/>
            <pc:sldMk cId="0" sldId="351"/>
            <ac:spMk id="2" creationId="{00000000-0000-0000-0000-000000000000}"/>
          </ac:spMkLst>
        </pc:spChg>
        <pc:spChg chg="mod">
          <ac:chgData name="Carey Garback" userId="dc25ffa4-de89-4779-8381-34524c87e417" providerId="ADAL" clId="{6E1D5EB8-13F6-40DF-B512-351F8F358EAF}" dt="2026-03-11T21:08:14.951" v="298" actId="207"/>
          <ac:spMkLst>
            <pc:docMk/>
            <pc:sldMk cId="0" sldId="351"/>
            <ac:spMk id="4" creationId="{00000000-0000-0000-0000-000000000000}"/>
          </ac:spMkLst>
        </pc:spChg>
        <pc:spChg chg="mod">
          <ac:chgData name="Carey Garback" userId="dc25ffa4-de89-4779-8381-34524c87e417" providerId="ADAL" clId="{6E1D5EB8-13F6-40DF-B512-351F8F358EAF}" dt="2026-03-11T21:08:14.951" v="298" actId="207"/>
          <ac:spMkLst>
            <pc:docMk/>
            <pc:sldMk cId="0" sldId="351"/>
            <ac:spMk id="5" creationId="{00000000-0000-0000-0000-000000000000}"/>
          </ac:spMkLst>
        </pc:spChg>
        <pc:spChg chg="mod">
          <ac:chgData name="Carey Garback" userId="dc25ffa4-de89-4779-8381-34524c87e417" providerId="ADAL" clId="{6E1D5EB8-13F6-40DF-B512-351F8F358EAF}" dt="2026-03-11T21:08:14.951" v="298" actId="207"/>
          <ac:spMkLst>
            <pc:docMk/>
            <pc:sldMk cId="0" sldId="351"/>
            <ac:spMk id="6" creationId="{00000000-0000-0000-0000-000000000000}"/>
          </ac:spMkLst>
        </pc:spChg>
        <pc:spChg chg="mod">
          <ac:chgData name="Carey Garback" userId="dc25ffa4-de89-4779-8381-34524c87e417" providerId="ADAL" clId="{6E1D5EB8-13F6-40DF-B512-351F8F358EAF}" dt="2026-03-11T21:08:14.951" v="298" actId="207"/>
          <ac:spMkLst>
            <pc:docMk/>
            <pc:sldMk cId="0" sldId="351"/>
            <ac:spMk id="7" creationId="{00000000-0000-0000-0000-000000000000}"/>
          </ac:spMkLst>
        </pc:spChg>
        <pc:spChg chg="mod">
          <ac:chgData name="Carey Garback" userId="dc25ffa4-de89-4779-8381-34524c87e417" providerId="ADAL" clId="{6E1D5EB8-13F6-40DF-B512-351F8F358EAF}" dt="2026-03-11T21:08:21.268" v="300" actId="14100"/>
          <ac:spMkLst>
            <pc:docMk/>
            <pc:sldMk cId="0" sldId="351"/>
            <ac:spMk id="9" creationId="{00000000-0000-0000-0000-000000000000}"/>
          </ac:spMkLst>
        </pc:spChg>
        <pc:spChg chg="mod ord">
          <ac:chgData name="Carey Garback" userId="dc25ffa4-de89-4779-8381-34524c87e417" providerId="ADAL" clId="{6E1D5EB8-13F6-40DF-B512-351F8F358EAF}" dt="2026-03-11T21:08:26.903" v="301" actId="14100"/>
          <ac:spMkLst>
            <pc:docMk/>
            <pc:sldMk cId="0" sldId="351"/>
            <ac:spMk id="10" creationId="{00000000-0000-0000-0000-000000000000}"/>
          </ac:spMkLst>
        </pc:spChg>
        <pc:spChg chg="mod ord">
          <ac:chgData name="Carey Garback" userId="dc25ffa4-de89-4779-8381-34524c87e417" providerId="ADAL" clId="{6E1D5EB8-13F6-40DF-B512-351F8F358EAF}" dt="2026-03-11T21:08:21.268" v="300" actId="14100"/>
          <ac:spMkLst>
            <pc:docMk/>
            <pc:sldMk cId="0" sldId="351"/>
            <ac:spMk id="11" creationId="{00000000-0000-0000-0000-000000000000}"/>
          </ac:spMkLst>
        </pc:spChg>
        <pc:spChg chg="mod">
          <ac:chgData name="Carey Garback" userId="dc25ffa4-de89-4779-8381-34524c87e417" providerId="ADAL" clId="{6E1D5EB8-13F6-40DF-B512-351F8F358EAF}" dt="2026-03-11T21:08:21.268" v="300" actId="14100"/>
          <ac:spMkLst>
            <pc:docMk/>
            <pc:sldMk cId="0" sldId="351"/>
            <ac:spMk id="12" creationId="{00000000-0000-0000-0000-000000000000}"/>
          </ac:spMkLst>
        </pc:spChg>
        <pc:grpChg chg="mod">
          <ac:chgData name="Carey Garback" userId="dc25ffa4-de89-4779-8381-34524c87e417" providerId="ADAL" clId="{6E1D5EB8-13F6-40DF-B512-351F8F358EAF}" dt="2026-03-11T21:08:21.268" v="300" actId="14100"/>
          <ac:grpSpMkLst>
            <pc:docMk/>
            <pc:sldMk cId="0" sldId="351"/>
            <ac:grpSpMk id="3" creationId="{00000000-0000-0000-0000-000000000000}"/>
          </ac:grpSpMkLst>
        </pc:grpChg>
      </pc:sldChg>
      <pc:sldChg chg="modSp mod modClrScheme chgLayout">
        <pc:chgData name="Carey Garback" userId="dc25ffa4-de89-4779-8381-34524c87e417" providerId="ADAL" clId="{6E1D5EB8-13F6-40DF-B512-351F8F358EAF}" dt="2026-03-11T20:57:21.127" v="111" actId="700"/>
        <pc:sldMkLst>
          <pc:docMk/>
          <pc:sldMk cId="0" sldId="352"/>
        </pc:sldMkLst>
        <pc:spChg chg="mod ord">
          <ac:chgData name="Carey Garback" userId="dc25ffa4-de89-4779-8381-34524c87e417" providerId="ADAL" clId="{6E1D5EB8-13F6-40DF-B512-351F8F358EAF}" dt="2026-03-11T20:57:21.127" v="111" actId="700"/>
          <ac:spMkLst>
            <pc:docMk/>
            <pc:sldMk cId="0" sldId="352"/>
            <ac:spMk id="9" creationId="{00000000-0000-0000-0000-000000000000}"/>
          </ac:spMkLst>
        </pc:spChg>
        <pc:spChg chg="mod ord">
          <ac:chgData name="Carey Garback" userId="dc25ffa4-de89-4779-8381-34524c87e417" providerId="ADAL" clId="{6E1D5EB8-13F6-40DF-B512-351F8F358EAF}" dt="2026-03-11T20:57:21.127" v="111" actId="700"/>
          <ac:spMkLst>
            <pc:docMk/>
            <pc:sldMk cId="0" sldId="352"/>
            <ac:spMk id="11" creationId="{00000000-0000-0000-0000-000000000000}"/>
          </ac:spMkLst>
        </pc:spChg>
      </pc:sldChg>
      <pc:sldChg chg="modSp mod modClrScheme chgLayout">
        <pc:chgData name="Carey Garback" userId="dc25ffa4-de89-4779-8381-34524c87e417" providerId="ADAL" clId="{6E1D5EB8-13F6-40DF-B512-351F8F358EAF}" dt="2026-03-11T21:08:37.952" v="303" actId="1076"/>
        <pc:sldMkLst>
          <pc:docMk/>
          <pc:sldMk cId="0" sldId="353"/>
        </pc:sldMkLst>
        <pc:spChg chg="mod ord">
          <ac:chgData name="Carey Garback" userId="dc25ffa4-de89-4779-8381-34524c87e417" providerId="ADAL" clId="{6E1D5EB8-13F6-40DF-B512-351F8F358EAF}" dt="2026-03-11T20:57:21.127" v="111" actId="700"/>
          <ac:spMkLst>
            <pc:docMk/>
            <pc:sldMk cId="0" sldId="353"/>
            <ac:spMk id="7" creationId="{00000000-0000-0000-0000-000000000000}"/>
          </ac:spMkLst>
        </pc:spChg>
        <pc:spChg chg="mod ord">
          <ac:chgData name="Carey Garback" userId="dc25ffa4-de89-4779-8381-34524c87e417" providerId="ADAL" clId="{6E1D5EB8-13F6-40DF-B512-351F8F358EAF}" dt="2026-03-11T21:08:37.952" v="303" actId="1076"/>
          <ac:spMkLst>
            <pc:docMk/>
            <pc:sldMk cId="0" sldId="353"/>
            <ac:spMk id="8" creationId="{00000000-0000-0000-0000-000000000000}"/>
          </ac:spMkLst>
        </pc:spChg>
        <pc:spChg chg="mod ord">
          <ac:chgData name="Carey Garback" userId="dc25ffa4-de89-4779-8381-34524c87e417" providerId="ADAL" clId="{6E1D5EB8-13F6-40DF-B512-351F8F358EAF}" dt="2026-03-11T20:57:21.127" v="111" actId="700"/>
          <ac:spMkLst>
            <pc:docMk/>
            <pc:sldMk cId="0" sldId="353"/>
            <ac:spMk id="19" creationId="{00000000-0000-0000-0000-000000000000}"/>
          </ac:spMkLst>
        </pc:spChg>
      </pc:sldChg>
      <pc:sldChg chg="modSp mod modClrScheme chgLayout">
        <pc:chgData name="Carey Garback" userId="dc25ffa4-de89-4779-8381-34524c87e417" providerId="ADAL" clId="{6E1D5EB8-13F6-40DF-B512-351F8F358EAF}" dt="2026-03-11T20:57:21.127" v="111" actId="700"/>
        <pc:sldMkLst>
          <pc:docMk/>
          <pc:sldMk cId="0" sldId="354"/>
        </pc:sldMkLst>
        <pc:spChg chg="mod ord">
          <ac:chgData name="Carey Garback" userId="dc25ffa4-de89-4779-8381-34524c87e417" providerId="ADAL" clId="{6E1D5EB8-13F6-40DF-B512-351F8F358EAF}" dt="2026-03-11T20:57:21.127" v="111" actId="700"/>
          <ac:spMkLst>
            <pc:docMk/>
            <pc:sldMk cId="0" sldId="354"/>
            <ac:spMk id="12" creationId="{00000000-0000-0000-0000-000000000000}"/>
          </ac:spMkLst>
        </pc:spChg>
      </pc:sldChg>
      <pc:sldChg chg="modSp mod modClrScheme chgLayout">
        <pc:chgData name="Carey Garback" userId="dc25ffa4-de89-4779-8381-34524c87e417" providerId="ADAL" clId="{6E1D5EB8-13F6-40DF-B512-351F8F358EAF}" dt="2026-03-11T20:57:21.127" v="111" actId="700"/>
        <pc:sldMkLst>
          <pc:docMk/>
          <pc:sldMk cId="0" sldId="355"/>
        </pc:sldMkLst>
        <pc:spChg chg="mod ord">
          <ac:chgData name="Carey Garback" userId="dc25ffa4-de89-4779-8381-34524c87e417" providerId="ADAL" clId="{6E1D5EB8-13F6-40DF-B512-351F8F358EAF}" dt="2026-03-11T20:57:21.127" v="111" actId="700"/>
          <ac:spMkLst>
            <pc:docMk/>
            <pc:sldMk cId="0" sldId="355"/>
            <ac:spMk id="10" creationId="{00000000-0000-0000-0000-000000000000}"/>
          </ac:spMkLst>
        </pc:spChg>
        <pc:spChg chg="mod ord">
          <ac:chgData name="Carey Garback" userId="dc25ffa4-de89-4779-8381-34524c87e417" providerId="ADAL" clId="{6E1D5EB8-13F6-40DF-B512-351F8F358EAF}" dt="2026-03-11T20:57:21.127" v="111" actId="700"/>
          <ac:spMkLst>
            <pc:docMk/>
            <pc:sldMk cId="0" sldId="355"/>
            <ac:spMk id="16" creationId="{00000000-0000-0000-0000-000000000000}"/>
          </ac:spMkLst>
        </pc:spChg>
      </pc:sldChg>
      <pc:sldChg chg="modSp mod modClrScheme chgLayout">
        <pc:chgData name="Carey Garback" userId="dc25ffa4-de89-4779-8381-34524c87e417" providerId="ADAL" clId="{6E1D5EB8-13F6-40DF-B512-351F8F358EAF}" dt="2026-03-11T20:57:21.127" v="111" actId="700"/>
        <pc:sldMkLst>
          <pc:docMk/>
          <pc:sldMk cId="0" sldId="356"/>
        </pc:sldMkLst>
        <pc:spChg chg="mod ord">
          <ac:chgData name="Carey Garback" userId="dc25ffa4-de89-4779-8381-34524c87e417" providerId="ADAL" clId="{6E1D5EB8-13F6-40DF-B512-351F8F358EAF}" dt="2026-03-11T20:57:21.127" v="111" actId="700"/>
          <ac:spMkLst>
            <pc:docMk/>
            <pc:sldMk cId="0" sldId="356"/>
            <ac:spMk id="7" creationId="{00000000-0000-0000-0000-000000000000}"/>
          </ac:spMkLst>
        </pc:spChg>
      </pc:sldChg>
      <pc:sldChg chg="modSp mod modClrScheme chgLayout">
        <pc:chgData name="Carey Garback" userId="dc25ffa4-de89-4779-8381-34524c87e417" providerId="ADAL" clId="{6E1D5EB8-13F6-40DF-B512-351F8F358EAF}" dt="2026-03-11T20:57:21.127" v="111" actId="700"/>
        <pc:sldMkLst>
          <pc:docMk/>
          <pc:sldMk cId="0" sldId="357"/>
        </pc:sldMkLst>
        <pc:spChg chg="mod ord">
          <ac:chgData name="Carey Garback" userId="dc25ffa4-de89-4779-8381-34524c87e417" providerId="ADAL" clId="{6E1D5EB8-13F6-40DF-B512-351F8F358EAF}" dt="2026-03-11T20:57:21.127" v="111" actId="700"/>
          <ac:spMkLst>
            <pc:docMk/>
            <pc:sldMk cId="0" sldId="357"/>
            <ac:spMk id="8" creationId="{00000000-0000-0000-0000-000000000000}"/>
          </ac:spMkLst>
        </pc:spChg>
      </pc:sldChg>
      <pc:sldChg chg="modSp mod modClrScheme chgLayout">
        <pc:chgData name="Carey Garback" userId="dc25ffa4-de89-4779-8381-34524c87e417" providerId="ADAL" clId="{6E1D5EB8-13F6-40DF-B512-351F8F358EAF}" dt="2026-03-11T20:57:21.127" v="111" actId="700"/>
        <pc:sldMkLst>
          <pc:docMk/>
          <pc:sldMk cId="0" sldId="358"/>
        </pc:sldMkLst>
        <pc:spChg chg="mod ord">
          <ac:chgData name="Carey Garback" userId="dc25ffa4-de89-4779-8381-34524c87e417" providerId="ADAL" clId="{6E1D5EB8-13F6-40DF-B512-351F8F358EAF}" dt="2026-03-11T20:57:21.127" v="111" actId="700"/>
          <ac:spMkLst>
            <pc:docMk/>
            <pc:sldMk cId="0" sldId="358"/>
            <ac:spMk id="9" creationId="{00000000-0000-0000-0000-000000000000}"/>
          </ac:spMkLst>
        </pc:spChg>
      </pc:sldChg>
      <pc:sldChg chg="modSp mod modClrScheme chgLayout">
        <pc:chgData name="Carey Garback" userId="dc25ffa4-de89-4779-8381-34524c87e417" providerId="ADAL" clId="{6E1D5EB8-13F6-40DF-B512-351F8F358EAF}" dt="2026-03-11T21:08:54.612" v="304" actId="14100"/>
        <pc:sldMkLst>
          <pc:docMk/>
          <pc:sldMk cId="0" sldId="359"/>
        </pc:sldMkLst>
        <pc:spChg chg="mod">
          <ac:chgData name="Carey Garback" userId="dc25ffa4-de89-4779-8381-34524c87e417" providerId="ADAL" clId="{6E1D5EB8-13F6-40DF-B512-351F8F358EAF}" dt="2026-03-11T21:08:54.612" v="304" actId="14100"/>
          <ac:spMkLst>
            <pc:docMk/>
            <pc:sldMk cId="0" sldId="359"/>
            <ac:spMk id="9" creationId="{00000000-0000-0000-0000-000000000000}"/>
          </ac:spMkLst>
        </pc:spChg>
      </pc:sldChg>
      <pc:sldChg chg="delSp modSp mod modClrScheme chgLayout">
        <pc:chgData name="Carey Garback" userId="dc25ffa4-de89-4779-8381-34524c87e417" providerId="ADAL" clId="{6E1D5EB8-13F6-40DF-B512-351F8F358EAF}" dt="2026-03-11T21:09:12.492" v="308" actId="1076"/>
        <pc:sldMkLst>
          <pc:docMk/>
          <pc:sldMk cId="0" sldId="360"/>
        </pc:sldMkLst>
        <pc:spChg chg="del">
          <ac:chgData name="Carey Garback" userId="dc25ffa4-de89-4779-8381-34524c87e417" providerId="ADAL" clId="{6E1D5EB8-13F6-40DF-B512-351F8F358EAF}" dt="2026-03-11T21:08:59.763" v="305" actId="478"/>
          <ac:spMkLst>
            <pc:docMk/>
            <pc:sldMk cId="0" sldId="360"/>
            <ac:spMk id="2" creationId="{00000000-0000-0000-0000-000000000000}"/>
          </ac:spMkLst>
        </pc:spChg>
        <pc:spChg chg="mod">
          <ac:chgData name="Carey Garback" userId="dc25ffa4-de89-4779-8381-34524c87e417" providerId="ADAL" clId="{6E1D5EB8-13F6-40DF-B512-351F8F358EAF}" dt="2026-03-11T21:09:04.286" v="306" actId="207"/>
          <ac:spMkLst>
            <pc:docMk/>
            <pc:sldMk cId="0" sldId="360"/>
            <ac:spMk id="4" creationId="{00000000-0000-0000-0000-000000000000}"/>
          </ac:spMkLst>
        </pc:spChg>
        <pc:spChg chg="mod">
          <ac:chgData name="Carey Garback" userId="dc25ffa4-de89-4779-8381-34524c87e417" providerId="ADAL" clId="{6E1D5EB8-13F6-40DF-B512-351F8F358EAF}" dt="2026-03-11T21:09:04.286" v="306" actId="207"/>
          <ac:spMkLst>
            <pc:docMk/>
            <pc:sldMk cId="0" sldId="360"/>
            <ac:spMk id="5" creationId="{00000000-0000-0000-0000-000000000000}"/>
          </ac:spMkLst>
        </pc:spChg>
        <pc:spChg chg="mod">
          <ac:chgData name="Carey Garback" userId="dc25ffa4-de89-4779-8381-34524c87e417" providerId="ADAL" clId="{6E1D5EB8-13F6-40DF-B512-351F8F358EAF}" dt="2026-03-11T21:09:04.286" v="306" actId="207"/>
          <ac:spMkLst>
            <pc:docMk/>
            <pc:sldMk cId="0" sldId="360"/>
            <ac:spMk id="6" creationId="{00000000-0000-0000-0000-000000000000}"/>
          </ac:spMkLst>
        </pc:spChg>
        <pc:spChg chg="mod">
          <ac:chgData name="Carey Garback" userId="dc25ffa4-de89-4779-8381-34524c87e417" providerId="ADAL" clId="{6E1D5EB8-13F6-40DF-B512-351F8F358EAF}" dt="2026-03-11T21:09:04.286" v="306" actId="207"/>
          <ac:spMkLst>
            <pc:docMk/>
            <pc:sldMk cId="0" sldId="360"/>
            <ac:spMk id="7" creationId="{00000000-0000-0000-0000-000000000000}"/>
          </ac:spMkLst>
        </pc:spChg>
        <pc:spChg chg="mod">
          <ac:chgData name="Carey Garback" userId="dc25ffa4-de89-4779-8381-34524c87e417" providerId="ADAL" clId="{6E1D5EB8-13F6-40DF-B512-351F8F358EAF}" dt="2026-03-11T21:09:04.286" v="306" actId="207"/>
          <ac:spMkLst>
            <pc:docMk/>
            <pc:sldMk cId="0" sldId="360"/>
            <ac:spMk id="8" creationId="{00000000-0000-0000-0000-000000000000}"/>
          </ac:spMkLst>
        </pc:spChg>
        <pc:spChg chg="mod ord">
          <ac:chgData name="Carey Garback" userId="dc25ffa4-de89-4779-8381-34524c87e417" providerId="ADAL" clId="{6E1D5EB8-13F6-40DF-B512-351F8F358EAF}" dt="2026-03-11T21:09:12.492" v="308" actId="1076"/>
          <ac:spMkLst>
            <pc:docMk/>
            <pc:sldMk cId="0" sldId="360"/>
            <ac:spMk id="9" creationId="{00000000-0000-0000-0000-000000000000}"/>
          </ac:spMkLst>
        </pc:spChg>
        <pc:spChg chg="mod ord">
          <ac:chgData name="Carey Garback" userId="dc25ffa4-de89-4779-8381-34524c87e417" providerId="ADAL" clId="{6E1D5EB8-13F6-40DF-B512-351F8F358EAF}" dt="2026-03-11T21:09:04.286" v="306" actId="207"/>
          <ac:spMkLst>
            <pc:docMk/>
            <pc:sldMk cId="0" sldId="360"/>
            <ac:spMk id="10" creationId="{00000000-0000-0000-0000-000000000000}"/>
          </ac:spMkLst>
        </pc:spChg>
        <pc:spChg chg="mod">
          <ac:chgData name="Carey Garback" userId="dc25ffa4-de89-4779-8381-34524c87e417" providerId="ADAL" clId="{6E1D5EB8-13F6-40DF-B512-351F8F358EAF}" dt="2026-03-11T21:09:04.286" v="306" actId="207"/>
          <ac:spMkLst>
            <pc:docMk/>
            <pc:sldMk cId="0" sldId="360"/>
            <ac:spMk id="11" creationId="{00000000-0000-0000-0000-000000000000}"/>
          </ac:spMkLst>
        </pc:spChg>
      </pc:sldChg>
      <pc:sldChg chg="modSp mod modClrScheme chgLayout">
        <pc:chgData name="Carey Garback" userId="dc25ffa4-de89-4779-8381-34524c87e417" providerId="ADAL" clId="{6E1D5EB8-13F6-40DF-B512-351F8F358EAF}" dt="2026-03-11T20:57:21.127" v="111" actId="700"/>
        <pc:sldMkLst>
          <pc:docMk/>
          <pc:sldMk cId="0" sldId="361"/>
        </pc:sldMkLst>
        <pc:spChg chg="mod ord">
          <ac:chgData name="Carey Garback" userId="dc25ffa4-de89-4779-8381-34524c87e417" providerId="ADAL" clId="{6E1D5EB8-13F6-40DF-B512-351F8F358EAF}" dt="2026-03-11T20:57:21.127" v="111" actId="700"/>
          <ac:spMkLst>
            <pc:docMk/>
            <pc:sldMk cId="0" sldId="361"/>
            <ac:spMk id="10" creationId="{00000000-0000-0000-0000-000000000000}"/>
          </ac:spMkLst>
        </pc:spChg>
        <pc:spChg chg="mod ord">
          <ac:chgData name="Carey Garback" userId="dc25ffa4-de89-4779-8381-34524c87e417" providerId="ADAL" clId="{6E1D5EB8-13F6-40DF-B512-351F8F358EAF}" dt="2026-03-11T20:57:21.127" v="111" actId="700"/>
          <ac:spMkLst>
            <pc:docMk/>
            <pc:sldMk cId="0" sldId="361"/>
            <ac:spMk id="12" creationId="{00000000-0000-0000-0000-000000000000}"/>
          </ac:spMkLst>
        </pc:spChg>
      </pc:sldChg>
      <pc:sldChg chg="modSp mod modClrScheme chgLayout">
        <pc:chgData name="Carey Garback" userId="dc25ffa4-de89-4779-8381-34524c87e417" providerId="ADAL" clId="{6E1D5EB8-13F6-40DF-B512-351F8F358EAF}" dt="2026-03-11T20:57:21.127" v="111" actId="700"/>
        <pc:sldMkLst>
          <pc:docMk/>
          <pc:sldMk cId="0" sldId="362"/>
        </pc:sldMkLst>
        <pc:spChg chg="mod ord">
          <ac:chgData name="Carey Garback" userId="dc25ffa4-de89-4779-8381-34524c87e417" providerId="ADAL" clId="{6E1D5EB8-13F6-40DF-B512-351F8F358EAF}" dt="2026-03-11T20:57:21.127" v="111" actId="700"/>
          <ac:spMkLst>
            <pc:docMk/>
            <pc:sldMk cId="0" sldId="362"/>
            <ac:spMk id="9" creationId="{00000000-0000-0000-0000-000000000000}"/>
          </ac:spMkLst>
        </pc:spChg>
        <pc:spChg chg="mod ord">
          <ac:chgData name="Carey Garback" userId="dc25ffa4-de89-4779-8381-34524c87e417" providerId="ADAL" clId="{6E1D5EB8-13F6-40DF-B512-351F8F358EAF}" dt="2026-03-11T20:57:21.127" v="111" actId="700"/>
          <ac:spMkLst>
            <pc:docMk/>
            <pc:sldMk cId="0" sldId="362"/>
            <ac:spMk id="10" creationId="{00000000-0000-0000-0000-000000000000}"/>
          </ac:spMkLst>
        </pc:spChg>
      </pc:sldChg>
      <pc:sldChg chg="modSp mod modClrScheme chgLayout">
        <pc:chgData name="Carey Garback" userId="dc25ffa4-de89-4779-8381-34524c87e417" providerId="ADAL" clId="{6E1D5EB8-13F6-40DF-B512-351F8F358EAF}" dt="2026-03-11T20:57:21.127" v="111" actId="700"/>
        <pc:sldMkLst>
          <pc:docMk/>
          <pc:sldMk cId="0" sldId="363"/>
        </pc:sldMkLst>
        <pc:spChg chg="mod ord">
          <ac:chgData name="Carey Garback" userId="dc25ffa4-de89-4779-8381-34524c87e417" providerId="ADAL" clId="{6E1D5EB8-13F6-40DF-B512-351F8F358EAF}" dt="2026-03-11T20:57:21.127" v="111" actId="700"/>
          <ac:spMkLst>
            <pc:docMk/>
            <pc:sldMk cId="0" sldId="363"/>
            <ac:spMk id="9" creationId="{00000000-0000-0000-0000-000000000000}"/>
          </ac:spMkLst>
        </pc:spChg>
        <pc:spChg chg="mod ord">
          <ac:chgData name="Carey Garback" userId="dc25ffa4-de89-4779-8381-34524c87e417" providerId="ADAL" clId="{6E1D5EB8-13F6-40DF-B512-351F8F358EAF}" dt="2026-03-11T20:57:21.127" v="111" actId="700"/>
          <ac:spMkLst>
            <pc:docMk/>
            <pc:sldMk cId="0" sldId="363"/>
            <ac:spMk id="11" creationId="{00000000-0000-0000-0000-000000000000}"/>
          </ac:spMkLst>
        </pc:spChg>
      </pc:sldChg>
      <pc:sldChg chg="delSp modSp mod modClrScheme chgLayout">
        <pc:chgData name="Carey Garback" userId="dc25ffa4-de89-4779-8381-34524c87e417" providerId="ADAL" clId="{6E1D5EB8-13F6-40DF-B512-351F8F358EAF}" dt="2026-03-11T21:09:39.136" v="312" actId="1076"/>
        <pc:sldMkLst>
          <pc:docMk/>
          <pc:sldMk cId="0" sldId="368"/>
        </pc:sldMkLst>
        <pc:spChg chg="del">
          <ac:chgData name="Carey Garback" userId="dc25ffa4-de89-4779-8381-34524c87e417" providerId="ADAL" clId="{6E1D5EB8-13F6-40DF-B512-351F8F358EAF}" dt="2026-03-11T21:09:27.923" v="309" actId="478"/>
          <ac:spMkLst>
            <pc:docMk/>
            <pc:sldMk cId="0" sldId="368"/>
            <ac:spMk id="2" creationId="{00000000-0000-0000-0000-000000000000}"/>
          </ac:spMkLst>
        </pc:spChg>
        <pc:spChg chg="mod">
          <ac:chgData name="Carey Garback" userId="dc25ffa4-de89-4779-8381-34524c87e417" providerId="ADAL" clId="{6E1D5EB8-13F6-40DF-B512-351F8F358EAF}" dt="2026-03-11T21:09:31.915" v="310" actId="207"/>
          <ac:spMkLst>
            <pc:docMk/>
            <pc:sldMk cId="0" sldId="368"/>
            <ac:spMk id="4" creationId="{00000000-0000-0000-0000-000000000000}"/>
          </ac:spMkLst>
        </pc:spChg>
        <pc:spChg chg="mod">
          <ac:chgData name="Carey Garback" userId="dc25ffa4-de89-4779-8381-34524c87e417" providerId="ADAL" clId="{6E1D5EB8-13F6-40DF-B512-351F8F358EAF}" dt="2026-03-11T21:09:31.915" v="310" actId="207"/>
          <ac:spMkLst>
            <pc:docMk/>
            <pc:sldMk cId="0" sldId="368"/>
            <ac:spMk id="5" creationId="{00000000-0000-0000-0000-000000000000}"/>
          </ac:spMkLst>
        </pc:spChg>
        <pc:spChg chg="mod">
          <ac:chgData name="Carey Garback" userId="dc25ffa4-de89-4779-8381-34524c87e417" providerId="ADAL" clId="{6E1D5EB8-13F6-40DF-B512-351F8F358EAF}" dt="2026-03-11T21:09:31.915" v="310" actId="207"/>
          <ac:spMkLst>
            <pc:docMk/>
            <pc:sldMk cId="0" sldId="368"/>
            <ac:spMk id="6" creationId="{00000000-0000-0000-0000-000000000000}"/>
          </ac:spMkLst>
        </pc:spChg>
        <pc:spChg chg="mod">
          <ac:chgData name="Carey Garback" userId="dc25ffa4-de89-4779-8381-34524c87e417" providerId="ADAL" clId="{6E1D5EB8-13F6-40DF-B512-351F8F358EAF}" dt="2026-03-11T21:09:31.915" v="310" actId="207"/>
          <ac:spMkLst>
            <pc:docMk/>
            <pc:sldMk cId="0" sldId="368"/>
            <ac:spMk id="7" creationId="{00000000-0000-0000-0000-000000000000}"/>
          </ac:spMkLst>
        </pc:spChg>
        <pc:spChg chg="mod">
          <ac:chgData name="Carey Garback" userId="dc25ffa4-de89-4779-8381-34524c87e417" providerId="ADAL" clId="{6E1D5EB8-13F6-40DF-B512-351F8F358EAF}" dt="2026-03-11T21:09:31.915" v="310" actId="207"/>
          <ac:spMkLst>
            <pc:docMk/>
            <pc:sldMk cId="0" sldId="368"/>
            <ac:spMk id="8" creationId="{00000000-0000-0000-0000-000000000000}"/>
          </ac:spMkLst>
        </pc:spChg>
        <pc:spChg chg="mod ord">
          <ac:chgData name="Carey Garback" userId="dc25ffa4-de89-4779-8381-34524c87e417" providerId="ADAL" clId="{6E1D5EB8-13F6-40DF-B512-351F8F358EAF}" dt="2026-03-11T21:09:39.136" v="312" actId="1076"/>
          <ac:spMkLst>
            <pc:docMk/>
            <pc:sldMk cId="0" sldId="368"/>
            <ac:spMk id="9" creationId="{00000000-0000-0000-0000-000000000000}"/>
          </ac:spMkLst>
        </pc:spChg>
        <pc:spChg chg="mod">
          <ac:chgData name="Carey Garback" userId="dc25ffa4-de89-4779-8381-34524c87e417" providerId="ADAL" clId="{6E1D5EB8-13F6-40DF-B512-351F8F358EAF}" dt="2026-03-11T21:09:31.915" v="310" actId="207"/>
          <ac:spMkLst>
            <pc:docMk/>
            <pc:sldMk cId="0" sldId="368"/>
            <ac:spMk id="10" creationId="{00000000-0000-0000-0000-000000000000}"/>
          </ac:spMkLst>
        </pc:spChg>
        <pc:spChg chg="mod ord">
          <ac:chgData name="Carey Garback" userId="dc25ffa4-de89-4779-8381-34524c87e417" providerId="ADAL" clId="{6E1D5EB8-13F6-40DF-B512-351F8F358EAF}" dt="2026-03-11T21:09:31.915" v="310" actId="207"/>
          <ac:spMkLst>
            <pc:docMk/>
            <pc:sldMk cId="0" sldId="368"/>
            <ac:spMk id="11" creationId="{00000000-0000-0000-0000-000000000000}"/>
          </ac:spMkLst>
        </pc:spChg>
      </pc:sldChg>
      <pc:sldChg chg="modSp mod modClrScheme chgLayout">
        <pc:chgData name="Carey Garback" userId="dc25ffa4-de89-4779-8381-34524c87e417" providerId="ADAL" clId="{6E1D5EB8-13F6-40DF-B512-351F8F358EAF}" dt="2026-03-11T20:57:21.127" v="111" actId="700"/>
        <pc:sldMkLst>
          <pc:docMk/>
          <pc:sldMk cId="0" sldId="369"/>
        </pc:sldMkLst>
        <pc:spChg chg="mod ord">
          <ac:chgData name="Carey Garback" userId="dc25ffa4-de89-4779-8381-34524c87e417" providerId="ADAL" clId="{6E1D5EB8-13F6-40DF-B512-351F8F358EAF}" dt="2026-03-11T20:57:21.127" v="111" actId="700"/>
          <ac:spMkLst>
            <pc:docMk/>
            <pc:sldMk cId="0" sldId="369"/>
            <ac:spMk id="2" creationId="{00000000-0000-0000-0000-000000000000}"/>
          </ac:spMkLst>
        </pc:spChg>
        <pc:spChg chg="mod ord">
          <ac:chgData name="Carey Garback" userId="dc25ffa4-de89-4779-8381-34524c87e417" providerId="ADAL" clId="{6E1D5EB8-13F6-40DF-B512-351F8F358EAF}" dt="2026-03-11T20:57:21.127" v="111" actId="700"/>
          <ac:spMkLst>
            <pc:docMk/>
            <pc:sldMk cId="0" sldId="369"/>
            <ac:spMk id="7" creationId="{00000000-0000-0000-0000-000000000000}"/>
          </ac:spMkLst>
        </pc:spChg>
      </pc:sldChg>
      <pc:sldChg chg="modSp mod modClrScheme chgLayout">
        <pc:chgData name="Carey Garback" userId="dc25ffa4-de89-4779-8381-34524c87e417" providerId="ADAL" clId="{6E1D5EB8-13F6-40DF-B512-351F8F358EAF}" dt="2026-03-11T21:10:00.463" v="314" actId="1076"/>
        <pc:sldMkLst>
          <pc:docMk/>
          <pc:sldMk cId="0" sldId="370"/>
        </pc:sldMkLst>
        <pc:spChg chg="mod ord">
          <ac:chgData name="Carey Garback" userId="dc25ffa4-de89-4779-8381-34524c87e417" providerId="ADAL" clId="{6E1D5EB8-13F6-40DF-B512-351F8F358EAF}" dt="2026-03-11T21:10:00.463" v="314" actId="1076"/>
          <ac:spMkLst>
            <pc:docMk/>
            <pc:sldMk cId="0" sldId="370"/>
            <ac:spMk id="2" creationId="{00000000-0000-0000-0000-000000000000}"/>
          </ac:spMkLst>
        </pc:spChg>
        <pc:spChg chg="mod ord">
          <ac:chgData name="Carey Garback" userId="dc25ffa4-de89-4779-8381-34524c87e417" providerId="ADAL" clId="{6E1D5EB8-13F6-40DF-B512-351F8F358EAF}" dt="2026-03-11T20:57:21.127" v="111" actId="700"/>
          <ac:spMkLst>
            <pc:docMk/>
            <pc:sldMk cId="0" sldId="370"/>
            <ac:spMk id="4" creationId="{00000000-0000-0000-0000-000000000000}"/>
          </ac:spMkLst>
        </pc:spChg>
      </pc:sldChg>
      <pc:sldChg chg="modSp mod modClrScheme chgLayout">
        <pc:chgData name="Carey Garback" userId="dc25ffa4-de89-4779-8381-34524c87e417" providerId="ADAL" clId="{6E1D5EB8-13F6-40DF-B512-351F8F358EAF}" dt="2026-03-11T21:10:08.482" v="315" actId="404"/>
        <pc:sldMkLst>
          <pc:docMk/>
          <pc:sldMk cId="0" sldId="371"/>
        </pc:sldMkLst>
        <pc:spChg chg="mod ord">
          <ac:chgData name="Carey Garback" userId="dc25ffa4-de89-4779-8381-34524c87e417" providerId="ADAL" clId="{6E1D5EB8-13F6-40DF-B512-351F8F358EAF}" dt="2026-03-11T20:57:21.127" v="111" actId="700"/>
          <ac:spMkLst>
            <pc:docMk/>
            <pc:sldMk cId="0" sldId="371"/>
            <ac:spMk id="2" creationId="{00000000-0000-0000-0000-000000000000}"/>
          </ac:spMkLst>
        </pc:spChg>
        <pc:spChg chg="mod">
          <ac:chgData name="Carey Garback" userId="dc25ffa4-de89-4779-8381-34524c87e417" providerId="ADAL" clId="{6E1D5EB8-13F6-40DF-B512-351F8F358EAF}" dt="2026-03-11T21:10:08.482" v="315" actId="404"/>
          <ac:spMkLst>
            <pc:docMk/>
            <pc:sldMk cId="0" sldId="371"/>
            <ac:spMk id="3" creationId="{00000000-0000-0000-0000-000000000000}"/>
          </ac:spMkLst>
        </pc:spChg>
        <pc:spChg chg="mod ord">
          <ac:chgData name="Carey Garback" userId="dc25ffa4-de89-4779-8381-34524c87e417" providerId="ADAL" clId="{6E1D5EB8-13F6-40DF-B512-351F8F358EAF}" dt="2026-03-11T20:57:21.127" v="111" actId="700"/>
          <ac:spMkLst>
            <pc:docMk/>
            <pc:sldMk cId="0" sldId="371"/>
            <ac:spMk id="5" creationId="{00000000-0000-0000-0000-000000000000}"/>
          </ac:spMkLst>
        </pc:spChg>
      </pc:sldChg>
      <pc:sldChg chg="modSp mod modClrScheme chgLayout">
        <pc:chgData name="Carey Garback" userId="dc25ffa4-de89-4779-8381-34524c87e417" providerId="ADAL" clId="{6E1D5EB8-13F6-40DF-B512-351F8F358EAF}" dt="2026-03-11T20:57:21.127" v="111" actId="700"/>
        <pc:sldMkLst>
          <pc:docMk/>
          <pc:sldMk cId="0" sldId="372"/>
        </pc:sldMkLst>
        <pc:spChg chg="mod ord">
          <ac:chgData name="Carey Garback" userId="dc25ffa4-de89-4779-8381-34524c87e417" providerId="ADAL" clId="{6E1D5EB8-13F6-40DF-B512-351F8F358EAF}" dt="2026-03-11T20:57:21.127" v="111" actId="700"/>
          <ac:spMkLst>
            <pc:docMk/>
            <pc:sldMk cId="0" sldId="372"/>
            <ac:spMk id="2" creationId="{00000000-0000-0000-0000-000000000000}"/>
          </ac:spMkLst>
        </pc:spChg>
        <pc:spChg chg="mod ord">
          <ac:chgData name="Carey Garback" userId="dc25ffa4-de89-4779-8381-34524c87e417" providerId="ADAL" clId="{6E1D5EB8-13F6-40DF-B512-351F8F358EAF}" dt="2026-03-11T20:57:21.127" v="111" actId="700"/>
          <ac:spMkLst>
            <pc:docMk/>
            <pc:sldMk cId="0" sldId="372"/>
            <ac:spMk id="5" creationId="{00000000-0000-0000-0000-000000000000}"/>
          </ac:spMkLst>
        </pc:spChg>
      </pc:sldChg>
      <pc:sldChg chg="modSp mod modClrScheme chgLayout">
        <pc:chgData name="Carey Garback" userId="dc25ffa4-de89-4779-8381-34524c87e417" providerId="ADAL" clId="{6E1D5EB8-13F6-40DF-B512-351F8F358EAF}" dt="2026-03-11T20:57:21.127" v="111" actId="700"/>
        <pc:sldMkLst>
          <pc:docMk/>
          <pc:sldMk cId="0" sldId="373"/>
        </pc:sldMkLst>
        <pc:spChg chg="mod ord">
          <ac:chgData name="Carey Garback" userId="dc25ffa4-de89-4779-8381-34524c87e417" providerId="ADAL" clId="{6E1D5EB8-13F6-40DF-B512-351F8F358EAF}" dt="2026-03-11T20:57:21.127" v="111" actId="700"/>
          <ac:spMkLst>
            <pc:docMk/>
            <pc:sldMk cId="0" sldId="373"/>
            <ac:spMk id="2" creationId="{00000000-0000-0000-0000-000000000000}"/>
          </ac:spMkLst>
        </pc:spChg>
        <pc:spChg chg="mod ord">
          <ac:chgData name="Carey Garback" userId="dc25ffa4-de89-4779-8381-34524c87e417" providerId="ADAL" clId="{6E1D5EB8-13F6-40DF-B512-351F8F358EAF}" dt="2026-03-11T20:57:21.127" v="111" actId="700"/>
          <ac:spMkLst>
            <pc:docMk/>
            <pc:sldMk cId="0" sldId="373"/>
            <ac:spMk id="7" creationId="{00000000-0000-0000-0000-000000000000}"/>
          </ac:spMkLst>
        </pc:spChg>
      </pc:sldChg>
      <pc:sldChg chg="modSp mod modClrScheme chgLayout">
        <pc:chgData name="Carey Garback" userId="dc25ffa4-de89-4779-8381-34524c87e417" providerId="ADAL" clId="{6E1D5EB8-13F6-40DF-B512-351F8F358EAF}" dt="2026-03-11T20:57:21.127" v="111" actId="700"/>
        <pc:sldMkLst>
          <pc:docMk/>
          <pc:sldMk cId="0" sldId="374"/>
        </pc:sldMkLst>
        <pc:spChg chg="mod ord">
          <ac:chgData name="Carey Garback" userId="dc25ffa4-de89-4779-8381-34524c87e417" providerId="ADAL" clId="{6E1D5EB8-13F6-40DF-B512-351F8F358EAF}" dt="2026-03-11T20:57:21.127" v="111" actId="700"/>
          <ac:spMkLst>
            <pc:docMk/>
            <pc:sldMk cId="0" sldId="374"/>
            <ac:spMk id="2" creationId="{00000000-0000-0000-0000-000000000000}"/>
          </ac:spMkLst>
        </pc:spChg>
        <pc:spChg chg="mod ord">
          <ac:chgData name="Carey Garback" userId="dc25ffa4-de89-4779-8381-34524c87e417" providerId="ADAL" clId="{6E1D5EB8-13F6-40DF-B512-351F8F358EAF}" dt="2026-03-11T20:57:21.127" v="111" actId="700"/>
          <ac:spMkLst>
            <pc:docMk/>
            <pc:sldMk cId="0" sldId="374"/>
            <ac:spMk id="5" creationId="{00000000-0000-0000-0000-000000000000}"/>
          </ac:spMkLst>
        </pc:spChg>
      </pc:sldChg>
      <pc:sldChg chg="modSp mod modClrScheme chgLayout">
        <pc:chgData name="Carey Garback" userId="dc25ffa4-de89-4779-8381-34524c87e417" providerId="ADAL" clId="{6E1D5EB8-13F6-40DF-B512-351F8F358EAF}" dt="2026-03-11T20:57:21.127" v="111" actId="700"/>
        <pc:sldMkLst>
          <pc:docMk/>
          <pc:sldMk cId="0" sldId="382"/>
        </pc:sldMkLst>
        <pc:spChg chg="mod ord">
          <ac:chgData name="Carey Garback" userId="dc25ffa4-de89-4779-8381-34524c87e417" providerId="ADAL" clId="{6E1D5EB8-13F6-40DF-B512-351F8F358EAF}" dt="2026-03-11T20:57:21.127" v="111" actId="700"/>
          <ac:spMkLst>
            <pc:docMk/>
            <pc:sldMk cId="0" sldId="382"/>
            <ac:spMk id="5" creationId="{00000000-0000-0000-0000-000000000000}"/>
          </ac:spMkLst>
        </pc:spChg>
        <pc:spChg chg="mod ord">
          <ac:chgData name="Carey Garback" userId="dc25ffa4-de89-4779-8381-34524c87e417" providerId="ADAL" clId="{6E1D5EB8-13F6-40DF-B512-351F8F358EAF}" dt="2026-03-11T20:57:21.127" v="111" actId="700"/>
          <ac:spMkLst>
            <pc:docMk/>
            <pc:sldMk cId="0" sldId="382"/>
            <ac:spMk id="7" creationId="{00000000-0000-0000-0000-000000000000}"/>
          </ac:spMkLst>
        </pc:spChg>
      </pc:sldChg>
      <pc:sldChg chg="modSp mod modClrScheme chgLayout">
        <pc:chgData name="Carey Garback" userId="dc25ffa4-de89-4779-8381-34524c87e417" providerId="ADAL" clId="{6E1D5EB8-13F6-40DF-B512-351F8F358EAF}" dt="2026-03-11T20:57:21.127" v="111" actId="700"/>
        <pc:sldMkLst>
          <pc:docMk/>
          <pc:sldMk cId="0" sldId="383"/>
        </pc:sldMkLst>
        <pc:spChg chg="mod ord">
          <ac:chgData name="Carey Garback" userId="dc25ffa4-de89-4779-8381-34524c87e417" providerId="ADAL" clId="{6E1D5EB8-13F6-40DF-B512-351F8F358EAF}" dt="2026-03-11T20:57:21.127" v="111" actId="700"/>
          <ac:spMkLst>
            <pc:docMk/>
            <pc:sldMk cId="0" sldId="383"/>
            <ac:spMk id="5" creationId="{00000000-0000-0000-0000-000000000000}"/>
          </ac:spMkLst>
        </pc:spChg>
        <pc:spChg chg="mod ord">
          <ac:chgData name="Carey Garback" userId="dc25ffa4-de89-4779-8381-34524c87e417" providerId="ADAL" clId="{6E1D5EB8-13F6-40DF-B512-351F8F358EAF}" dt="2026-03-11T20:57:21.127" v="111" actId="700"/>
          <ac:spMkLst>
            <pc:docMk/>
            <pc:sldMk cId="0" sldId="383"/>
            <ac:spMk id="7" creationId="{00000000-0000-0000-0000-000000000000}"/>
          </ac:spMkLst>
        </pc:spChg>
      </pc:sldChg>
      <pc:sldChg chg="modSp mod modClrScheme chgLayout">
        <pc:chgData name="Carey Garback" userId="dc25ffa4-de89-4779-8381-34524c87e417" providerId="ADAL" clId="{6E1D5EB8-13F6-40DF-B512-351F8F358EAF}" dt="2026-03-11T20:57:21.127" v="111" actId="700"/>
        <pc:sldMkLst>
          <pc:docMk/>
          <pc:sldMk cId="0" sldId="384"/>
        </pc:sldMkLst>
        <pc:spChg chg="mod ord">
          <ac:chgData name="Carey Garback" userId="dc25ffa4-de89-4779-8381-34524c87e417" providerId="ADAL" clId="{6E1D5EB8-13F6-40DF-B512-351F8F358EAF}" dt="2026-03-11T20:57:21.127" v="111" actId="700"/>
          <ac:spMkLst>
            <pc:docMk/>
            <pc:sldMk cId="0" sldId="384"/>
            <ac:spMk id="4" creationId="{00000000-0000-0000-0000-000000000000}"/>
          </ac:spMkLst>
        </pc:spChg>
        <pc:spChg chg="mod ord">
          <ac:chgData name="Carey Garback" userId="dc25ffa4-de89-4779-8381-34524c87e417" providerId="ADAL" clId="{6E1D5EB8-13F6-40DF-B512-351F8F358EAF}" dt="2026-03-11T20:57:21.127" v="111" actId="700"/>
          <ac:spMkLst>
            <pc:docMk/>
            <pc:sldMk cId="0" sldId="384"/>
            <ac:spMk id="7" creationId="{00000000-0000-0000-0000-000000000000}"/>
          </ac:spMkLst>
        </pc:spChg>
      </pc:sldChg>
      <pc:sldChg chg="modSp mod modClrScheme chgLayout">
        <pc:chgData name="Carey Garback" userId="dc25ffa4-de89-4779-8381-34524c87e417" providerId="ADAL" clId="{6E1D5EB8-13F6-40DF-B512-351F8F358EAF}" dt="2026-03-11T21:10:34.473" v="316" actId="14100"/>
        <pc:sldMkLst>
          <pc:docMk/>
          <pc:sldMk cId="0" sldId="385"/>
        </pc:sldMkLst>
        <pc:spChg chg="mod ord">
          <ac:chgData name="Carey Garback" userId="dc25ffa4-de89-4779-8381-34524c87e417" providerId="ADAL" clId="{6E1D5EB8-13F6-40DF-B512-351F8F358EAF}" dt="2026-03-11T20:57:21.127" v="111" actId="700"/>
          <ac:spMkLst>
            <pc:docMk/>
            <pc:sldMk cId="0" sldId="385"/>
            <ac:spMk id="7" creationId="{00000000-0000-0000-0000-000000000000}"/>
          </ac:spMkLst>
        </pc:spChg>
        <pc:grpChg chg="mod">
          <ac:chgData name="Carey Garback" userId="dc25ffa4-de89-4779-8381-34524c87e417" providerId="ADAL" clId="{6E1D5EB8-13F6-40DF-B512-351F8F358EAF}" dt="2026-03-11T21:10:34.473" v="316" actId="14100"/>
          <ac:grpSpMkLst>
            <pc:docMk/>
            <pc:sldMk cId="0" sldId="385"/>
            <ac:grpSpMk id="4" creationId="{00000000-0000-0000-0000-000000000000}"/>
          </ac:grpSpMkLst>
        </pc:grpChg>
      </pc:sldChg>
      <pc:sldChg chg="modSp mod modClrScheme chgLayout">
        <pc:chgData name="Carey Garback" userId="dc25ffa4-de89-4779-8381-34524c87e417" providerId="ADAL" clId="{6E1D5EB8-13F6-40DF-B512-351F8F358EAF}" dt="2026-03-11T21:10:41.577" v="317" actId="1076"/>
        <pc:sldMkLst>
          <pc:docMk/>
          <pc:sldMk cId="0" sldId="386"/>
        </pc:sldMkLst>
        <pc:spChg chg="mod ord">
          <ac:chgData name="Carey Garback" userId="dc25ffa4-de89-4779-8381-34524c87e417" providerId="ADAL" clId="{6E1D5EB8-13F6-40DF-B512-351F8F358EAF}" dt="2026-03-11T20:57:21.127" v="111" actId="700"/>
          <ac:spMkLst>
            <pc:docMk/>
            <pc:sldMk cId="0" sldId="386"/>
            <ac:spMk id="2" creationId="{00000000-0000-0000-0000-000000000000}"/>
          </ac:spMkLst>
        </pc:spChg>
        <pc:spChg chg="mod ord">
          <ac:chgData name="Carey Garback" userId="dc25ffa4-de89-4779-8381-34524c87e417" providerId="ADAL" clId="{6E1D5EB8-13F6-40DF-B512-351F8F358EAF}" dt="2026-03-11T20:57:21.127" v="111" actId="700"/>
          <ac:spMkLst>
            <pc:docMk/>
            <pc:sldMk cId="0" sldId="386"/>
            <ac:spMk id="6" creationId="{00000000-0000-0000-0000-000000000000}"/>
          </ac:spMkLst>
        </pc:spChg>
        <pc:grpChg chg="mod">
          <ac:chgData name="Carey Garback" userId="dc25ffa4-de89-4779-8381-34524c87e417" providerId="ADAL" clId="{6E1D5EB8-13F6-40DF-B512-351F8F358EAF}" dt="2026-03-11T21:10:41.577" v="317" actId="1076"/>
          <ac:grpSpMkLst>
            <pc:docMk/>
            <pc:sldMk cId="0" sldId="386"/>
            <ac:grpSpMk id="3" creationId="{00000000-0000-0000-0000-000000000000}"/>
          </ac:grpSpMkLst>
        </pc:grpChg>
      </pc:sldChg>
      <pc:sldChg chg="modSp mod modClrScheme chgLayout">
        <pc:chgData name="Carey Garback" userId="dc25ffa4-de89-4779-8381-34524c87e417" providerId="ADAL" clId="{6E1D5EB8-13F6-40DF-B512-351F8F358EAF}" dt="2026-03-11T20:57:21.127" v="111" actId="700"/>
        <pc:sldMkLst>
          <pc:docMk/>
          <pc:sldMk cId="0" sldId="387"/>
        </pc:sldMkLst>
        <pc:spChg chg="mod ord">
          <ac:chgData name="Carey Garback" userId="dc25ffa4-de89-4779-8381-34524c87e417" providerId="ADAL" clId="{6E1D5EB8-13F6-40DF-B512-351F8F358EAF}" dt="2026-03-11T20:57:21.127" v="111" actId="700"/>
          <ac:spMkLst>
            <pc:docMk/>
            <pc:sldMk cId="0" sldId="387"/>
            <ac:spMk id="7" creationId="{00000000-0000-0000-0000-000000000000}"/>
          </ac:spMkLst>
        </pc:spChg>
      </pc:sldChg>
      <pc:sldChg chg="modSp mod modClrScheme chgLayout">
        <pc:chgData name="Carey Garback" userId="dc25ffa4-de89-4779-8381-34524c87e417" providerId="ADAL" clId="{6E1D5EB8-13F6-40DF-B512-351F8F358EAF}" dt="2026-03-11T20:57:21.127" v="111" actId="700"/>
        <pc:sldMkLst>
          <pc:docMk/>
          <pc:sldMk cId="0" sldId="388"/>
        </pc:sldMkLst>
        <pc:spChg chg="mod ord">
          <ac:chgData name="Carey Garback" userId="dc25ffa4-de89-4779-8381-34524c87e417" providerId="ADAL" clId="{6E1D5EB8-13F6-40DF-B512-351F8F358EAF}" dt="2026-03-11T20:57:21.127" v="111" actId="700"/>
          <ac:spMkLst>
            <pc:docMk/>
            <pc:sldMk cId="0" sldId="388"/>
            <ac:spMk id="7" creationId="{00000000-0000-0000-0000-000000000000}"/>
          </ac:spMkLst>
        </pc:spChg>
      </pc:sldChg>
      <pc:sldChg chg="modSp mod modClrScheme chgLayout">
        <pc:chgData name="Carey Garback" userId="dc25ffa4-de89-4779-8381-34524c87e417" providerId="ADAL" clId="{6E1D5EB8-13F6-40DF-B512-351F8F358EAF}" dt="2026-03-11T21:10:54.298" v="319" actId="1076"/>
        <pc:sldMkLst>
          <pc:docMk/>
          <pc:sldMk cId="0" sldId="389"/>
        </pc:sldMkLst>
        <pc:spChg chg="mod ord">
          <ac:chgData name="Carey Garback" userId="dc25ffa4-de89-4779-8381-34524c87e417" providerId="ADAL" clId="{6E1D5EB8-13F6-40DF-B512-351F8F358EAF}" dt="2026-03-11T21:10:54.298" v="319" actId="1076"/>
          <ac:spMkLst>
            <pc:docMk/>
            <pc:sldMk cId="0" sldId="389"/>
            <ac:spMk id="2" creationId="{00000000-0000-0000-0000-000000000000}"/>
          </ac:spMkLst>
        </pc:spChg>
        <pc:spChg chg="mod ord">
          <ac:chgData name="Carey Garback" userId="dc25ffa4-de89-4779-8381-34524c87e417" providerId="ADAL" clId="{6E1D5EB8-13F6-40DF-B512-351F8F358EAF}" dt="2026-03-11T20:57:21.127" v="111" actId="700"/>
          <ac:spMkLst>
            <pc:docMk/>
            <pc:sldMk cId="0" sldId="389"/>
            <ac:spMk id="6" creationId="{00000000-0000-0000-0000-000000000000}"/>
          </ac:spMkLst>
        </pc:spChg>
      </pc:sldChg>
      <pc:sldChg chg="modSp mod modClrScheme chgLayout">
        <pc:chgData name="Carey Garback" userId="dc25ffa4-de89-4779-8381-34524c87e417" providerId="ADAL" clId="{6E1D5EB8-13F6-40DF-B512-351F8F358EAF}" dt="2026-03-11T21:11:03.377" v="321" actId="1076"/>
        <pc:sldMkLst>
          <pc:docMk/>
          <pc:sldMk cId="0" sldId="390"/>
        </pc:sldMkLst>
        <pc:spChg chg="mod ord">
          <ac:chgData name="Carey Garback" userId="dc25ffa4-de89-4779-8381-34524c87e417" providerId="ADAL" clId="{6E1D5EB8-13F6-40DF-B512-351F8F358EAF}" dt="2026-03-11T21:11:03.377" v="321" actId="1076"/>
          <ac:spMkLst>
            <pc:docMk/>
            <pc:sldMk cId="0" sldId="390"/>
            <ac:spMk id="2" creationId="{00000000-0000-0000-0000-000000000000}"/>
          </ac:spMkLst>
        </pc:spChg>
        <pc:spChg chg="mod ord">
          <ac:chgData name="Carey Garback" userId="dc25ffa4-de89-4779-8381-34524c87e417" providerId="ADAL" clId="{6E1D5EB8-13F6-40DF-B512-351F8F358EAF}" dt="2026-03-11T20:57:21.127" v="111" actId="700"/>
          <ac:spMkLst>
            <pc:docMk/>
            <pc:sldMk cId="0" sldId="390"/>
            <ac:spMk id="4" creationId="{00000000-0000-0000-0000-000000000000}"/>
          </ac:spMkLst>
        </pc:spChg>
      </pc:sldChg>
      <pc:sldChg chg="modSp mod modClrScheme chgLayout">
        <pc:chgData name="Carey Garback" userId="dc25ffa4-de89-4779-8381-34524c87e417" providerId="ADAL" clId="{6E1D5EB8-13F6-40DF-B512-351F8F358EAF}" dt="2026-03-11T21:11:36.943" v="329" actId="1076"/>
        <pc:sldMkLst>
          <pc:docMk/>
          <pc:sldMk cId="0" sldId="391"/>
        </pc:sldMkLst>
        <pc:spChg chg="mod ord">
          <ac:chgData name="Carey Garback" userId="dc25ffa4-de89-4779-8381-34524c87e417" providerId="ADAL" clId="{6E1D5EB8-13F6-40DF-B512-351F8F358EAF}" dt="2026-03-11T21:11:36.943" v="329" actId="1076"/>
          <ac:spMkLst>
            <pc:docMk/>
            <pc:sldMk cId="0" sldId="391"/>
            <ac:spMk id="7" creationId="{00000000-0000-0000-0000-000000000000}"/>
          </ac:spMkLst>
        </pc:spChg>
        <pc:spChg chg="mod ord">
          <ac:chgData name="Carey Garback" userId="dc25ffa4-de89-4779-8381-34524c87e417" providerId="ADAL" clId="{6E1D5EB8-13F6-40DF-B512-351F8F358EAF}" dt="2026-03-11T20:57:21.127" v="111" actId="700"/>
          <ac:spMkLst>
            <pc:docMk/>
            <pc:sldMk cId="0" sldId="391"/>
            <ac:spMk id="10" creationId="{00000000-0000-0000-0000-000000000000}"/>
          </ac:spMkLst>
        </pc:spChg>
      </pc:sldChg>
      <pc:sldChg chg="modSp mod modClrScheme chgLayout">
        <pc:chgData name="Carey Garback" userId="dc25ffa4-de89-4779-8381-34524c87e417" providerId="ADAL" clId="{6E1D5EB8-13F6-40DF-B512-351F8F358EAF}" dt="2026-03-11T21:11:44.411" v="331" actId="1076"/>
        <pc:sldMkLst>
          <pc:docMk/>
          <pc:sldMk cId="0" sldId="392"/>
        </pc:sldMkLst>
        <pc:spChg chg="mod ord">
          <ac:chgData name="Carey Garback" userId="dc25ffa4-de89-4779-8381-34524c87e417" providerId="ADAL" clId="{6E1D5EB8-13F6-40DF-B512-351F8F358EAF}" dt="2026-03-11T21:11:44.411" v="331" actId="1076"/>
          <ac:spMkLst>
            <pc:docMk/>
            <pc:sldMk cId="0" sldId="392"/>
            <ac:spMk id="7" creationId="{00000000-0000-0000-0000-000000000000}"/>
          </ac:spMkLst>
        </pc:spChg>
        <pc:spChg chg="mod ord">
          <ac:chgData name="Carey Garback" userId="dc25ffa4-de89-4779-8381-34524c87e417" providerId="ADAL" clId="{6E1D5EB8-13F6-40DF-B512-351F8F358EAF}" dt="2026-03-11T20:57:21.127" v="111" actId="700"/>
          <ac:spMkLst>
            <pc:docMk/>
            <pc:sldMk cId="0" sldId="392"/>
            <ac:spMk id="10" creationId="{00000000-0000-0000-0000-000000000000}"/>
          </ac:spMkLst>
        </pc:spChg>
      </pc:sldChg>
      <pc:sldChg chg="modSp mod modClrScheme chgLayout">
        <pc:chgData name="Carey Garback" userId="dc25ffa4-de89-4779-8381-34524c87e417" providerId="ADAL" clId="{6E1D5EB8-13F6-40DF-B512-351F8F358EAF}" dt="2026-03-11T21:11:51.379" v="333" actId="1076"/>
        <pc:sldMkLst>
          <pc:docMk/>
          <pc:sldMk cId="0" sldId="393"/>
        </pc:sldMkLst>
        <pc:spChg chg="mod ord">
          <ac:chgData name="Carey Garback" userId="dc25ffa4-de89-4779-8381-34524c87e417" providerId="ADAL" clId="{6E1D5EB8-13F6-40DF-B512-351F8F358EAF}" dt="2026-03-11T21:11:51.379" v="333" actId="1076"/>
          <ac:spMkLst>
            <pc:docMk/>
            <pc:sldMk cId="0" sldId="393"/>
            <ac:spMk id="7" creationId="{00000000-0000-0000-0000-000000000000}"/>
          </ac:spMkLst>
        </pc:spChg>
        <pc:spChg chg="mod ord">
          <ac:chgData name="Carey Garback" userId="dc25ffa4-de89-4779-8381-34524c87e417" providerId="ADAL" clId="{6E1D5EB8-13F6-40DF-B512-351F8F358EAF}" dt="2026-03-11T20:57:21.127" v="111" actId="700"/>
          <ac:spMkLst>
            <pc:docMk/>
            <pc:sldMk cId="0" sldId="393"/>
            <ac:spMk id="10" creationId="{00000000-0000-0000-0000-000000000000}"/>
          </ac:spMkLst>
        </pc:spChg>
      </pc:sldChg>
      <pc:sldChg chg="modSp mod modClrScheme chgLayout">
        <pc:chgData name="Carey Garback" userId="dc25ffa4-de89-4779-8381-34524c87e417" providerId="ADAL" clId="{6E1D5EB8-13F6-40DF-B512-351F8F358EAF}" dt="2026-03-11T21:11:58.779" v="335" actId="1076"/>
        <pc:sldMkLst>
          <pc:docMk/>
          <pc:sldMk cId="0" sldId="394"/>
        </pc:sldMkLst>
        <pc:spChg chg="mod ord">
          <ac:chgData name="Carey Garback" userId="dc25ffa4-de89-4779-8381-34524c87e417" providerId="ADAL" clId="{6E1D5EB8-13F6-40DF-B512-351F8F358EAF}" dt="2026-03-11T21:11:58.779" v="335" actId="1076"/>
          <ac:spMkLst>
            <pc:docMk/>
            <pc:sldMk cId="0" sldId="394"/>
            <ac:spMk id="8" creationId="{00000000-0000-0000-0000-000000000000}"/>
          </ac:spMkLst>
        </pc:spChg>
        <pc:spChg chg="mod ord">
          <ac:chgData name="Carey Garback" userId="dc25ffa4-de89-4779-8381-34524c87e417" providerId="ADAL" clId="{6E1D5EB8-13F6-40DF-B512-351F8F358EAF}" dt="2026-03-11T20:57:21.127" v="111" actId="700"/>
          <ac:spMkLst>
            <pc:docMk/>
            <pc:sldMk cId="0" sldId="394"/>
            <ac:spMk id="11" creationId="{00000000-0000-0000-0000-000000000000}"/>
          </ac:spMkLst>
        </pc:spChg>
      </pc:sldChg>
      <pc:sldChg chg="delSp modSp mod modClrScheme chgLayout">
        <pc:chgData name="Carey Garback" userId="dc25ffa4-de89-4779-8381-34524c87e417" providerId="ADAL" clId="{6E1D5EB8-13F6-40DF-B512-351F8F358EAF}" dt="2026-03-11T21:12:13.763" v="364" actId="1035"/>
        <pc:sldMkLst>
          <pc:docMk/>
          <pc:sldMk cId="0" sldId="395"/>
        </pc:sldMkLst>
        <pc:spChg chg="del">
          <ac:chgData name="Carey Garback" userId="dc25ffa4-de89-4779-8381-34524c87e417" providerId="ADAL" clId="{6E1D5EB8-13F6-40DF-B512-351F8F358EAF}" dt="2026-03-11T21:12:02.808" v="336" actId="478"/>
          <ac:spMkLst>
            <pc:docMk/>
            <pc:sldMk cId="0" sldId="395"/>
            <ac:spMk id="2" creationId="{00000000-0000-0000-0000-000000000000}"/>
          </ac:spMkLst>
        </pc:spChg>
        <pc:spChg chg="mod">
          <ac:chgData name="Carey Garback" userId="dc25ffa4-de89-4779-8381-34524c87e417" providerId="ADAL" clId="{6E1D5EB8-13F6-40DF-B512-351F8F358EAF}" dt="2026-03-11T21:12:06.097" v="337" actId="207"/>
          <ac:spMkLst>
            <pc:docMk/>
            <pc:sldMk cId="0" sldId="395"/>
            <ac:spMk id="4" creationId="{00000000-0000-0000-0000-000000000000}"/>
          </ac:spMkLst>
        </pc:spChg>
        <pc:spChg chg="mod">
          <ac:chgData name="Carey Garback" userId="dc25ffa4-de89-4779-8381-34524c87e417" providerId="ADAL" clId="{6E1D5EB8-13F6-40DF-B512-351F8F358EAF}" dt="2026-03-11T21:12:06.097" v="337" actId="207"/>
          <ac:spMkLst>
            <pc:docMk/>
            <pc:sldMk cId="0" sldId="395"/>
            <ac:spMk id="5" creationId="{00000000-0000-0000-0000-000000000000}"/>
          </ac:spMkLst>
        </pc:spChg>
        <pc:spChg chg="mod">
          <ac:chgData name="Carey Garback" userId="dc25ffa4-de89-4779-8381-34524c87e417" providerId="ADAL" clId="{6E1D5EB8-13F6-40DF-B512-351F8F358EAF}" dt="2026-03-11T21:12:06.097" v="337" actId="207"/>
          <ac:spMkLst>
            <pc:docMk/>
            <pc:sldMk cId="0" sldId="395"/>
            <ac:spMk id="6" creationId="{00000000-0000-0000-0000-000000000000}"/>
          </ac:spMkLst>
        </pc:spChg>
        <pc:spChg chg="mod">
          <ac:chgData name="Carey Garback" userId="dc25ffa4-de89-4779-8381-34524c87e417" providerId="ADAL" clId="{6E1D5EB8-13F6-40DF-B512-351F8F358EAF}" dt="2026-03-11T21:12:06.097" v="337" actId="207"/>
          <ac:spMkLst>
            <pc:docMk/>
            <pc:sldMk cId="0" sldId="395"/>
            <ac:spMk id="7" creationId="{00000000-0000-0000-0000-000000000000}"/>
          </ac:spMkLst>
        </pc:spChg>
        <pc:spChg chg="mod ord">
          <ac:chgData name="Carey Garback" userId="dc25ffa4-de89-4779-8381-34524c87e417" providerId="ADAL" clId="{6E1D5EB8-13F6-40DF-B512-351F8F358EAF}" dt="2026-03-11T21:12:13.763" v="364" actId="1035"/>
          <ac:spMkLst>
            <pc:docMk/>
            <pc:sldMk cId="0" sldId="395"/>
            <ac:spMk id="8" creationId="{00000000-0000-0000-0000-000000000000}"/>
          </ac:spMkLst>
        </pc:spChg>
        <pc:spChg chg="mod">
          <ac:chgData name="Carey Garback" userId="dc25ffa4-de89-4779-8381-34524c87e417" providerId="ADAL" clId="{6E1D5EB8-13F6-40DF-B512-351F8F358EAF}" dt="2026-03-11T21:12:06.097" v="337" actId="207"/>
          <ac:spMkLst>
            <pc:docMk/>
            <pc:sldMk cId="0" sldId="395"/>
            <ac:spMk id="9" creationId="{00000000-0000-0000-0000-000000000000}"/>
          </ac:spMkLst>
        </pc:spChg>
        <pc:spChg chg="mod ord">
          <ac:chgData name="Carey Garback" userId="dc25ffa4-de89-4779-8381-34524c87e417" providerId="ADAL" clId="{6E1D5EB8-13F6-40DF-B512-351F8F358EAF}" dt="2026-03-11T21:12:06.097" v="337" actId="207"/>
          <ac:spMkLst>
            <pc:docMk/>
            <pc:sldMk cId="0" sldId="395"/>
            <ac:spMk id="10" creationId="{00000000-0000-0000-0000-000000000000}"/>
          </ac:spMkLst>
        </pc:spChg>
        <pc:spChg chg="mod">
          <ac:chgData name="Carey Garback" userId="dc25ffa4-de89-4779-8381-34524c87e417" providerId="ADAL" clId="{6E1D5EB8-13F6-40DF-B512-351F8F358EAF}" dt="2026-03-11T21:12:06.097" v="337" actId="207"/>
          <ac:spMkLst>
            <pc:docMk/>
            <pc:sldMk cId="0" sldId="395"/>
            <ac:spMk id="11" creationId="{00000000-0000-0000-0000-000000000000}"/>
          </ac:spMkLst>
        </pc:spChg>
      </pc:sldChg>
      <pc:sldChg chg="modSp mod modClrScheme chgLayout">
        <pc:chgData name="Carey Garback" userId="dc25ffa4-de89-4779-8381-34524c87e417" providerId="ADAL" clId="{6E1D5EB8-13F6-40DF-B512-351F8F358EAF}" dt="2026-03-11T20:57:21.127" v="111" actId="700"/>
        <pc:sldMkLst>
          <pc:docMk/>
          <pc:sldMk cId="0" sldId="396"/>
        </pc:sldMkLst>
        <pc:spChg chg="mod ord">
          <ac:chgData name="Carey Garback" userId="dc25ffa4-de89-4779-8381-34524c87e417" providerId="ADAL" clId="{6E1D5EB8-13F6-40DF-B512-351F8F358EAF}" dt="2026-03-11T20:57:21.127" v="111" actId="700"/>
          <ac:spMkLst>
            <pc:docMk/>
            <pc:sldMk cId="0" sldId="396"/>
            <ac:spMk id="7" creationId="{00000000-0000-0000-0000-000000000000}"/>
          </ac:spMkLst>
        </pc:spChg>
        <pc:spChg chg="mod ord">
          <ac:chgData name="Carey Garback" userId="dc25ffa4-de89-4779-8381-34524c87e417" providerId="ADAL" clId="{6E1D5EB8-13F6-40DF-B512-351F8F358EAF}" dt="2026-03-11T20:57:21.127" v="111" actId="700"/>
          <ac:spMkLst>
            <pc:docMk/>
            <pc:sldMk cId="0" sldId="396"/>
            <ac:spMk id="15" creationId="{00000000-0000-0000-0000-000000000000}"/>
          </ac:spMkLst>
        </pc:spChg>
      </pc:sldChg>
      <pc:sldChg chg="modSp mod modClrScheme chgLayout">
        <pc:chgData name="Carey Garback" userId="dc25ffa4-de89-4779-8381-34524c87e417" providerId="ADAL" clId="{6E1D5EB8-13F6-40DF-B512-351F8F358EAF}" dt="2026-03-11T21:13:28.199" v="380" actId="1076"/>
        <pc:sldMkLst>
          <pc:docMk/>
          <pc:sldMk cId="0" sldId="397"/>
        </pc:sldMkLst>
        <pc:spChg chg="mod ord">
          <ac:chgData name="Carey Garback" userId="dc25ffa4-de89-4779-8381-34524c87e417" providerId="ADAL" clId="{6E1D5EB8-13F6-40DF-B512-351F8F358EAF}" dt="2026-03-11T21:13:28.199" v="380" actId="1076"/>
          <ac:spMkLst>
            <pc:docMk/>
            <pc:sldMk cId="0" sldId="397"/>
            <ac:spMk id="9" creationId="{00000000-0000-0000-0000-000000000000}"/>
          </ac:spMkLst>
        </pc:spChg>
        <pc:spChg chg="mod ord">
          <ac:chgData name="Carey Garback" userId="dc25ffa4-de89-4779-8381-34524c87e417" providerId="ADAL" clId="{6E1D5EB8-13F6-40DF-B512-351F8F358EAF}" dt="2026-03-11T20:57:21.127" v="111" actId="700"/>
          <ac:spMkLst>
            <pc:docMk/>
            <pc:sldMk cId="0" sldId="397"/>
            <ac:spMk id="11" creationId="{00000000-0000-0000-0000-000000000000}"/>
          </ac:spMkLst>
        </pc:spChg>
      </pc:sldChg>
      <pc:sldChg chg="modSp mod modClrScheme chgLayout">
        <pc:chgData name="Carey Garback" userId="dc25ffa4-de89-4779-8381-34524c87e417" providerId="ADAL" clId="{6E1D5EB8-13F6-40DF-B512-351F8F358EAF}" dt="2026-03-11T21:13:17.096" v="377" actId="1076"/>
        <pc:sldMkLst>
          <pc:docMk/>
          <pc:sldMk cId="0" sldId="398"/>
        </pc:sldMkLst>
        <pc:spChg chg="mod ord">
          <ac:chgData name="Carey Garback" userId="dc25ffa4-de89-4779-8381-34524c87e417" providerId="ADAL" clId="{6E1D5EB8-13F6-40DF-B512-351F8F358EAF}" dt="2026-03-11T21:13:17.096" v="377" actId="1076"/>
          <ac:spMkLst>
            <pc:docMk/>
            <pc:sldMk cId="0" sldId="398"/>
            <ac:spMk id="9" creationId="{00000000-0000-0000-0000-000000000000}"/>
          </ac:spMkLst>
        </pc:spChg>
        <pc:spChg chg="mod ord">
          <ac:chgData name="Carey Garback" userId="dc25ffa4-de89-4779-8381-34524c87e417" providerId="ADAL" clId="{6E1D5EB8-13F6-40DF-B512-351F8F358EAF}" dt="2026-03-11T20:57:21.127" v="111" actId="700"/>
          <ac:spMkLst>
            <pc:docMk/>
            <pc:sldMk cId="0" sldId="398"/>
            <ac:spMk id="11" creationId="{00000000-0000-0000-0000-000000000000}"/>
          </ac:spMkLst>
        </pc:spChg>
      </pc:sldChg>
      <pc:sldChg chg="delSp modSp mod modClrScheme chgLayout">
        <pc:chgData name="Carey Garback" userId="dc25ffa4-de89-4779-8381-34524c87e417" providerId="ADAL" clId="{6E1D5EB8-13F6-40DF-B512-351F8F358EAF}" dt="2026-03-11T21:14:06.161" v="384" actId="1076"/>
        <pc:sldMkLst>
          <pc:docMk/>
          <pc:sldMk cId="0" sldId="399"/>
        </pc:sldMkLst>
        <pc:spChg chg="del">
          <ac:chgData name="Carey Garback" userId="dc25ffa4-de89-4779-8381-34524c87e417" providerId="ADAL" clId="{6E1D5EB8-13F6-40DF-B512-351F8F358EAF}" dt="2026-03-11T21:13:38.722" v="381" actId="478"/>
          <ac:spMkLst>
            <pc:docMk/>
            <pc:sldMk cId="0" sldId="399"/>
            <ac:spMk id="2" creationId="{00000000-0000-0000-0000-000000000000}"/>
          </ac:spMkLst>
        </pc:spChg>
        <pc:spChg chg="mod">
          <ac:chgData name="Carey Garback" userId="dc25ffa4-de89-4779-8381-34524c87e417" providerId="ADAL" clId="{6E1D5EB8-13F6-40DF-B512-351F8F358EAF}" dt="2026-03-11T21:14:02.665" v="383" actId="207"/>
          <ac:spMkLst>
            <pc:docMk/>
            <pc:sldMk cId="0" sldId="399"/>
            <ac:spMk id="4" creationId="{00000000-0000-0000-0000-000000000000}"/>
          </ac:spMkLst>
        </pc:spChg>
        <pc:spChg chg="mod">
          <ac:chgData name="Carey Garback" userId="dc25ffa4-de89-4779-8381-34524c87e417" providerId="ADAL" clId="{6E1D5EB8-13F6-40DF-B512-351F8F358EAF}" dt="2026-03-11T21:14:02.665" v="383" actId="207"/>
          <ac:spMkLst>
            <pc:docMk/>
            <pc:sldMk cId="0" sldId="399"/>
            <ac:spMk id="5" creationId="{00000000-0000-0000-0000-000000000000}"/>
          </ac:spMkLst>
        </pc:spChg>
        <pc:spChg chg="mod">
          <ac:chgData name="Carey Garback" userId="dc25ffa4-de89-4779-8381-34524c87e417" providerId="ADAL" clId="{6E1D5EB8-13F6-40DF-B512-351F8F358EAF}" dt="2026-03-11T21:14:02.665" v="383" actId="207"/>
          <ac:spMkLst>
            <pc:docMk/>
            <pc:sldMk cId="0" sldId="399"/>
            <ac:spMk id="6" creationId="{00000000-0000-0000-0000-000000000000}"/>
          </ac:spMkLst>
        </pc:spChg>
        <pc:spChg chg="mod">
          <ac:chgData name="Carey Garback" userId="dc25ffa4-de89-4779-8381-34524c87e417" providerId="ADAL" clId="{6E1D5EB8-13F6-40DF-B512-351F8F358EAF}" dt="2026-03-11T21:14:02.665" v="383" actId="207"/>
          <ac:spMkLst>
            <pc:docMk/>
            <pc:sldMk cId="0" sldId="399"/>
            <ac:spMk id="7" creationId="{00000000-0000-0000-0000-000000000000}"/>
          </ac:spMkLst>
        </pc:spChg>
        <pc:spChg chg="mod ord">
          <ac:chgData name="Carey Garback" userId="dc25ffa4-de89-4779-8381-34524c87e417" providerId="ADAL" clId="{6E1D5EB8-13F6-40DF-B512-351F8F358EAF}" dt="2026-03-11T21:14:06.161" v="384" actId="1076"/>
          <ac:spMkLst>
            <pc:docMk/>
            <pc:sldMk cId="0" sldId="399"/>
            <ac:spMk id="8" creationId="{00000000-0000-0000-0000-000000000000}"/>
          </ac:spMkLst>
        </pc:spChg>
        <pc:spChg chg="mod">
          <ac:chgData name="Carey Garback" userId="dc25ffa4-de89-4779-8381-34524c87e417" providerId="ADAL" clId="{6E1D5EB8-13F6-40DF-B512-351F8F358EAF}" dt="2026-03-11T21:14:02.665" v="383" actId="207"/>
          <ac:spMkLst>
            <pc:docMk/>
            <pc:sldMk cId="0" sldId="399"/>
            <ac:spMk id="9" creationId="{00000000-0000-0000-0000-000000000000}"/>
          </ac:spMkLst>
        </pc:spChg>
        <pc:spChg chg="mod ord">
          <ac:chgData name="Carey Garback" userId="dc25ffa4-de89-4779-8381-34524c87e417" providerId="ADAL" clId="{6E1D5EB8-13F6-40DF-B512-351F8F358EAF}" dt="2026-03-11T21:14:02.665" v="383" actId="207"/>
          <ac:spMkLst>
            <pc:docMk/>
            <pc:sldMk cId="0" sldId="399"/>
            <ac:spMk id="10" creationId="{00000000-0000-0000-0000-000000000000}"/>
          </ac:spMkLst>
        </pc:spChg>
        <pc:spChg chg="mod">
          <ac:chgData name="Carey Garback" userId="dc25ffa4-de89-4779-8381-34524c87e417" providerId="ADAL" clId="{6E1D5EB8-13F6-40DF-B512-351F8F358EAF}" dt="2026-03-11T21:14:02.665" v="383" actId="207"/>
          <ac:spMkLst>
            <pc:docMk/>
            <pc:sldMk cId="0" sldId="399"/>
            <ac:spMk id="11" creationId="{00000000-0000-0000-0000-000000000000}"/>
          </ac:spMkLst>
        </pc:spChg>
      </pc:sldChg>
      <pc:sldChg chg="delSp modSp mod modClrScheme chgLayout">
        <pc:chgData name="Carey Garback" userId="dc25ffa4-de89-4779-8381-34524c87e417" providerId="ADAL" clId="{6E1D5EB8-13F6-40DF-B512-351F8F358EAF}" dt="2026-03-11T21:14:14.233" v="386" actId="1076"/>
        <pc:sldMkLst>
          <pc:docMk/>
          <pc:sldMk cId="0" sldId="400"/>
        </pc:sldMkLst>
        <pc:spChg chg="del">
          <ac:chgData name="Carey Garback" userId="dc25ffa4-de89-4779-8381-34524c87e417" providerId="ADAL" clId="{6E1D5EB8-13F6-40DF-B512-351F8F358EAF}" dt="2026-03-11T21:13:42.561" v="382" actId="478"/>
          <ac:spMkLst>
            <pc:docMk/>
            <pc:sldMk cId="0" sldId="400"/>
            <ac:spMk id="2" creationId="{00000000-0000-0000-0000-000000000000}"/>
          </ac:spMkLst>
        </pc:spChg>
        <pc:spChg chg="mod">
          <ac:chgData name="Carey Garback" userId="dc25ffa4-de89-4779-8381-34524c87e417" providerId="ADAL" clId="{6E1D5EB8-13F6-40DF-B512-351F8F358EAF}" dt="2026-03-11T21:14:11.332" v="385" actId="207"/>
          <ac:spMkLst>
            <pc:docMk/>
            <pc:sldMk cId="0" sldId="400"/>
            <ac:spMk id="4" creationId="{00000000-0000-0000-0000-000000000000}"/>
          </ac:spMkLst>
        </pc:spChg>
        <pc:spChg chg="mod">
          <ac:chgData name="Carey Garback" userId="dc25ffa4-de89-4779-8381-34524c87e417" providerId="ADAL" clId="{6E1D5EB8-13F6-40DF-B512-351F8F358EAF}" dt="2026-03-11T21:14:11.332" v="385" actId="207"/>
          <ac:spMkLst>
            <pc:docMk/>
            <pc:sldMk cId="0" sldId="400"/>
            <ac:spMk id="5" creationId="{00000000-0000-0000-0000-000000000000}"/>
          </ac:spMkLst>
        </pc:spChg>
        <pc:spChg chg="mod">
          <ac:chgData name="Carey Garback" userId="dc25ffa4-de89-4779-8381-34524c87e417" providerId="ADAL" clId="{6E1D5EB8-13F6-40DF-B512-351F8F358EAF}" dt="2026-03-11T21:14:11.332" v="385" actId="207"/>
          <ac:spMkLst>
            <pc:docMk/>
            <pc:sldMk cId="0" sldId="400"/>
            <ac:spMk id="6" creationId="{00000000-0000-0000-0000-000000000000}"/>
          </ac:spMkLst>
        </pc:spChg>
        <pc:spChg chg="mod">
          <ac:chgData name="Carey Garback" userId="dc25ffa4-de89-4779-8381-34524c87e417" providerId="ADAL" clId="{6E1D5EB8-13F6-40DF-B512-351F8F358EAF}" dt="2026-03-11T21:14:11.332" v="385" actId="207"/>
          <ac:spMkLst>
            <pc:docMk/>
            <pc:sldMk cId="0" sldId="400"/>
            <ac:spMk id="7" creationId="{00000000-0000-0000-0000-000000000000}"/>
          </ac:spMkLst>
        </pc:spChg>
        <pc:spChg chg="mod ord">
          <ac:chgData name="Carey Garback" userId="dc25ffa4-de89-4779-8381-34524c87e417" providerId="ADAL" clId="{6E1D5EB8-13F6-40DF-B512-351F8F358EAF}" dt="2026-03-11T21:14:14.233" v="386" actId="1076"/>
          <ac:spMkLst>
            <pc:docMk/>
            <pc:sldMk cId="0" sldId="400"/>
            <ac:spMk id="8" creationId="{00000000-0000-0000-0000-000000000000}"/>
          </ac:spMkLst>
        </pc:spChg>
        <pc:spChg chg="mod">
          <ac:chgData name="Carey Garback" userId="dc25ffa4-de89-4779-8381-34524c87e417" providerId="ADAL" clId="{6E1D5EB8-13F6-40DF-B512-351F8F358EAF}" dt="2026-03-11T21:14:11.332" v="385" actId="207"/>
          <ac:spMkLst>
            <pc:docMk/>
            <pc:sldMk cId="0" sldId="400"/>
            <ac:spMk id="9" creationId="{00000000-0000-0000-0000-000000000000}"/>
          </ac:spMkLst>
        </pc:spChg>
        <pc:spChg chg="mod ord">
          <ac:chgData name="Carey Garback" userId="dc25ffa4-de89-4779-8381-34524c87e417" providerId="ADAL" clId="{6E1D5EB8-13F6-40DF-B512-351F8F358EAF}" dt="2026-03-11T21:14:11.332" v="385" actId="207"/>
          <ac:spMkLst>
            <pc:docMk/>
            <pc:sldMk cId="0" sldId="400"/>
            <ac:spMk id="10" creationId="{00000000-0000-0000-0000-000000000000}"/>
          </ac:spMkLst>
        </pc:spChg>
        <pc:spChg chg="mod">
          <ac:chgData name="Carey Garback" userId="dc25ffa4-de89-4779-8381-34524c87e417" providerId="ADAL" clId="{6E1D5EB8-13F6-40DF-B512-351F8F358EAF}" dt="2026-03-11T21:14:11.332" v="385" actId="207"/>
          <ac:spMkLst>
            <pc:docMk/>
            <pc:sldMk cId="0" sldId="400"/>
            <ac:spMk id="11" creationId="{00000000-0000-0000-0000-000000000000}"/>
          </ac:spMkLst>
        </pc:spChg>
      </pc:sldChg>
      <pc:sldChg chg="modSp mod modClrScheme chgLayout">
        <pc:chgData name="Carey Garback" userId="dc25ffa4-de89-4779-8381-34524c87e417" providerId="ADAL" clId="{6E1D5EB8-13F6-40DF-B512-351F8F358EAF}" dt="2026-03-11T21:14:22.529" v="388" actId="1076"/>
        <pc:sldMkLst>
          <pc:docMk/>
          <pc:sldMk cId="0" sldId="401"/>
        </pc:sldMkLst>
        <pc:spChg chg="mod ord">
          <ac:chgData name="Carey Garback" userId="dc25ffa4-de89-4779-8381-34524c87e417" providerId="ADAL" clId="{6E1D5EB8-13F6-40DF-B512-351F8F358EAF}" dt="2026-03-11T21:14:22.529" v="388" actId="1076"/>
          <ac:spMkLst>
            <pc:docMk/>
            <pc:sldMk cId="0" sldId="401"/>
            <ac:spMk id="7" creationId="{00000000-0000-0000-0000-000000000000}"/>
          </ac:spMkLst>
        </pc:spChg>
        <pc:spChg chg="mod ord">
          <ac:chgData name="Carey Garback" userId="dc25ffa4-de89-4779-8381-34524c87e417" providerId="ADAL" clId="{6E1D5EB8-13F6-40DF-B512-351F8F358EAF}" dt="2026-03-11T20:57:21.127" v="111" actId="700"/>
          <ac:spMkLst>
            <pc:docMk/>
            <pc:sldMk cId="0" sldId="401"/>
            <ac:spMk id="9" creationId="{00000000-0000-0000-0000-000000000000}"/>
          </ac:spMkLst>
        </pc:spChg>
      </pc:sldChg>
      <pc:sldChg chg="modSp mod modClrScheme chgLayout">
        <pc:chgData name="Carey Garback" userId="dc25ffa4-de89-4779-8381-34524c87e417" providerId="ADAL" clId="{6E1D5EB8-13F6-40DF-B512-351F8F358EAF}" dt="2026-03-11T20:57:21.127" v="111" actId="700"/>
        <pc:sldMkLst>
          <pc:docMk/>
          <pc:sldMk cId="0" sldId="402"/>
        </pc:sldMkLst>
        <pc:spChg chg="mod ord">
          <ac:chgData name="Carey Garback" userId="dc25ffa4-de89-4779-8381-34524c87e417" providerId="ADAL" clId="{6E1D5EB8-13F6-40DF-B512-351F8F358EAF}" dt="2026-03-11T20:57:21.127" v="111" actId="700"/>
          <ac:spMkLst>
            <pc:docMk/>
            <pc:sldMk cId="0" sldId="402"/>
            <ac:spMk id="7" creationId="{00000000-0000-0000-0000-000000000000}"/>
          </ac:spMkLst>
        </pc:spChg>
        <pc:spChg chg="mod ord">
          <ac:chgData name="Carey Garback" userId="dc25ffa4-de89-4779-8381-34524c87e417" providerId="ADAL" clId="{6E1D5EB8-13F6-40DF-B512-351F8F358EAF}" dt="2026-03-11T20:57:21.127" v="111" actId="700"/>
          <ac:spMkLst>
            <pc:docMk/>
            <pc:sldMk cId="0" sldId="402"/>
            <ac:spMk id="10" creationId="{00000000-0000-0000-0000-000000000000}"/>
          </ac:spMkLst>
        </pc:spChg>
      </pc:sldChg>
      <pc:sldChg chg="modSp mod modClrScheme chgLayout">
        <pc:chgData name="Carey Garback" userId="dc25ffa4-de89-4779-8381-34524c87e417" providerId="ADAL" clId="{6E1D5EB8-13F6-40DF-B512-351F8F358EAF}" dt="2026-03-11T21:14:31.769" v="389" actId="207"/>
        <pc:sldMkLst>
          <pc:docMk/>
          <pc:sldMk cId="0" sldId="403"/>
        </pc:sldMkLst>
        <pc:spChg chg="mod ord">
          <ac:chgData name="Carey Garback" userId="dc25ffa4-de89-4779-8381-34524c87e417" providerId="ADAL" clId="{6E1D5EB8-13F6-40DF-B512-351F8F358EAF}" dt="2026-03-11T21:14:31.769" v="389" actId="207"/>
          <ac:spMkLst>
            <pc:docMk/>
            <pc:sldMk cId="0" sldId="403"/>
            <ac:spMk id="2" creationId="{00000000-0000-0000-0000-000000000000}"/>
          </ac:spMkLst>
        </pc:spChg>
      </pc:sldChg>
      <pc:sldChg chg="modSp mod modClrScheme chgLayout">
        <pc:chgData name="Carey Garback" userId="dc25ffa4-de89-4779-8381-34524c87e417" providerId="ADAL" clId="{6E1D5EB8-13F6-40DF-B512-351F8F358EAF}" dt="2026-03-11T20:57:21.127" v="111" actId="700"/>
        <pc:sldMkLst>
          <pc:docMk/>
          <pc:sldMk cId="0" sldId="404"/>
        </pc:sldMkLst>
        <pc:spChg chg="mod ord">
          <ac:chgData name="Carey Garback" userId="dc25ffa4-de89-4779-8381-34524c87e417" providerId="ADAL" clId="{6E1D5EB8-13F6-40DF-B512-351F8F358EAF}" dt="2026-03-11T20:57:21.127" v="111" actId="700"/>
          <ac:spMkLst>
            <pc:docMk/>
            <pc:sldMk cId="0" sldId="404"/>
            <ac:spMk id="3" creationId="{00000000-0000-0000-0000-000000000000}"/>
          </ac:spMkLst>
        </pc:spChg>
        <pc:spChg chg="mod ord">
          <ac:chgData name="Carey Garback" userId="dc25ffa4-de89-4779-8381-34524c87e417" providerId="ADAL" clId="{6E1D5EB8-13F6-40DF-B512-351F8F358EAF}" dt="2026-03-11T20:57:21.127" v="111" actId="700"/>
          <ac:spMkLst>
            <pc:docMk/>
            <pc:sldMk cId="0" sldId="404"/>
            <ac:spMk id="5" creationId="{00000000-0000-0000-0000-000000000000}"/>
          </ac:spMkLst>
        </pc:spChg>
        <pc:spChg chg="mod ord">
          <ac:chgData name="Carey Garback" userId="dc25ffa4-de89-4779-8381-34524c87e417" providerId="ADAL" clId="{6E1D5EB8-13F6-40DF-B512-351F8F358EAF}" dt="2026-03-11T20:57:21.127" v="111" actId="700"/>
          <ac:spMkLst>
            <pc:docMk/>
            <pc:sldMk cId="0" sldId="404"/>
            <ac:spMk id="9" creationId="{00000000-0000-0000-0000-000000000000}"/>
          </ac:spMkLst>
        </pc:spChg>
      </pc:sldChg>
      <pc:sldChg chg="modSp mod modClrScheme chgLayout">
        <pc:chgData name="Carey Garback" userId="dc25ffa4-de89-4779-8381-34524c87e417" providerId="ADAL" clId="{6E1D5EB8-13F6-40DF-B512-351F8F358EAF}" dt="2026-03-11T20:57:21.127" v="111" actId="700"/>
        <pc:sldMkLst>
          <pc:docMk/>
          <pc:sldMk cId="0" sldId="405"/>
        </pc:sldMkLst>
        <pc:spChg chg="mod ord">
          <ac:chgData name="Carey Garback" userId="dc25ffa4-de89-4779-8381-34524c87e417" providerId="ADAL" clId="{6E1D5EB8-13F6-40DF-B512-351F8F358EAF}" dt="2026-03-11T20:57:21.127" v="111" actId="700"/>
          <ac:spMkLst>
            <pc:docMk/>
            <pc:sldMk cId="0" sldId="405"/>
            <ac:spMk id="3" creationId="{00000000-0000-0000-0000-000000000000}"/>
          </ac:spMkLst>
        </pc:spChg>
        <pc:spChg chg="mod ord">
          <ac:chgData name="Carey Garback" userId="dc25ffa4-de89-4779-8381-34524c87e417" providerId="ADAL" clId="{6E1D5EB8-13F6-40DF-B512-351F8F358EAF}" dt="2026-03-11T20:57:21.127" v="111" actId="700"/>
          <ac:spMkLst>
            <pc:docMk/>
            <pc:sldMk cId="0" sldId="405"/>
            <ac:spMk id="4" creationId="{00000000-0000-0000-0000-000000000000}"/>
          </ac:spMkLst>
        </pc:spChg>
        <pc:spChg chg="mod ord">
          <ac:chgData name="Carey Garback" userId="dc25ffa4-de89-4779-8381-34524c87e417" providerId="ADAL" clId="{6E1D5EB8-13F6-40DF-B512-351F8F358EAF}" dt="2026-03-11T20:57:21.127" v="111" actId="700"/>
          <ac:spMkLst>
            <pc:docMk/>
            <pc:sldMk cId="0" sldId="405"/>
            <ac:spMk id="5" creationId="{00000000-0000-0000-0000-000000000000}"/>
          </ac:spMkLst>
        </pc:spChg>
        <pc:spChg chg="mod ord">
          <ac:chgData name="Carey Garback" userId="dc25ffa4-de89-4779-8381-34524c87e417" providerId="ADAL" clId="{6E1D5EB8-13F6-40DF-B512-351F8F358EAF}" dt="2026-03-11T20:57:21.127" v="111" actId="700"/>
          <ac:spMkLst>
            <pc:docMk/>
            <pc:sldMk cId="0" sldId="405"/>
            <ac:spMk id="7" creationId="{00000000-0000-0000-0000-000000000000}"/>
          </ac:spMkLst>
        </pc:spChg>
      </pc:sldChg>
      <pc:sldChg chg="modSp mod modClrScheme chgLayout">
        <pc:chgData name="Carey Garback" userId="dc25ffa4-de89-4779-8381-34524c87e417" providerId="ADAL" clId="{6E1D5EB8-13F6-40DF-B512-351F8F358EAF}" dt="2026-03-11T20:57:21.127" v="111" actId="700"/>
        <pc:sldMkLst>
          <pc:docMk/>
          <pc:sldMk cId="0" sldId="406"/>
        </pc:sldMkLst>
        <pc:spChg chg="mod ord">
          <ac:chgData name="Carey Garback" userId="dc25ffa4-de89-4779-8381-34524c87e417" providerId="ADAL" clId="{6E1D5EB8-13F6-40DF-B512-351F8F358EAF}" dt="2026-03-11T20:57:21.127" v="111" actId="700"/>
          <ac:spMkLst>
            <pc:docMk/>
            <pc:sldMk cId="0" sldId="406"/>
            <ac:spMk id="3" creationId="{00000000-0000-0000-0000-000000000000}"/>
          </ac:spMkLst>
        </pc:spChg>
        <pc:spChg chg="mod ord">
          <ac:chgData name="Carey Garback" userId="dc25ffa4-de89-4779-8381-34524c87e417" providerId="ADAL" clId="{6E1D5EB8-13F6-40DF-B512-351F8F358EAF}" dt="2026-03-11T20:57:21.127" v="111" actId="700"/>
          <ac:spMkLst>
            <pc:docMk/>
            <pc:sldMk cId="0" sldId="406"/>
            <ac:spMk id="5" creationId="{00000000-0000-0000-0000-000000000000}"/>
          </ac:spMkLst>
        </pc:spChg>
        <pc:spChg chg="mod ord">
          <ac:chgData name="Carey Garback" userId="dc25ffa4-de89-4779-8381-34524c87e417" providerId="ADAL" clId="{6E1D5EB8-13F6-40DF-B512-351F8F358EAF}" dt="2026-03-11T20:57:21.127" v="111" actId="700"/>
          <ac:spMkLst>
            <pc:docMk/>
            <pc:sldMk cId="0" sldId="406"/>
            <ac:spMk id="6" creationId="{00000000-0000-0000-0000-000000000000}"/>
          </ac:spMkLst>
        </pc:spChg>
        <pc:spChg chg="mod ord">
          <ac:chgData name="Carey Garback" userId="dc25ffa4-de89-4779-8381-34524c87e417" providerId="ADAL" clId="{6E1D5EB8-13F6-40DF-B512-351F8F358EAF}" dt="2026-03-11T20:57:21.127" v="111" actId="700"/>
          <ac:spMkLst>
            <pc:docMk/>
            <pc:sldMk cId="0" sldId="406"/>
            <ac:spMk id="8" creationId="{00000000-0000-0000-0000-000000000000}"/>
          </ac:spMkLst>
        </pc:spChg>
      </pc:sldChg>
      <pc:sldChg chg="modSp mod modClrScheme chgLayout">
        <pc:chgData name="Carey Garback" userId="dc25ffa4-de89-4779-8381-34524c87e417" providerId="ADAL" clId="{6E1D5EB8-13F6-40DF-B512-351F8F358EAF}" dt="2026-03-11T20:57:21.127" v="111" actId="700"/>
        <pc:sldMkLst>
          <pc:docMk/>
          <pc:sldMk cId="0" sldId="407"/>
        </pc:sldMkLst>
        <pc:spChg chg="mod ord">
          <ac:chgData name="Carey Garback" userId="dc25ffa4-de89-4779-8381-34524c87e417" providerId="ADAL" clId="{6E1D5EB8-13F6-40DF-B512-351F8F358EAF}" dt="2026-03-11T20:57:21.127" v="111" actId="700"/>
          <ac:spMkLst>
            <pc:docMk/>
            <pc:sldMk cId="0" sldId="407"/>
            <ac:spMk id="3" creationId="{00000000-0000-0000-0000-000000000000}"/>
          </ac:spMkLst>
        </pc:spChg>
        <pc:spChg chg="mod ord">
          <ac:chgData name="Carey Garback" userId="dc25ffa4-de89-4779-8381-34524c87e417" providerId="ADAL" clId="{6E1D5EB8-13F6-40DF-B512-351F8F358EAF}" dt="2026-03-11T20:57:21.127" v="111" actId="700"/>
          <ac:spMkLst>
            <pc:docMk/>
            <pc:sldMk cId="0" sldId="407"/>
            <ac:spMk id="5" creationId="{00000000-0000-0000-0000-000000000000}"/>
          </ac:spMkLst>
        </pc:spChg>
        <pc:spChg chg="mod ord">
          <ac:chgData name="Carey Garback" userId="dc25ffa4-de89-4779-8381-34524c87e417" providerId="ADAL" clId="{6E1D5EB8-13F6-40DF-B512-351F8F358EAF}" dt="2026-03-11T20:57:21.127" v="111" actId="700"/>
          <ac:spMkLst>
            <pc:docMk/>
            <pc:sldMk cId="0" sldId="407"/>
            <ac:spMk id="6" creationId="{00000000-0000-0000-0000-000000000000}"/>
          </ac:spMkLst>
        </pc:spChg>
        <pc:spChg chg="mod ord">
          <ac:chgData name="Carey Garback" userId="dc25ffa4-de89-4779-8381-34524c87e417" providerId="ADAL" clId="{6E1D5EB8-13F6-40DF-B512-351F8F358EAF}" dt="2026-03-11T20:57:21.127" v="111" actId="700"/>
          <ac:spMkLst>
            <pc:docMk/>
            <pc:sldMk cId="0" sldId="407"/>
            <ac:spMk id="8" creationId="{00000000-0000-0000-0000-000000000000}"/>
          </ac:spMkLst>
        </pc:spChg>
      </pc:sldChg>
      <pc:sldChg chg="modSp mod modClrScheme chgLayout">
        <pc:chgData name="Carey Garback" userId="dc25ffa4-de89-4779-8381-34524c87e417" providerId="ADAL" clId="{6E1D5EB8-13F6-40DF-B512-351F8F358EAF}" dt="2026-03-11T20:57:21.127" v="111" actId="700"/>
        <pc:sldMkLst>
          <pc:docMk/>
          <pc:sldMk cId="0" sldId="408"/>
        </pc:sldMkLst>
        <pc:spChg chg="mod ord">
          <ac:chgData name="Carey Garback" userId="dc25ffa4-de89-4779-8381-34524c87e417" providerId="ADAL" clId="{6E1D5EB8-13F6-40DF-B512-351F8F358EAF}" dt="2026-03-11T20:57:21.127" v="111" actId="700"/>
          <ac:spMkLst>
            <pc:docMk/>
            <pc:sldMk cId="0" sldId="408"/>
            <ac:spMk id="2" creationId="{00000000-0000-0000-0000-000000000000}"/>
          </ac:spMkLst>
        </pc:spChg>
        <pc:spChg chg="mod ord">
          <ac:chgData name="Carey Garback" userId="dc25ffa4-de89-4779-8381-34524c87e417" providerId="ADAL" clId="{6E1D5EB8-13F6-40DF-B512-351F8F358EAF}" dt="2026-03-11T20:57:21.127" v="111" actId="700"/>
          <ac:spMkLst>
            <pc:docMk/>
            <pc:sldMk cId="0" sldId="408"/>
            <ac:spMk id="3" creationId="{00000000-0000-0000-0000-000000000000}"/>
          </ac:spMkLst>
        </pc:spChg>
        <pc:spChg chg="mod ord">
          <ac:chgData name="Carey Garback" userId="dc25ffa4-de89-4779-8381-34524c87e417" providerId="ADAL" clId="{6E1D5EB8-13F6-40DF-B512-351F8F358EAF}" dt="2026-03-11T20:57:21.127" v="111" actId="700"/>
          <ac:spMkLst>
            <pc:docMk/>
            <pc:sldMk cId="0" sldId="408"/>
            <ac:spMk id="5" creationId="{00000000-0000-0000-0000-000000000000}"/>
          </ac:spMkLst>
        </pc:spChg>
        <pc:spChg chg="mod ord">
          <ac:chgData name="Carey Garback" userId="dc25ffa4-de89-4779-8381-34524c87e417" providerId="ADAL" clId="{6E1D5EB8-13F6-40DF-B512-351F8F358EAF}" dt="2026-03-11T20:57:21.127" v="111" actId="700"/>
          <ac:spMkLst>
            <pc:docMk/>
            <pc:sldMk cId="0" sldId="408"/>
            <ac:spMk id="7" creationId="{00000000-0000-0000-0000-000000000000}"/>
          </ac:spMkLst>
        </pc:spChg>
        <pc:spChg chg="mod ord">
          <ac:chgData name="Carey Garback" userId="dc25ffa4-de89-4779-8381-34524c87e417" providerId="ADAL" clId="{6E1D5EB8-13F6-40DF-B512-351F8F358EAF}" dt="2026-03-11T20:57:21.127" v="111" actId="700"/>
          <ac:spMkLst>
            <pc:docMk/>
            <pc:sldMk cId="0" sldId="408"/>
            <ac:spMk id="9" creationId="{00000000-0000-0000-0000-000000000000}"/>
          </ac:spMkLst>
        </pc:spChg>
      </pc:sldChg>
      <pc:sldChg chg="modSp mod modClrScheme chgLayout">
        <pc:chgData name="Carey Garback" userId="dc25ffa4-de89-4779-8381-34524c87e417" providerId="ADAL" clId="{6E1D5EB8-13F6-40DF-B512-351F8F358EAF}" dt="2026-03-11T21:15:34.989" v="395" actId="14100"/>
        <pc:sldMkLst>
          <pc:docMk/>
          <pc:sldMk cId="0" sldId="409"/>
        </pc:sldMkLst>
        <pc:spChg chg="mod ord">
          <ac:chgData name="Carey Garback" userId="dc25ffa4-de89-4779-8381-34524c87e417" providerId="ADAL" clId="{6E1D5EB8-13F6-40DF-B512-351F8F358EAF}" dt="2026-03-11T21:15:34.989" v="395" actId="14100"/>
          <ac:spMkLst>
            <pc:docMk/>
            <pc:sldMk cId="0" sldId="409"/>
            <ac:spMk id="2" creationId="{00000000-0000-0000-0000-000000000000}"/>
          </ac:spMkLst>
        </pc:spChg>
      </pc:sldChg>
      <pc:sldChg chg="modSp mod modClrScheme chgLayout">
        <pc:chgData name="Carey Garback" userId="dc25ffa4-de89-4779-8381-34524c87e417" providerId="ADAL" clId="{6E1D5EB8-13F6-40DF-B512-351F8F358EAF}" dt="2026-03-11T20:57:21.127" v="111" actId="700"/>
        <pc:sldMkLst>
          <pc:docMk/>
          <pc:sldMk cId="0" sldId="410"/>
        </pc:sldMkLst>
        <pc:spChg chg="mod ord">
          <ac:chgData name="Carey Garback" userId="dc25ffa4-de89-4779-8381-34524c87e417" providerId="ADAL" clId="{6E1D5EB8-13F6-40DF-B512-351F8F358EAF}" dt="2026-03-11T20:57:21.127" v="111" actId="700"/>
          <ac:spMkLst>
            <pc:docMk/>
            <pc:sldMk cId="0" sldId="410"/>
            <ac:spMk id="2" creationId="{00000000-0000-0000-0000-000000000000}"/>
          </ac:spMkLst>
        </pc:spChg>
        <pc:spChg chg="mod ord">
          <ac:chgData name="Carey Garback" userId="dc25ffa4-de89-4779-8381-34524c87e417" providerId="ADAL" clId="{6E1D5EB8-13F6-40DF-B512-351F8F358EAF}" dt="2026-03-11T20:57:21.127" v="111" actId="700"/>
          <ac:spMkLst>
            <pc:docMk/>
            <pc:sldMk cId="0" sldId="410"/>
            <ac:spMk id="3" creationId="{00000000-0000-0000-0000-000000000000}"/>
          </ac:spMkLst>
        </pc:spChg>
        <pc:spChg chg="mod ord">
          <ac:chgData name="Carey Garback" userId="dc25ffa4-de89-4779-8381-34524c87e417" providerId="ADAL" clId="{6E1D5EB8-13F6-40DF-B512-351F8F358EAF}" dt="2026-03-11T20:57:21.127" v="111" actId="700"/>
          <ac:spMkLst>
            <pc:docMk/>
            <pc:sldMk cId="0" sldId="410"/>
            <ac:spMk id="4" creationId="{00000000-0000-0000-0000-000000000000}"/>
          </ac:spMkLst>
        </pc:spChg>
        <pc:spChg chg="mod ord">
          <ac:chgData name="Carey Garback" userId="dc25ffa4-de89-4779-8381-34524c87e417" providerId="ADAL" clId="{6E1D5EB8-13F6-40DF-B512-351F8F358EAF}" dt="2026-03-11T20:57:21.127" v="111" actId="700"/>
          <ac:spMkLst>
            <pc:docMk/>
            <pc:sldMk cId="0" sldId="410"/>
            <ac:spMk id="6" creationId="{00000000-0000-0000-0000-000000000000}"/>
          </ac:spMkLst>
        </pc:spChg>
        <pc:spChg chg="mod ord">
          <ac:chgData name="Carey Garback" userId="dc25ffa4-de89-4779-8381-34524c87e417" providerId="ADAL" clId="{6E1D5EB8-13F6-40DF-B512-351F8F358EAF}" dt="2026-03-11T20:57:21.127" v="111" actId="700"/>
          <ac:spMkLst>
            <pc:docMk/>
            <pc:sldMk cId="0" sldId="410"/>
            <ac:spMk id="8" creationId="{00000000-0000-0000-0000-000000000000}"/>
          </ac:spMkLst>
        </pc:spChg>
      </pc:sldChg>
      <pc:sldChg chg="modSp mod modClrScheme chgLayout">
        <pc:chgData name="Carey Garback" userId="dc25ffa4-de89-4779-8381-34524c87e417" providerId="ADAL" clId="{6E1D5EB8-13F6-40DF-B512-351F8F358EAF}" dt="2026-03-11T20:57:21.127" v="111" actId="700"/>
        <pc:sldMkLst>
          <pc:docMk/>
          <pc:sldMk cId="0" sldId="411"/>
        </pc:sldMkLst>
        <pc:spChg chg="mod ord">
          <ac:chgData name="Carey Garback" userId="dc25ffa4-de89-4779-8381-34524c87e417" providerId="ADAL" clId="{6E1D5EB8-13F6-40DF-B512-351F8F358EAF}" dt="2026-03-11T20:57:21.127" v="111" actId="700"/>
          <ac:spMkLst>
            <pc:docMk/>
            <pc:sldMk cId="0" sldId="411"/>
            <ac:spMk id="2" creationId="{00000000-0000-0000-0000-000000000000}"/>
          </ac:spMkLst>
        </pc:spChg>
        <pc:spChg chg="mod ord">
          <ac:chgData name="Carey Garback" userId="dc25ffa4-de89-4779-8381-34524c87e417" providerId="ADAL" clId="{6E1D5EB8-13F6-40DF-B512-351F8F358EAF}" dt="2026-03-11T20:57:21.127" v="111" actId="700"/>
          <ac:spMkLst>
            <pc:docMk/>
            <pc:sldMk cId="0" sldId="411"/>
            <ac:spMk id="5" creationId="{00000000-0000-0000-0000-000000000000}"/>
          </ac:spMkLst>
        </pc:spChg>
        <pc:spChg chg="mod ord">
          <ac:chgData name="Carey Garback" userId="dc25ffa4-de89-4779-8381-34524c87e417" providerId="ADAL" clId="{6E1D5EB8-13F6-40DF-B512-351F8F358EAF}" dt="2026-03-11T20:57:21.127" v="111" actId="700"/>
          <ac:spMkLst>
            <pc:docMk/>
            <pc:sldMk cId="0" sldId="411"/>
            <ac:spMk id="7" creationId="{00000000-0000-0000-0000-000000000000}"/>
          </ac:spMkLst>
        </pc:spChg>
        <pc:spChg chg="mod ord">
          <ac:chgData name="Carey Garback" userId="dc25ffa4-de89-4779-8381-34524c87e417" providerId="ADAL" clId="{6E1D5EB8-13F6-40DF-B512-351F8F358EAF}" dt="2026-03-11T20:57:21.127" v="111" actId="700"/>
          <ac:spMkLst>
            <pc:docMk/>
            <pc:sldMk cId="0" sldId="411"/>
            <ac:spMk id="9" creationId="{00000000-0000-0000-0000-000000000000}"/>
          </ac:spMkLst>
        </pc:spChg>
      </pc:sldChg>
      <pc:sldChg chg="modSp mod modClrScheme chgLayout">
        <pc:chgData name="Carey Garback" userId="dc25ffa4-de89-4779-8381-34524c87e417" providerId="ADAL" clId="{6E1D5EB8-13F6-40DF-B512-351F8F358EAF}" dt="2026-03-11T20:57:21.127" v="111" actId="700"/>
        <pc:sldMkLst>
          <pc:docMk/>
          <pc:sldMk cId="0" sldId="412"/>
        </pc:sldMkLst>
        <pc:spChg chg="mod ord">
          <ac:chgData name="Carey Garback" userId="dc25ffa4-de89-4779-8381-34524c87e417" providerId="ADAL" clId="{6E1D5EB8-13F6-40DF-B512-351F8F358EAF}" dt="2026-03-11T20:57:21.127" v="111" actId="700"/>
          <ac:spMkLst>
            <pc:docMk/>
            <pc:sldMk cId="0" sldId="412"/>
            <ac:spMk id="2" creationId="{00000000-0000-0000-0000-000000000000}"/>
          </ac:spMkLst>
        </pc:spChg>
        <pc:spChg chg="mod ord">
          <ac:chgData name="Carey Garback" userId="dc25ffa4-de89-4779-8381-34524c87e417" providerId="ADAL" clId="{6E1D5EB8-13F6-40DF-B512-351F8F358EAF}" dt="2026-03-11T20:57:21.127" v="111" actId="700"/>
          <ac:spMkLst>
            <pc:docMk/>
            <pc:sldMk cId="0" sldId="412"/>
            <ac:spMk id="5" creationId="{00000000-0000-0000-0000-000000000000}"/>
          </ac:spMkLst>
        </pc:spChg>
        <pc:spChg chg="mod ord">
          <ac:chgData name="Carey Garback" userId="dc25ffa4-de89-4779-8381-34524c87e417" providerId="ADAL" clId="{6E1D5EB8-13F6-40DF-B512-351F8F358EAF}" dt="2026-03-11T20:57:21.127" v="111" actId="700"/>
          <ac:spMkLst>
            <pc:docMk/>
            <pc:sldMk cId="0" sldId="412"/>
            <ac:spMk id="7" creationId="{00000000-0000-0000-0000-000000000000}"/>
          </ac:spMkLst>
        </pc:spChg>
        <pc:spChg chg="mod ord">
          <ac:chgData name="Carey Garback" userId="dc25ffa4-de89-4779-8381-34524c87e417" providerId="ADAL" clId="{6E1D5EB8-13F6-40DF-B512-351F8F358EAF}" dt="2026-03-11T20:57:21.127" v="111" actId="700"/>
          <ac:spMkLst>
            <pc:docMk/>
            <pc:sldMk cId="0" sldId="412"/>
            <ac:spMk id="9" creationId="{00000000-0000-0000-0000-000000000000}"/>
          </ac:spMkLst>
        </pc:spChg>
      </pc:sldChg>
      <pc:sldChg chg="modSp mod modClrScheme chgLayout">
        <pc:chgData name="Carey Garback" userId="dc25ffa4-de89-4779-8381-34524c87e417" providerId="ADAL" clId="{6E1D5EB8-13F6-40DF-B512-351F8F358EAF}" dt="2026-03-11T20:57:21.127" v="111" actId="700"/>
        <pc:sldMkLst>
          <pc:docMk/>
          <pc:sldMk cId="0" sldId="413"/>
        </pc:sldMkLst>
        <pc:spChg chg="mod ord">
          <ac:chgData name="Carey Garback" userId="dc25ffa4-de89-4779-8381-34524c87e417" providerId="ADAL" clId="{6E1D5EB8-13F6-40DF-B512-351F8F358EAF}" dt="2026-03-11T20:57:21.127" v="111" actId="700"/>
          <ac:spMkLst>
            <pc:docMk/>
            <pc:sldMk cId="0" sldId="413"/>
            <ac:spMk id="2" creationId="{00000000-0000-0000-0000-000000000000}"/>
          </ac:spMkLst>
        </pc:spChg>
        <pc:spChg chg="mod ord">
          <ac:chgData name="Carey Garback" userId="dc25ffa4-de89-4779-8381-34524c87e417" providerId="ADAL" clId="{6E1D5EB8-13F6-40DF-B512-351F8F358EAF}" dt="2026-03-11T20:57:21.127" v="111" actId="700"/>
          <ac:spMkLst>
            <pc:docMk/>
            <pc:sldMk cId="0" sldId="413"/>
            <ac:spMk id="5" creationId="{00000000-0000-0000-0000-000000000000}"/>
          </ac:spMkLst>
        </pc:spChg>
        <pc:spChg chg="mod ord">
          <ac:chgData name="Carey Garback" userId="dc25ffa4-de89-4779-8381-34524c87e417" providerId="ADAL" clId="{6E1D5EB8-13F6-40DF-B512-351F8F358EAF}" dt="2026-03-11T20:57:21.127" v="111" actId="700"/>
          <ac:spMkLst>
            <pc:docMk/>
            <pc:sldMk cId="0" sldId="413"/>
            <ac:spMk id="7" creationId="{00000000-0000-0000-0000-000000000000}"/>
          </ac:spMkLst>
        </pc:spChg>
        <pc:spChg chg="mod ord">
          <ac:chgData name="Carey Garback" userId="dc25ffa4-de89-4779-8381-34524c87e417" providerId="ADAL" clId="{6E1D5EB8-13F6-40DF-B512-351F8F358EAF}" dt="2026-03-11T20:57:21.127" v="111" actId="700"/>
          <ac:spMkLst>
            <pc:docMk/>
            <pc:sldMk cId="0" sldId="413"/>
            <ac:spMk id="9" creationId="{00000000-0000-0000-0000-000000000000}"/>
          </ac:spMkLst>
        </pc:spChg>
      </pc:sldChg>
      <pc:sldChg chg="modSp mod modClrScheme chgLayout">
        <pc:chgData name="Carey Garback" userId="dc25ffa4-de89-4779-8381-34524c87e417" providerId="ADAL" clId="{6E1D5EB8-13F6-40DF-B512-351F8F358EAF}" dt="2026-03-11T21:15:46.035" v="396" actId="207"/>
        <pc:sldMkLst>
          <pc:docMk/>
          <pc:sldMk cId="0" sldId="414"/>
        </pc:sldMkLst>
        <pc:spChg chg="mod ord">
          <ac:chgData name="Carey Garback" userId="dc25ffa4-de89-4779-8381-34524c87e417" providerId="ADAL" clId="{6E1D5EB8-13F6-40DF-B512-351F8F358EAF}" dt="2026-03-11T21:15:46.035" v="396" actId="207"/>
          <ac:spMkLst>
            <pc:docMk/>
            <pc:sldMk cId="0" sldId="414"/>
            <ac:spMk id="2" creationId="{00000000-0000-0000-0000-000000000000}"/>
          </ac:spMkLst>
        </pc:spChg>
      </pc:sldChg>
      <pc:sldChg chg="modSp mod modClrScheme chgLayout">
        <pc:chgData name="Carey Garback" userId="dc25ffa4-de89-4779-8381-34524c87e417" providerId="ADAL" clId="{6E1D5EB8-13F6-40DF-B512-351F8F358EAF}" dt="2026-03-11T20:57:21.127" v="111" actId="700"/>
        <pc:sldMkLst>
          <pc:docMk/>
          <pc:sldMk cId="0" sldId="415"/>
        </pc:sldMkLst>
        <pc:spChg chg="mod ord">
          <ac:chgData name="Carey Garback" userId="dc25ffa4-de89-4779-8381-34524c87e417" providerId="ADAL" clId="{6E1D5EB8-13F6-40DF-B512-351F8F358EAF}" dt="2026-03-11T20:57:21.127" v="111" actId="700"/>
          <ac:spMkLst>
            <pc:docMk/>
            <pc:sldMk cId="0" sldId="415"/>
            <ac:spMk id="2" creationId="{00000000-0000-0000-0000-000000000000}"/>
          </ac:spMkLst>
        </pc:spChg>
        <pc:spChg chg="mod ord">
          <ac:chgData name="Carey Garback" userId="dc25ffa4-de89-4779-8381-34524c87e417" providerId="ADAL" clId="{6E1D5EB8-13F6-40DF-B512-351F8F358EAF}" dt="2026-03-11T20:57:21.127" v="111" actId="700"/>
          <ac:spMkLst>
            <pc:docMk/>
            <pc:sldMk cId="0" sldId="415"/>
            <ac:spMk id="4" creationId="{00000000-0000-0000-0000-000000000000}"/>
          </ac:spMkLst>
        </pc:spChg>
        <pc:spChg chg="mod ord">
          <ac:chgData name="Carey Garback" userId="dc25ffa4-de89-4779-8381-34524c87e417" providerId="ADAL" clId="{6E1D5EB8-13F6-40DF-B512-351F8F358EAF}" dt="2026-03-11T20:57:21.127" v="111" actId="700"/>
          <ac:spMkLst>
            <pc:docMk/>
            <pc:sldMk cId="0" sldId="415"/>
            <ac:spMk id="6" creationId="{00000000-0000-0000-0000-000000000000}"/>
          </ac:spMkLst>
        </pc:spChg>
        <pc:spChg chg="mod ord">
          <ac:chgData name="Carey Garback" userId="dc25ffa4-de89-4779-8381-34524c87e417" providerId="ADAL" clId="{6E1D5EB8-13F6-40DF-B512-351F8F358EAF}" dt="2026-03-11T20:57:21.127" v="111" actId="700"/>
          <ac:spMkLst>
            <pc:docMk/>
            <pc:sldMk cId="0" sldId="415"/>
            <ac:spMk id="8" creationId="{00000000-0000-0000-0000-000000000000}"/>
          </ac:spMkLst>
        </pc:spChg>
      </pc:sldChg>
      <pc:sldChg chg="modSp mod modClrScheme chgLayout">
        <pc:chgData name="Carey Garback" userId="dc25ffa4-de89-4779-8381-34524c87e417" providerId="ADAL" clId="{6E1D5EB8-13F6-40DF-B512-351F8F358EAF}" dt="2026-03-11T20:57:21.127" v="111" actId="700"/>
        <pc:sldMkLst>
          <pc:docMk/>
          <pc:sldMk cId="0" sldId="416"/>
        </pc:sldMkLst>
        <pc:spChg chg="mod ord">
          <ac:chgData name="Carey Garback" userId="dc25ffa4-de89-4779-8381-34524c87e417" providerId="ADAL" clId="{6E1D5EB8-13F6-40DF-B512-351F8F358EAF}" dt="2026-03-11T20:57:21.127" v="111" actId="700"/>
          <ac:spMkLst>
            <pc:docMk/>
            <pc:sldMk cId="0" sldId="416"/>
            <ac:spMk id="2" creationId="{00000000-0000-0000-0000-000000000000}"/>
          </ac:spMkLst>
        </pc:spChg>
        <pc:spChg chg="mod ord">
          <ac:chgData name="Carey Garback" userId="dc25ffa4-de89-4779-8381-34524c87e417" providerId="ADAL" clId="{6E1D5EB8-13F6-40DF-B512-351F8F358EAF}" dt="2026-03-11T20:57:21.127" v="111" actId="700"/>
          <ac:spMkLst>
            <pc:docMk/>
            <pc:sldMk cId="0" sldId="416"/>
            <ac:spMk id="4" creationId="{00000000-0000-0000-0000-000000000000}"/>
          </ac:spMkLst>
        </pc:spChg>
        <pc:spChg chg="mod ord">
          <ac:chgData name="Carey Garback" userId="dc25ffa4-de89-4779-8381-34524c87e417" providerId="ADAL" clId="{6E1D5EB8-13F6-40DF-B512-351F8F358EAF}" dt="2026-03-11T20:57:21.127" v="111" actId="700"/>
          <ac:spMkLst>
            <pc:docMk/>
            <pc:sldMk cId="0" sldId="416"/>
            <ac:spMk id="6" creationId="{00000000-0000-0000-0000-000000000000}"/>
          </ac:spMkLst>
        </pc:spChg>
        <pc:spChg chg="mod ord">
          <ac:chgData name="Carey Garback" userId="dc25ffa4-de89-4779-8381-34524c87e417" providerId="ADAL" clId="{6E1D5EB8-13F6-40DF-B512-351F8F358EAF}" dt="2026-03-11T20:57:21.127" v="111" actId="700"/>
          <ac:spMkLst>
            <pc:docMk/>
            <pc:sldMk cId="0" sldId="416"/>
            <ac:spMk id="8" creationId="{00000000-0000-0000-0000-000000000000}"/>
          </ac:spMkLst>
        </pc:spChg>
      </pc:sldChg>
      <pc:sldChg chg="modSp mod modClrScheme chgLayout">
        <pc:chgData name="Carey Garback" userId="dc25ffa4-de89-4779-8381-34524c87e417" providerId="ADAL" clId="{6E1D5EB8-13F6-40DF-B512-351F8F358EAF}" dt="2026-03-11T20:57:21.127" v="111" actId="700"/>
        <pc:sldMkLst>
          <pc:docMk/>
          <pc:sldMk cId="0" sldId="417"/>
        </pc:sldMkLst>
        <pc:spChg chg="mod ord">
          <ac:chgData name="Carey Garback" userId="dc25ffa4-de89-4779-8381-34524c87e417" providerId="ADAL" clId="{6E1D5EB8-13F6-40DF-B512-351F8F358EAF}" dt="2026-03-11T20:57:21.127" v="111" actId="700"/>
          <ac:spMkLst>
            <pc:docMk/>
            <pc:sldMk cId="0" sldId="417"/>
            <ac:spMk id="2" creationId="{00000000-0000-0000-0000-000000000000}"/>
          </ac:spMkLst>
        </pc:spChg>
        <pc:spChg chg="mod ord">
          <ac:chgData name="Carey Garback" userId="dc25ffa4-de89-4779-8381-34524c87e417" providerId="ADAL" clId="{6E1D5EB8-13F6-40DF-B512-351F8F358EAF}" dt="2026-03-11T20:57:21.127" v="111" actId="700"/>
          <ac:spMkLst>
            <pc:docMk/>
            <pc:sldMk cId="0" sldId="417"/>
            <ac:spMk id="4" creationId="{00000000-0000-0000-0000-000000000000}"/>
          </ac:spMkLst>
        </pc:spChg>
        <pc:spChg chg="mod ord">
          <ac:chgData name="Carey Garback" userId="dc25ffa4-de89-4779-8381-34524c87e417" providerId="ADAL" clId="{6E1D5EB8-13F6-40DF-B512-351F8F358EAF}" dt="2026-03-11T20:57:21.127" v="111" actId="700"/>
          <ac:spMkLst>
            <pc:docMk/>
            <pc:sldMk cId="0" sldId="417"/>
            <ac:spMk id="6" creationId="{00000000-0000-0000-0000-000000000000}"/>
          </ac:spMkLst>
        </pc:spChg>
        <pc:spChg chg="mod ord">
          <ac:chgData name="Carey Garback" userId="dc25ffa4-de89-4779-8381-34524c87e417" providerId="ADAL" clId="{6E1D5EB8-13F6-40DF-B512-351F8F358EAF}" dt="2026-03-11T20:57:21.127" v="111" actId="700"/>
          <ac:spMkLst>
            <pc:docMk/>
            <pc:sldMk cId="0" sldId="417"/>
            <ac:spMk id="8" creationId="{00000000-0000-0000-0000-000000000000}"/>
          </ac:spMkLst>
        </pc:spChg>
      </pc:sldChg>
      <pc:sldChg chg="modSp mod modClrScheme chgLayout">
        <pc:chgData name="Carey Garback" userId="dc25ffa4-de89-4779-8381-34524c87e417" providerId="ADAL" clId="{6E1D5EB8-13F6-40DF-B512-351F8F358EAF}" dt="2026-03-11T20:57:21.127" v="111" actId="700"/>
        <pc:sldMkLst>
          <pc:docMk/>
          <pc:sldMk cId="0" sldId="418"/>
        </pc:sldMkLst>
        <pc:spChg chg="mod ord">
          <ac:chgData name="Carey Garback" userId="dc25ffa4-de89-4779-8381-34524c87e417" providerId="ADAL" clId="{6E1D5EB8-13F6-40DF-B512-351F8F358EAF}" dt="2026-03-11T20:57:21.127" v="111" actId="700"/>
          <ac:spMkLst>
            <pc:docMk/>
            <pc:sldMk cId="0" sldId="418"/>
            <ac:spMk id="2" creationId="{00000000-0000-0000-0000-000000000000}"/>
          </ac:spMkLst>
        </pc:spChg>
        <pc:spChg chg="mod ord">
          <ac:chgData name="Carey Garback" userId="dc25ffa4-de89-4779-8381-34524c87e417" providerId="ADAL" clId="{6E1D5EB8-13F6-40DF-B512-351F8F358EAF}" dt="2026-03-11T20:57:21.127" v="111" actId="700"/>
          <ac:spMkLst>
            <pc:docMk/>
            <pc:sldMk cId="0" sldId="418"/>
            <ac:spMk id="4" creationId="{00000000-0000-0000-0000-000000000000}"/>
          </ac:spMkLst>
        </pc:spChg>
        <pc:spChg chg="mod ord">
          <ac:chgData name="Carey Garback" userId="dc25ffa4-de89-4779-8381-34524c87e417" providerId="ADAL" clId="{6E1D5EB8-13F6-40DF-B512-351F8F358EAF}" dt="2026-03-11T20:57:21.127" v="111" actId="700"/>
          <ac:spMkLst>
            <pc:docMk/>
            <pc:sldMk cId="0" sldId="418"/>
            <ac:spMk id="6" creationId="{00000000-0000-0000-0000-000000000000}"/>
          </ac:spMkLst>
        </pc:spChg>
        <pc:spChg chg="mod ord">
          <ac:chgData name="Carey Garback" userId="dc25ffa4-de89-4779-8381-34524c87e417" providerId="ADAL" clId="{6E1D5EB8-13F6-40DF-B512-351F8F358EAF}" dt="2026-03-11T20:57:21.127" v="111" actId="700"/>
          <ac:spMkLst>
            <pc:docMk/>
            <pc:sldMk cId="0" sldId="418"/>
            <ac:spMk id="8" creationId="{00000000-0000-0000-0000-000000000000}"/>
          </ac:spMkLst>
        </pc:spChg>
      </pc:sldChg>
      <pc:sldChg chg="modSp mod modClrScheme chgLayout">
        <pc:chgData name="Carey Garback" userId="dc25ffa4-de89-4779-8381-34524c87e417" providerId="ADAL" clId="{6E1D5EB8-13F6-40DF-B512-351F8F358EAF}" dt="2026-03-11T20:57:21.127" v="111" actId="700"/>
        <pc:sldMkLst>
          <pc:docMk/>
          <pc:sldMk cId="0" sldId="419"/>
        </pc:sldMkLst>
        <pc:spChg chg="mod ord">
          <ac:chgData name="Carey Garback" userId="dc25ffa4-de89-4779-8381-34524c87e417" providerId="ADAL" clId="{6E1D5EB8-13F6-40DF-B512-351F8F358EAF}" dt="2026-03-11T20:57:21.127" v="111" actId="700"/>
          <ac:spMkLst>
            <pc:docMk/>
            <pc:sldMk cId="0" sldId="419"/>
            <ac:spMk id="3" creationId="{00000000-0000-0000-0000-000000000000}"/>
          </ac:spMkLst>
        </pc:spChg>
        <pc:spChg chg="mod ord">
          <ac:chgData name="Carey Garback" userId="dc25ffa4-de89-4779-8381-34524c87e417" providerId="ADAL" clId="{6E1D5EB8-13F6-40DF-B512-351F8F358EAF}" dt="2026-03-11T20:57:21.127" v="111" actId="700"/>
          <ac:spMkLst>
            <pc:docMk/>
            <pc:sldMk cId="0" sldId="419"/>
            <ac:spMk id="4" creationId="{00000000-0000-0000-0000-000000000000}"/>
          </ac:spMkLst>
        </pc:spChg>
        <pc:spChg chg="mod ord">
          <ac:chgData name="Carey Garback" userId="dc25ffa4-de89-4779-8381-34524c87e417" providerId="ADAL" clId="{6E1D5EB8-13F6-40DF-B512-351F8F358EAF}" dt="2026-03-11T20:57:21.127" v="111" actId="700"/>
          <ac:spMkLst>
            <pc:docMk/>
            <pc:sldMk cId="0" sldId="419"/>
            <ac:spMk id="5" creationId="{00000000-0000-0000-0000-000000000000}"/>
          </ac:spMkLst>
        </pc:spChg>
        <pc:spChg chg="mod ord">
          <ac:chgData name="Carey Garback" userId="dc25ffa4-de89-4779-8381-34524c87e417" providerId="ADAL" clId="{6E1D5EB8-13F6-40DF-B512-351F8F358EAF}" dt="2026-03-11T20:57:21.127" v="111" actId="700"/>
          <ac:spMkLst>
            <pc:docMk/>
            <pc:sldMk cId="0" sldId="419"/>
            <ac:spMk id="7" creationId="{00000000-0000-0000-0000-000000000000}"/>
          </ac:spMkLst>
        </pc:spChg>
      </pc:sldChg>
      <pc:sldChg chg="modSp mod modClrScheme chgLayout">
        <pc:chgData name="Carey Garback" userId="dc25ffa4-de89-4779-8381-34524c87e417" providerId="ADAL" clId="{6E1D5EB8-13F6-40DF-B512-351F8F358EAF}" dt="2026-03-11T20:57:21.127" v="111" actId="700"/>
        <pc:sldMkLst>
          <pc:docMk/>
          <pc:sldMk cId="0" sldId="420"/>
        </pc:sldMkLst>
        <pc:spChg chg="mod ord">
          <ac:chgData name="Carey Garback" userId="dc25ffa4-de89-4779-8381-34524c87e417" providerId="ADAL" clId="{6E1D5EB8-13F6-40DF-B512-351F8F358EAF}" dt="2026-03-11T20:57:21.127" v="111" actId="700"/>
          <ac:spMkLst>
            <pc:docMk/>
            <pc:sldMk cId="0" sldId="420"/>
            <ac:spMk id="3" creationId="{00000000-0000-0000-0000-000000000000}"/>
          </ac:spMkLst>
        </pc:spChg>
        <pc:spChg chg="mod ord">
          <ac:chgData name="Carey Garback" userId="dc25ffa4-de89-4779-8381-34524c87e417" providerId="ADAL" clId="{6E1D5EB8-13F6-40DF-B512-351F8F358EAF}" dt="2026-03-11T20:57:21.127" v="111" actId="700"/>
          <ac:spMkLst>
            <pc:docMk/>
            <pc:sldMk cId="0" sldId="420"/>
            <ac:spMk id="4" creationId="{00000000-0000-0000-0000-000000000000}"/>
          </ac:spMkLst>
        </pc:spChg>
        <pc:spChg chg="mod ord">
          <ac:chgData name="Carey Garback" userId="dc25ffa4-de89-4779-8381-34524c87e417" providerId="ADAL" clId="{6E1D5EB8-13F6-40DF-B512-351F8F358EAF}" dt="2026-03-11T20:57:21.127" v="111" actId="700"/>
          <ac:spMkLst>
            <pc:docMk/>
            <pc:sldMk cId="0" sldId="420"/>
            <ac:spMk id="5" creationId="{00000000-0000-0000-0000-000000000000}"/>
          </ac:spMkLst>
        </pc:spChg>
        <pc:spChg chg="mod ord">
          <ac:chgData name="Carey Garback" userId="dc25ffa4-de89-4779-8381-34524c87e417" providerId="ADAL" clId="{6E1D5EB8-13F6-40DF-B512-351F8F358EAF}" dt="2026-03-11T20:57:21.127" v="111" actId="700"/>
          <ac:spMkLst>
            <pc:docMk/>
            <pc:sldMk cId="0" sldId="420"/>
            <ac:spMk id="7" creationId="{00000000-0000-0000-0000-000000000000}"/>
          </ac:spMkLst>
        </pc:spChg>
      </pc:sldChg>
      <pc:sldChg chg="modSp mod modClrScheme chgLayout">
        <pc:chgData name="Carey Garback" userId="dc25ffa4-de89-4779-8381-34524c87e417" providerId="ADAL" clId="{6E1D5EB8-13F6-40DF-B512-351F8F358EAF}" dt="2026-03-11T20:57:21.127" v="111" actId="700"/>
        <pc:sldMkLst>
          <pc:docMk/>
          <pc:sldMk cId="0" sldId="421"/>
        </pc:sldMkLst>
        <pc:spChg chg="mod ord">
          <ac:chgData name="Carey Garback" userId="dc25ffa4-de89-4779-8381-34524c87e417" providerId="ADAL" clId="{6E1D5EB8-13F6-40DF-B512-351F8F358EAF}" dt="2026-03-11T20:57:21.127" v="111" actId="700"/>
          <ac:spMkLst>
            <pc:docMk/>
            <pc:sldMk cId="0" sldId="421"/>
            <ac:spMk id="2" creationId="{00000000-0000-0000-0000-000000000000}"/>
          </ac:spMkLst>
        </pc:spChg>
        <pc:spChg chg="mod ord">
          <ac:chgData name="Carey Garback" userId="dc25ffa4-de89-4779-8381-34524c87e417" providerId="ADAL" clId="{6E1D5EB8-13F6-40DF-B512-351F8F358EAF}" dt="2026-03-11T20:57:21.127" v="111" actId="700"/>
          <ac:spMkLst>
            <pc:docMk/>
            <pc:sldMk cId="0" sldId="421"/>
            <ac:spMk id="4" creationId="{00000000-0000-0000-0000-000000000000}"/>
          </ac:spMkLst>
        </pc:spChg>
      </pc:sldChg>
      <pc:sldChg chg="modSp mod modClrScheme chgLayout">
        <pc:chgData name="Carey Garback" userId="dc25ffa4-de89-4779-8381-34524c87e417" providerId="ADAL" clId="{6E1D5EB8-13F6-40DF-B512-351F8F358EAF}" dt="2026-03-11T20:57:21.127" v="111" actId="700"/>
        <pc:sldMkLst>
          <pc:docMk/>
          <pc:sldMk cId="0" sldId="422"/>
        </pc:sldMkLst>
        <pc:spChg chg="mod ord">
          <ac:chgData name="Carey Garback" userId="dc25ffa4-de89-4779-8381-34524c87e417" providerId="ADAL" clId="{6E1D5EB8-13F6-40DF-B512-351F8F358EAF}" dt="2026-03-11T20:57:21.127" v="111" actId="700"/>
          <ac:spMkLst>
            <pc:docMk/>
            <pc:sldMk cId="0" sldId="422"/>
            <ac:spMk id="2" creationId="{00000000-0000-0000-0000-000000000000}"/>
          </ac:spMkLst>
        </pc:spChg>
        <pc:spChg chg="mod ord">
          <ac:chgData name="Carey Garback" userId="dc25ffa4-de89-4779-8381-34524c87e417" providerId="ADAL" clId="{6E1D5EB8-13F6-40DF-B512-351F8F358EAF}" dt="2026-03-11T20:57:21.127" v="111" actId="700"/>
          <ac:spMkLst>
            <pc:docMk/>
            <pc:sldMk cId="0" sldId="422"/>
            <ac:spMk id="12" creationId="{00000000-0000-0000-0000-000000000000}"/>
          </ac:spMkLst>
        </pc:spChg>
      </pc:sldChg>
      <pc:sldChg chg="modSp mod modClrScheme chgLayout">
        <pc:chgData name="Carey Garback" userId="dc25ffa4-de89-4779-8381-34524c87e417" providerId="ADAL" clId="{6E1D5EB8-13F6-40DF-B512-351F8F358EAF}" dt="2026-03-11T21:16:43.044" v="427" actId="1076"/>
        <pc:sldMkLst>
          <pc:docMk/>
          <pc:sldMk cId="0" sldId="423"/>
        </pc:sldMkLst>
        <pc:spChg chg="mod ord">
          <ac:chgData name="Carey Garback" userId="dc25ffa4-de89-4779-8381-34524c87e417" providerId="ADAL" clId="{6E1D5EB8-13F6-40DF-B512-351F8F358EAF}" dt="2026-03-11T21:16:43.044" v="427" actId="1076"/>
          <ac:spMkLst>
            <pc:docMk/>
            <pc:sldMk cId="0" sldId="423"/>
            <ac:spMk id="2" creationId="{00000000-0000-0000-0000-000000000000}"/>
          </ac:spMkLst>
        </pc:spChg>
      </pc:sldChg>
      <pc:sldChg chg="delSp modSp mod modClrScheme chgLayout">
        <pc:chgData name="Carey Garback" userId="dc25ffa4-de89-4779-8381-34524c87e417" providerId="ADAL" clId="{6E1D5EB8-13F6-40DF-B512-351F8F358EAF}" dt="2026-03-11T21:17:09.192" v="428" actId="478"/>
        <pc:sldMkLst>
          <pc:docMk/>
          <pc:sldMk cId="0" sldId="424"/>
        </pc:sldMkLst>
        <pc:spChg chg="mod ord">
          <ac:chgData name="Carey Garback" userId="dc25ffa4-de89-4779-8381-34524c87e417" providerId="ADAL" clId="{6E1D5EB8-13F6-40DF-B512-351F8F358EAF}" dt="2026-03-11T20:57:21.127" v="111" actId="700"/>
          <ac:spMkLst>
            <pc:docMk/>
            <pc:sldMk cId="0" sldId="424"/>
            <ac:spMk id="3" creationId="{00000000-0000-0000-0000-000000000000}"/>
          </ac:spMkLst>
        </pc:spChg>
        <pc:spChg chg="del mod ord">
          <ac:chgData name="Carey Garback" userId="dc25ffa4-de89-4779-8381-34524c87e417" providerId="ADAL" clId="{6E1D5EB8-13F6-40DF-B512-351F8F358EAF}" dt="2026-03-11T21:17:09.192" v="428" actId="478"/>
          <ac:spMkLst>
            <pc:docMk/>
            <pc:sldMk cId="0" sldId="424"/>
            <ac:spMk id="4" creationId="{00000000-0000-0000-0000-000000000000}"/>
          </ac:spMkLst>
        </pc:spChg>
      </pc:sldChg>
      <pc:sldChg chg="delSp modSp mod modClrScheme chgLayout">
        <pc:chgData name="Carey Garback" userId="dc25ffa4-de89-4779-8381-34524c87e417" providerId="ADAL" clId="{6E1D5EB8-13F6-40DF-B512-351F8F358EAF}" dt="2026-03-11T21:17:14.370" v="429" actId="478"/>
        <pc:sldMkLst>
          <pc:docMk/>
          <pc:sldMk cId="0" sldId="425"/>
        </pc:sldMkLst>
        <pc:spChg chg="mod ord">
          <ac:chgData name="Carey Garback" userId="dc25ffa4-de89-4779-8381-34524c87e417" providerId="ADAL" clId="{6E1D5EB8-13F6-40DF-B512-351F8F358EAF}" dt="2026-03-11T20:57:21.127" v="111" actId="700"/>
          <ac:spMkLst>
            <pc:docMk/>
            <pc:sldMk cId="0" sldId="425"/>
            <ac:spMk id="5" creationId="{00000000-0000-0000-0000-000000000000}"/>
          </ac:spMkLst>
        </pc:spChg>
        <pc:spChg chg="del mod ord">
          <ac:chgData name="Carey Garback" userId="dc25ffa4-de89-4779-8381-34524c87e417" providerId="ADAL" clId="{6E1D5EB8-13F6-40DF-B512-351F8F358EAF}" dt="2026-03-11T21:17:14.370" v="429" actId="478"/>
          <ac:spMkLst>
            <pc:docMk/>
            <pc:sldMk cId="0" sldId="425"/>
            <ac:spMk id="9" creationId="{00000000-0000-0000-0000-000000000000}"/>
          </ac:spMkLst>
        </pc:spChg>
      </pc:sldChg>
      <pc:sldChg chg="modSp mod modClrScheme chgLayout">
        <pc:chgData name="Carey Garback" userId="dc25ffa4-de89-4779-8381-34524c87e417" providerId="ADAL" clId="{6E1D5EB8-13F6-40DF-B512-351F8F358EAF}" dt="2026-03-11T20:57:21.127" v="111" actId="700"/>
        <pc:sldMkLst>
          <pc:docMk/>
          <pc:sldMk cId="0" sldId="426"/>
        </pc:sldMkLst>
        <pc:spChg chg="mod ord">
          <ac:chgData name="Carey Garback" userId="dc25ffa4-de89-4779-8381-34524c87e417" providerId="ADAL" clId="{6E1D5EB8-13F6-40DF-B512-351F8F358EAF}" dt="2026-03-11T20:57:21.127" v="111" actId="700"/>
          <ac:spMkLst>
            <pc:docMk/>
            <pc:sldMk cId="0" sldId="426"/>
            <ac:spMk id="3" creationId="{00000000-0000-0000-0000-000000000000}"/>
          </ac:spMkLst>
        </pc:spChg>
        <pc:spChg chg="mod ord">
          <ac:chgData name="Carey Garback" userId="dc25ffa4-de89-4779-8381-34524c87e417" providerId="ADAL" clId="{6E1D5EB8-13F6-40DF-B512-351F8F358EAF}" dt="2026-03-11T20:57:21.127" v="111" actId="700"/>
          <ac:spMkLst>
            <pc:docMk/>
            <pc:sldMk cId="0" sldId="426"/>
            <ac:spMk id="5" creationId="{00000000-0000-0000-0000-000000000000}"/>
          </ac:spMkLst>
        </pc:spChg>
      </pc:sldChg>
      <pc:sldChg chg="modSp mod modClrScheme chgLayout">
        <pc:chgData name="Carey Garback" userId="dc25ffa4-de89-4779-8381-34524c87e417" providerId="ADAL" clId="{6E1D5EB8-13F6-40DF-B512-351F8F358EAF}" dt="2026-03-11T20:57:21.127" v="111" actId="700"/>
        <pc:sldMkLst>
          <pc:docMk/>
          <pc:sldMk cId="0" sldId="427"/>
        </pc:sldMkLst>
        <pc:spChg chg="mod ord">
          <ac:chgData name="Carey Garback" userId="dc25ffa4-de89-4779-8381-34524c87e417" providerId="ADAL" clId="{6E1D5EB8-13F6-40DF-B512-351F8F358EAF}" dt="2026-03-11T20:57:21.127" v="111" actId="700"/>
          <ac:spMkLst>
            <pc:docMk/>
            <pc:sldMk cId="0" sldId="427"/>
            <ac:spMk id="2" creationId="{00000000-0000-0000-0000-000000000000}"/>
          </ac:spMkLst>
        </pc:spChg>
        <pc:spChg chg="mod ord">
          <ac:chgData name="Carey Garback" userId="dc25ffa4-de89-4779-8381-34524c87e417" providerId="ADAL" clId="{6E1D5EB8-13F6-40DF-B512-351F8F358EAF}" dt="2026-03-11T20:57:21.127" v="111" actId="700"/>
          <ac:spMkLst>
            <pc:docMk/>
            <pc:sldMk cId="0" sldId="427"/>
            <ac:spMk id="4" creationId="{00000000-0000-0000-0000-000000000000}"/>
          </ac:spMkLst>
        </pc:spChg>
      </pc:sldChg>
      <pc:sldChg chg="modSp mod modClrScheme chgLayout">
        <pc:chgData name="Carey Garback" userId="dc25ffa4-de89-4779-8381-34524c87e417" providerId="ADAL" clId="{6E1D5EB8-13F6-40DF-B512-351F8F358EAF}" dt="2026-03-11T20:57:21.127" v="111" actId="700"/>
        <pc:sldMkLst>
          <pc:docMk/>
          <pc:sldMk cId="0" sldId="428"/>
        </pc:sldMkLst>
        <pc:spChg chg="mod ord">
          <ac:chgData name="Carey Garback" userId="dc25ffa4-de89-4779-8381-34524c87e417" providerId="ADAL" clId="{6E1D5EB8-13F6-40DF-B512-351F8F358EAF}" dt="2026-03-11T20:57:21.127" v="111" actId="700"/>
          <ac:spMkLst>
            <pc:docMk/>
            <pc:sldMk cId="0" sldId="428"/>
            <ac:spMk id="2" creationId="{00000000-0000-0000-0000-000000000000}"/>
          </ac:spMkLst>
        </pc:spChg>
        <pc:spChg chg="mod ord">
          <ac:chgData name="Carey Garback" userId="dc25ffa4-de89-4779-8381-34524c87e417" providerId="ADAL" clId="{6E1D5EB8-13F6-40DF-B512-351F8F358EAF}" dt="2026-03-11T20:57:21.127" v="111" actId="700"/>
          <ac:spMkLst>
            <pc:docMk/>
            <pc:sldMk cId="0" sldId="428"/>
            <ac:spMk id="4" creationId="{00000000-0000-0000-0000-000000000000}"/>
          </ac:spMkLst>
        </pc:spChg>
      </pc:sldChg>
      <pc:sldChg chg="modSp mod modClrScheme chgLayout">
        <pc:chgData name="Carey Garback" userId="dc25ffa4-de89-4779-8381-34524c87e417" providerId="ADAL" clId="{6E1D5EB8-13F6-40DF-B512-351F8F358EAF}" dt="2026-03-11T20:57:21.127" v="111" actId="700"/>
        <pc:sldMkLst>
          <pc:docMk/>
          <pc:sldMk cId="0" sldId="429"/>
        </pc:sldMkLst>
        <pc:spChg chg="mod ord">
          <ac:chgData name="Carey Garback" userId="dc25ffa4-de89-4779-8381-34524c87e417" providerId="ADAL" clId="{6E1D5EB8-13F6-40DF-B512-351F8F358EAF}" dt="2026-03-11T20:57:21.127" v="111" actId="700"/>
          <ac:spMkLst>
            <pc:docMk/>
            <pc:sldMk cId="0" sldId="429"/>
            <ac:spMk id="2" creationId="{00000000-0000-0000-0000-000000000000}"/>
          </ac:spMkLst>
        </pc:spChg>
        <pc:spChg chg="mod ord">
          <ac:chgData name="Carey Garback" userId="dc25ffa4-de89-4779-8381-34524c87e417" providerId="ADAL" clId="{6E1D5EB8-13F6-40DF-B512-351F8F358EAF}" dt="2026-03-11T20:57:21.127" v="111" actId="700"/>
          <ac:spMkLst>
            <pc:docMk/>
            <pc:sldMk cId="0" sldId="429"/>
            <ac:spMk id="4" creationId="{00000000-0000-0000-0000-000000000000}"/>
          </ac:spMkLst>
        </pc:spChg>
      </pc:sldChg>
      <pc:sldChg chg="modSp mod modClrScheme chgLayout">
        <pc:chgData name="Carey Garback" userId="dc25ffa4-de89-4779-8381-34524c87e417" providerId="ADAL" clId="{6E1D5EB8-13F6-40DF-B512-351F8F358EAF}" dt="2026-03-11T20:57:21.127" v="111" actId="700"/>
        <pc:sldMkLst>
          <pc:docMk/>
          <pc:sldMk cId="0" sldId="430"/>
        </pc:sldMkLst>
        <pc:spChg chg="mod ord">
          <ac:chgData name="Carey Garback" userId="dc25ffa4-de89-4779-8381-34524c87e417" providerId="ADAL" clId="{6E1D5EB8-13F6-40DF-B512-351F8F358EAF}" dt="2026-03-11T20:57:21.127" v="111" actId="700"/>
          <ac:spMkLst>
            <pc:docMk/>
            <pc:sldMk cId="0" sldId="430"/>
            <ac:spMk id="6" creationId="{00000000-0000-0000-0000-000000000000}"/>
          </ac:spMkLst>
        </pc:spChg>
        <pc:spChg chg="mod ord">
          <ac:chgData name="Carey Garback" userId="dc25ffa4-de89-4779-8381-34524c87e417" providerId="ADAL" clId="{6E1D5EB8-13F6-40DF-B512-351F8F358EAF}" dt="2026-03-11T20:57:21.127" v="111" actId="700"/>
          <ac:spMkLst>
            <pc:docMk/>
            <pc:sldMk cId="0" sldId="430"/>
            <ac:spMk id="11" creationId="{00000000-0000-0000-0000-000000000000}"/>
          </ac:spMkLst>
        </pc:spChg>
      </pc:sldChg>
      <pc:sldChg chg="modSp mod modClrScheme chgLayout">
        <pc:chgData name="Carey Garback" userId="dc25ffa4-de89-4779-8381-34524c87e417" providerId="ADAL" clId="{6E1D5EB8-13F6-40DF-B512-351F8F358EAF}" dt="2026-03-11T20:57:21.127" v="111" actId="700"/>
        <pc:sldMkLst>
          <pc:docMk/>
          <pc:sldMk cId="0" sldId="431"/>
        </pc:sldMkLst>
        <pc:spChg chg="mod ord">
          <ac:chgData name="Carey Garback" userId="dc25ffa4-de89-4779-8381-34524c87e417" providerId="ADAL" clId="{6E1D5EB8-13F6-40DF-B512-351F8F358EAF}" dt="2026-03-11T20:57:21.127" v="111" actId="700"/>
          <ac:spMkLst>
            <pc:docMk/>
            <pc:sldMk cId="0" sldId="431"/>
            <ac:spMk id="3" creationId="{00000000-0000-0000-0000-000000000000}"/>
          </ac:spMkLst>
        </pc:spChg>
        <pc:spChg chg="mod ord">
          <ac:chgData name="Carey Garback" userId="dc25ffa4-de89-4779-8381-34524c87e417" providerId="ADAL" clId="{6E1D5EB8-13F6-40DF-B512-351F8F358EAF}" dt="2026-03-11T20:57:21.127" v="111" actId="700"/>
          <ac:spMkLst>
            <pc:docMk/>
            <pc:sldMk cId="0" sldId="431"/>
            <ac:spMk id="5" creationId="{00000000-0000-0000-0000-000000000000}"/>
          </ac:spMkLst>
        </pc:spChg>
      </pc:sldChg>
      <pc:sldChg chg="modSp mod modClrScheme chgLayout">
        <pc:chgData name="Carey Garback" userId="dc25ffa4-de89-4779-8381-34524c87e417" providerId="ADAL" clId="{6E1D5EB8-13F6-40DF-B512-351F8F358EAF}" dt="2026-03-11T20:57:21.127" v="111" actId="700"/>
        <pc:sldMkLst>
          <pc:docMk/>
          <pc:sldMk cId="0" sldId="432"/>
        </pc:sldMkLst>
        <pc:spChg chg="mod ord">
          <ac:chgData name="Carey Garback" userId="dc25ffa4-de89-4779-8381-34524c87e417" providerId="ADAL" clId="{6E1D5EB8-13F6-40DF-B512-351F8F358EAF}" dt="2026-03-11T20:57:21.127" v="111" actId="700"/>
          <ac:spMkLst>
            <pc:docMk/>
            <pc:sldMk cId="0" sldId="432"/>
            <ac:spMk id="2" creationId="{00000000-0000-0000-0000-000000000000}"/>
          </ac:spMkLst>
        </pc:spChg>
        <pc:spChg chg="mod ord">
          <ac:chgData name="Carey Garback" userId="dc25ffa4-de89-4779-8381-34524c87e417" providerId="ADAL" clId="{6E1D5EB8-13F6-40DF-B512-351F8F358EAF}" dt="2026-03-11T20:57:21.127" v="111" actId="700"/>
          <ac:spMkLst>
            <pc:docMk/>
            <pc:sldMk cId="0" sldId="432"/>
            <ac:spMk id="4" creationId="{00000000-0000-0000-0000-000000000000}"/>
          </ac:spMkLst>
        </pc:spChg>
      </pc:sldChg>
      <pc:sldChg chg="modSp mod modClrScheme chgLayout">
        <pc:chgData name="Carey Garback" userId="dc25ffa4-de89-4779-8381-34524c87e417" providerId="ADAL" clId="{6E1D5EB8-13F6-40DF-B512-351F8F358EAF}" dt="2026-03-11T20:57:21.127" v="111" actId="700"/>
        <pc:sldMkLst>
          <pc:docMk/>
          <pc:sldMk cId="0" sldId="433"/>
        </pc:sldMkLst>
        <pc:spChg chg="mod ord">
          <ac:chgData name="Carey Garback" userId="dc25ffa4-de89-4779-8381-34524c87e417" providerId="ADAL" clId="{6E1D5EB8-13F6-40DF-B512-351F8F358EAF}" dt="2026-03-11T20:57:21.127" v="111" actId="700"/>
          <ac:spMkLst>
            <pc:docMk/>
            <pc:sldMk cId="0" sldId="433"/>
            <ac:spMk id="3" creationId="{00000000-0000-0000-0000-000000000000}"/>
          </ac:spMkLst>
        </pc:spChg>
      </pc:sldChg>
      <pc:sldChg chg="modSp mod modClrScheme chgLayout">
        <pc:chgData name="Carey Garback" userId="dc25ffa4-de89-4779-8381-34524c87e417" providerId="ADAL" clId="{6E1D5EB8-13F6-40DF-B512-351F8F358EAF}" dt="2026-03-11T20:57:21.127" v="111" actId="700"/>
        <pc:sldMkLst>
          <pc:docMk/>
          <pc:sldMk cId="0" sldId="434"/>
        </pc:sldMkLst>
        <pc:spChg chg="mod ord">
          <ac:chgData name="Carey Garback" userId="dc25ffa4-de89-4779-8381-34524c87e417" providerId="ADAL" clId="{6E1D5EB8-13F6-40DF-B512-351F8F358EAF}" dt="2026-03-11T20:57:21.127" v="111" actId="700"/>
          <ac:spMkLst>
            <pc:docMk/>
            <pc:sldMk cId="0" sldId="434"/>
            <ac:spMk id="2" creationId="{00000000-0000-0000-0000-000000000000}"/>
          </ac:spMkLst>
        </pc:spChg>
        <pc:spChg chg="mod ord">
          <ac:chgData name="Carey Garback" userId="dc25ffa4-de89-4779-8381-34524c87e417" providerId="ADAL" clId="{6E1D5EB8-13F6-40DF-B512-351F8F358EAF}" dt="2026-03-11T20:57:21.127" v="111" actId="700"/>
          <ac:spMkLst>
            <pc:docMk/>
            <pc:sldMk cId="0" sldId="434"/>
            <ac:spMk id="5" creationId="{00000000-0000-0000-0000-000000000000}"/>
          </ac:spMkLst>
        </pc:spChg>
      </pc:sldChg>
      <pc:sldChg chg="modSp mod modClrScheme chgLayout">
        <pc:chgData name="Carey Garback" userId="dc25ffa4-de89-4779-8381-34524c87e417" providerId="ADAL" clId="{6E1D5EB8-13F6-40DF-B512-351F8F358EAF}" dt="2026-03-11T20:57:21.127" v="111" actId="700"/>
        <pc:sldMkLst>
          <pc:docMk/>
          <pc:sldMk cId="0" sldId="435"/>
        </pc:sldMkLst>
        <pc:spChg chg="mod ord">
          <ac:chgData name="Carey Garback" userId="dc25ffa4-de89-4779-8381-34524c87e417" providerId="ADAL" clId="{6E1D5EB8-13F6-40DF-B512-351F8F358EAF}" dt="2026-03-11T20:57:21.127" v="111" actId="700"/>
          <ac:spMkLst>
            <pc:docMk/>
            <pc:sldMk cId="0" sldId="435"/>
            <ac:spMk id="2" creationId="{00000000-0000-0000-0000-000000000000}"/>
          </ac:spMkLst>
        </pc:spChg>
        <pc:spChg chg="mod ord">
          <ac:chgData name="Carey Garback" userId="dc25ffa4-de89-4779-8381-34524c87e417" providerId="ADAL" clId="{6E1D5EB8-13F6-40DF-B512-351F8F358EAF}" dt="2026-03-11T20:57:21.127" v="111" actId="700"/>
          <ac:spMkLst>
            <pc:docMk/>
            <pc:sldMk cId="0" sldId="435"/>
            <ac:spMk id="4" creationId="{00000000-0000-0000-0000-000000000000}"/>
          </ac:spMkLst>
        </pc:spChg>
      </pc:sldChg>
      <pc:sldChg chg="modSp mod modClrScheme chgLayout">
        <pc:chgData name="Carey Garback" userId="dc25ffa4-de89-4779-8381-34524c87e417" providerId="ADAL" clId="{6E1D5EB8-13F6-40DF-B512-351F8F358EAF}" dt="2026-03-11T20:57:21.127" v="111" actId="700"/>
        <pc:sldMkLst>
          <pc:docMk/>
          <pc:sldMk cId="0" sldId="436"/>
        </pc:sldMkLst>
        <pc:spChg chg="mod ord">
          <ac:chgData name="Carey Garback" userId="dc25ffa4-de89-4779-8381-34524c87e417" providerId="ADAL" clId="{6E1D5EB8-13F6-40DF-B512-351F8F358EAF}" dt="2026-03-11T20:57:21.127" v="111" actId="700"/>
          <ac:spMkLst>
            <pc:docMk/>
            <pc:sldMk cId="0" sldId="436"/>
            <ac:spMk id="2" creationId="{00000000-0000-0000-0000-000000000000}"/>
          </ac:spMkLst>
        </pc:spChg>
        <pc:spChg chg="mod ord">
          <ac:chgData name="Carey Garback" userId="dc25ffa4-de89-4779-8381-34524c87e417" providerId="ADAL" clId="{6E1D5EB8-13F6-40DF-B512-351F8F358EAF}" dt="2026-03-11T20:57:21.127" v="111" actId="700"/>
          <ac:spMkLst>
            <pc:docMk/>
            <pc:sldMk cId="0" sldId="436"/>
            <ac:spMk id="4" creationId="{00000000-0000-0000-0000-000000000000}"/>
          </ac:spMkLst>
        </pc:spChg>
      </pc:sldChg>
      <pc:sldChg chg="modSp mod modClrScheme chgLayout">
        <pc:chgData name="Carey Garback" userId="dc25ffa4-de89-4779-8381-34524c87e417" providerId="ADAL" clId="{6E1D5EB8-13F6-40DF-B512-351F8F358EAF}" dt="2026-03-11T20:57:21.127" v="111" actId="700"/>
        <pc:sldMkLst>
          <pc:docMk/>
          <pc:sldMk cId="0" sldId="437"/>
        </pc:sldMkLst>
        <pc:spChg chg="mod ord">
          <ac:chgData name="Carey Garback" userId="dc25ffa4-de89-4779-8381-34524c87e417" providerId="ADAL" clId="{6E1D5EB8-13F6-40DF-B512-351F8F358EAF}" dt="2026-03-11T20:57:21.127" v="111" actId="700"/>
          <ac:spMkLst>
            <pc:docMk/>
            <pc:sldMk cId="0" sldId="437"/>
            <ac:spMk id="2" creationId="{00000000-0000-0000-0000-000000000000}"/>
          </ac:spMkLst>
        </pc:spChg>
        <pc:spChg chg="mod ord">
          <ac:chgData name="Carey Garback" userId="dc25ffa4-de89-4779-8381-34524c87e417" providerId="ADAL" clId="{6E1D5EB8-13F6-40DF-B512-351F8F358EAF}" dt="2026-03-11T20:57:21.127" v="111" actId="700"/>
          <ac:spMkLst>
            <pc:docMk/>
            <pc:sldMk cId="0" sldId="437"/>
            <ac:spMk id="4" creationId="{00000000-0000-0000-0000-000000000000}"/>
          </ac:spMkLst>
        </pc:spChg>
      </pc:sldChg>
      <pc:sldChg chg="modSp mod modClrScheme chgLayout">
        <pc:chgData name="Carey Garback" userId="dc25ffa4-de89-4779-8381-34524c87e417" providerId="ADAL" clId="{6E1D5EB8-13F6-40DF-B512-351F8F358EAF}" dt="2026-03-11T20:57:21.127" v="111" actId="700"/>
        <pc:sldMkLst>
          <pc:docMk/>
          <pc:sldMk cId="0" sldId="438"/>
        </pc:sldMkLst>
        <pc:spChg chg="mod ord">
          <ac:chgData name="Carey Garback" userId="dc25ffa4-de89-4779-8381-34524c87e417" providerId="ADAL" clId="{6E1D5EB8-13F6-40DF-B512-351F8F358EAF}" dt="2026-03-11T20:57:21.127" v="111" actId="700"/>
          <ac:spMkLst>
            <pc:docMk/>
            <pc:sldMk cId="0" sldId="438"/>
            <ac:spMk id="2" creationId="{00000000-0000-0000-0000-000000000000}"/>
          </ac:spMkLst>
        </pc:spChg>
        <pc:spChg chg="mod ord">
          <ac:chgData name="Carey Garback" userId="dc25ffa4-de89-4779-8381-34524c87e417" providerId="ADAL" clId="{6E1D5EB8-13F6-40DF-B512-351F8F358EAF}" dt="2026-03-11T20:57:21.127" v="111" actId="700"/>
          <ac:spMkLst>
            <pc:docMk/>
            <pc:sldMk cId="0" sldId="438"/>
            <ac:spMk id="4" creationId="{00000000-0000-0000-0000-000000000000}"/>
          </ac:spMkLst>
        </pc:spChg>
      </pc:sldChg>
      <pc:sldChg chg="modSp mod modClrScheme chgLayout">
        <pc:chgData name="Carey Garback" userId="dc25ffa4-de89-4779-8381-34524c87e417" providerId="ADAL" clId="{6E1D5EB8-13F6-40DF-B512-351F8F358EAF}" dt="2026-03-11T20:57:21.127" v="111" actId="700"/>
        <pc:sldMkLst>
          <pc:docMk/>
          <pc:sldMk cId="0" sldId="439"/>
        </pc:sldMkLst>
        <pc:spChg chg="mod ord">
          <ac:chgData name="Carey Garback" userId="dc25ffa4-de89-4779-8381-34524c87e417" providerId="ADAL" clId="{6E1D5EB8-13F6-40DF-B512-351F8F358EAF}" dt="2026-03-11T20:57:21.127" v="111" actId="700"/>
          <ac:spMkLst>
            <pc:docMk/>
            <pc:sldMk cId="0" sldId="439"/>
            <ac:spMk id="2" creationId="{00000000-0000-0000-0000-000000000000}"/>
          </ac:spMkLst>
        </pc:spChg>
        <pc:spChg chg="mod ord">
          <ac:chgData name="Carey Garback" userId="dc25ffa4-de89-4779-8381-34524c87e417" providerId="ADAL" clId="{6E1D5EB8-13F6-40DF-B512-351F8F358EAF}" dt="2026-03-11T20:57:21.127" v="111" actId="700"/>
          <ac:spMkLst>
            <pc:docMk/>
            <pc:sldMk cId="0" sldId="439"/>
            <ac:spMk id="4" creationId="{00000000-0000-0000-0000-000000000000}"/>
          </ac:spMkLst>
        </pc:spChg>
      </pc:sldChg>
      <pc:sldChg chg="modSp mod modClrScheme chgLayout">
        <pc:chgData name="Carey Garback" userId="dc25ffa4-de89-4779-8381-34524c87e417" providerId="ADAL" clId="{6E1D5EB8-13F6-40DF-B512-351F8F358EAF}" dt="2026-03-11T20:57:21.127" v="111" actId="700"/>
        <pc:sldMkLst>
          <pc:docMk/>
          <pc:sldMk cId="0" sldId="440"/>
        </pc:sldMkLst>
        <pc:spChg chg="mod ord">
          <ac:chgData name="Carey Garback" userId="dc25ffa4-de89-4779-8381-34524c87e417" providerId="ADAL" clId="{6E1D5EB8-13F6-40DF-B512-351F8F358EAF}" dt="2026-03-11T20:57:21.127" v="111" actId="700"/>
          <ac:spMkLst>
            <pc:docMk/>
            <pc:sldMk cId="0" sldId="440"/>
            <ac:spMk id="3" creationId="{00000000-0000-0000-0000-000000000000}"/>
          </ac:spMkLst>
        </pc:spChg>
        <pc:spChg chg="mod ord">
          <ac:chgData name="Carey Garback" userId="dc25ffa4-de89-4779-8381-34524c87e417" providerId="ADAL" clId="{6E1D5EB8-13F6-40DF-B512-351F8F358EAF}" dt="2026-03-11T20:57:21.127" v="111" actId="700"/>
          <ac:spMkLst>
            <pc:docMk/>
            <pc:sldMk cId="0" sldId="440"/>
            <ac:spMk id="5" creationId="{00000000-0000-0000-0000-000000000000}"/>
          </ac:spMkLst>
        </pc:spChg>
      </pc:sldChg>
      <pc:sldChg chg="modSp mod modClrScheme chgLayout">
        <pc:chgData name="Carey Garback" userId="dc25ffa4-de89-4779-8381-34524c87e417" providerId="ADAL" clId="{6E1D5EB8-13F6-40DF-B512-351F8F358EAF}" dt="2026-03-11T20:57:21.127" v="111" actId="700"/>
        <pc:sldMkLst>
          <pc:docMk/>
          <pc:sldMk cId="0" sldId="441"/>
        </pc:sldMkLst>
        <pc:spChg chg="mod ord">
          <ac:chgData name="Carey Garback" userId="dc25ffa4-de89-4779-8381-34524c87e417" providerId="ADAL" clId="{6E1D5EB8-13F6-40DF-B512-351F8F358EAF}" dt="2026-03-11T20:57:21.127" v="111" actId="700"/>
          <ac:spMkLst>
            <pc:docMk/>
            <pc:sldMk cId="0" sldId="441"/>
            <ac:spMk id="2" creationId="{00000000-0000-0000-0000-000000000000}"/>
          </ac:spMkLst>
        </pc:spChg>
        <pc:spChg chg="mod ord">
          <ac:chgData name="Carey Garback" userId="dc25ffa4-de89-4779-8381-34524c87e417" providerId="ADAL" clId="{6E1D5EB8-13F6-40DF-B512-351F8F358EAF}" dt="2026-03-11T20:57:21.127" v="111" actId="700"/>
          <ac:spMkLst>
            <pc:docMk/>
            <pc:sldMk cId="0" sldId="441"/>
            <ac:spMk id="4" creationId="{00000000-0000-0000-0000-000000000000}"/>
          </ac:spMkLst>
        </pc:spChg>
      </pc:sldChg>
      <pc:sldChg chg="modSp mod modClrScheme chgLayout">
        <pc:chgData name="Carey Garback" userId="dc25ffa4-de89-4779-8381-34524c87e417" providerId="ADAL" clId="{6E1D5EB8-13F6-40DF-B512-351F8F358EAF}" dt="2026-03-11T20:57:21.127" v="111" actId="700"/>
        <pc:sldMkLst>
          <pc:docMk/>
          <pc:sldMk cId="0" sldId="442"/>
        </pc:sldMkLst>
        <pc:spChg chg="mod ord">
          <ac:chgData name="Carey Garback" userId="dc25ffa4-de89-4779-8381-34524c87e417" providerId="ADAL" clId="{6E1D5EB8-13F6-40DF-B512-351F8F358EAF}" dt="2026-03-11T20:57:21.127" v="111" actId="700"/>
          <ac:spMkLst>
            <pc:docMk/>
            <pc:sldMk cId="0" sldId="442"/>
            <ac:spMk id="3" creationId="{00000000-0000-0000-0000-000000000000}"/>
          </ac:spMkLst>
        </pc:spChg>
        <pc:spChg chg="mod ord">
          <ac:chgData name="Carey Garback" userId="dc25ffa4-de89-4779-8381-34524c87e417" providerId="ADAL" clId="{6E1D5EB8-13F6-40DF-B512-351F8F358EAF}" dt="2026-03-11T20:57:21.127" v="111" actId="700"/>
          <ac:spMkLst>
            <pc:docMk/>
            <pc:sldMk cId="0" sldId="442"/>
            <ac:spMk id="4" creationId="{00000000-0000-0000-0000-000000000000}"/>
          </ac:spMkLst>
        </pc:spChg>
      </pc:sldChg>
      <pc:sldChg chg="modSp mod modClrScheme chgLayout">
        <pc:chgData name="Carey Garback" userId="dc25ffa4-de89-4779-8381-34524c87e417" providerId="ADAL" clId="{6E1D5EB8-13F6-40DF-B512-351F8F358EAF}" dt="2026-03-11T20:57:21.127" v="111" actId="700"/>
        <pc:sldMkLst>
          <pc:docMk/>
          <pc:sldMk cId="0" sldId="443"/>
        </pc:sldMkLst>
        <pc:spChg chg="mod ord">
          <ac:chgData name="Carey Garback" userId="dc25ffa4-de89-4779-8381-34524c87e417" providerId="ADAL" clId="{6E1D5EB8-13F6-40DF-B512-351F8F358EAF}" dt="2026-03-11T20:57:21.127" v="111" actId="700"/>
          <ac:spMkLst>
            <pc:docMk/>
            <pc:sldMk cId="0" sldId="443"/>
            <ac:spMk id="3" creationId="{00000000-0000-0000-0000-000000000000}"/>
          </ac:spMkLst>
        </pc:spChg>
        <pc:spChg chg="mod ord">
          <ac:chgData name="Carey Garback" userId="dc25ffa4-de89-4779-8381-34524c87e417" providerId="ADAL" clId="{6E1D5EB8-13F6-40DF-B512-351F8F358EAF}" dt="2026-03-11T20:57:21.127" v="111" actId="700"/>
          <ac:spMkLst>
            <pc:docMk/>
            <pc:sldMk cId="0" sldId="443"/>
            <ac:spMk id="5" creationId="{00000000-0000-0000-0000-000000000000}"/>
          </ac:spMkLst>
        </pc:spChg>
      </pc:sldChg>
      <pc:sldChg chg="modSp mod modClrScheme chgLayout">
        <pc:chgData name="Carey Garback" userId="dc25ffa4-de89-4779-8381-34524c87e417" providerId="ADAL" clId="{6E1D5EB8-13F6-40DF-B512-351F8F358EAF}" dt="2026-03-11T20:57:21.127" v="111" actId="700"/>
        <pc:sldMkLst>
          <pc:docMk/>
          <pc:sldMk cId="0" sldId="444"/>
        </pc:sldMkLst>
        <pc:spChg chg="mod ord">
          <ac:chgData name="Carey Garback" userId="dc25ffa4-de89-4779-8381-34524c87e417" providerId="ADAL" clId="{6E1D5EB8-13F6-40DF-B512-351F8F358EAF}" dt="2026-03-11T20:57:21.127" v="111" actId="700"/>
          <ac:spMkLst>
            <pc:docMk/>
            <pc:sldMk cId="0" sldId="444"/>
            <ac:spMk id="2" creationId="{00000000-0000-0000-0000-000000000000}"/>
          </ac:spMkLst>
        </pc:spChg>
        <pc:spChg chg="mod ord">
          <ac:chgData name="Carey Garback" userId="dc25ffa4-de89-4779-8381-34524c87e417" providerId="ADAL" clId="{6E1D5EB8-13F6-40DF-B512-351F8F358EAF}" dt="2026-03-11T20:57:21.127" v="111" actId="700"/>
          <ac:spMkLst>
            <pc:docMk/>
            <pc:sldMk cId="0" sldId="444"/>
            <ac:spMk id="4" creationId="{00000000-0000-0000-0000-000000000000}"/>
          </ac:spMkLst>
        </pc:spChg>
      </pc:sldChg>
      <pc:sldMasterChg chg="del delSldLayout">
        <pc:chgData name="Carey Garback" userId="dc25ffa4-de89-4779-8381-34524c87e417" providerId="ADAL" clId="{6E1D5EB8-13F6-40DF-B512-351F8F358EAF}" dt="2026-03-11T20:48:42.898" v="27" actId="700"/>
        <pc:sldMasterMkLst>
          <pc:docMk/>
          <pc:sldMasterMk cId="3235924352" sldId="2147483660"/>
        </pc:sldMasterMkLst>
        <pc:sldLayoutChg chg="del">
          <pc:chgData name="Carey Garback" userId="dc25ffa4-de89-4779-8381-34524c87e417" providerId="ADAL" clId="{6E1D5EB8-13F6-40DF-B512-351F8F358EAF}" dt="2026-03-11T20:48:42.898" v="27" actId="700"/>
          <pc:sldLayoutMkLst>
            <pc:docMk/>
            <pc:sldMasterMk cId="3235924352" sldId="2147483660"/>
            <pc:sldLayoutMk cId="1035141377" sldId="2147483661"/>
          </pc:sldLayoutMkLst>
        </pc:sldLayoutChg>
        <pc:sldLayoutChg chg="del">
          <pc:chgData name="Carey Garback" userId="dc25ffa4-de89-4779-8381-34524c87e417" providerId="ADAL" clId="{6E1D5EB8-13F6-40DF-B512-351F8F358EAF}" dt="2026-03-11T20:48:42.898" v="27" actId="700"/>
          <pc:sldLayoutMkLst>
            <pc:docMk/>
            <pc:sldMasterMk cId="3235924352" sldId="2147483660"/>
            <pc:sldLayoutMk cId="4027653642" sldId="2147483662"/>
          </pc:sldLayoutMkLst>
        </pc:sldLayoutChg>
      </pc:sldMasterChg>
      <pc:sldMasterChg chg="del delSldLayout">
        <pc:chgData name="Carey Garback" userId="dc25ffa4-de89-4779-8381-34524c87e417" providerId="ADAL" clId="{6E1D5EB8-13F6-40DF-B512-351F8F358EAF}" dt="2026-03-11T20:49:21.684" v="28" actId="700"/>
        <pc:sldMasterMkLst>
          <pc:docMk/>
          <pc:sldMasterMk cId="923368649" sldId="2147483666"/>
        </pc:sldMasterMkLst>
        <pc:sldLayoutChg chg="del">
          <pc:chgData name="Carey Garback" userId="dc25ffa4-de89-4779-8381-34524c87e417" providerId="ADAL" clId="{6E1D5EB8-13F6-40DF-B512-351F8F358EAF}" dt="2026-03-11T20:49:21.684" v="28" actId="700"/>
          <pc:sldLayoutMkLst>
            <pc:docMk/>
            <pc:sldMasterMk cId="923368649" sldId="2147483666"/>
            <pc:sldLayoutMk cId="1141453576" sldId="2147483667"/>
          </pc:sldLayoutMkLst>
        </pc:sldLayoutChg>
        <pc:sldLayoutChg chg="del">
          <pc:chgData name="Carey Garback" userId="dc25ffa4-de89-4779-8381-34524c87e417" providerId="ADAL" clId="{6E1D5EB8-13F6-40DF-B512-351F8F358EAF}" dt="2026-03-11T20:49:21.684" v="28" actId="700"/>
          <pc:sldLayoutMkLst>
            <pc:docMk/>
            <pc:sldMasterMk cId="923368649" sldId="2147483666"/>
            <pc:sldLayoutMk cId="1456915426" sldId="2147483668"/>
          </pc:sldLayoutMkLst>
        </pc:sldLayoutChg>
        <pc:sldLayoutChg chg="del">
          <pc:chgData name="Carey Garback" userId="dc25ffa4-de89-4779-8381-34524c87e417" providerId="ADAL" clId="{6E1D5EB8-13F6-40DF-B512-351F8F358EAF}" dt="2026-03-11T20:49:21.684" v="28" actId="700"/>
          <pc:sldLayoutMkLst>
            <pc:docMk/>
            <pc:sldMasterMk cId="923368649" sldId="2147483666"/>
            <pc:sldLayoutMk cId="2183310103" sldId="2147483669"/>
          </pc:sldLayoutMkLst>
        </pc:sldLayoutChg>
      </pc:sldMasterChg>
      <pc:sldMasterChg chg="del delSldLayout">
        <pc:chgData name="Carey Garback" userId="dc25ffa4-de89-4779-8381-34524c87e417" providerId="ADAL" clId="{6E1D5EB8-13F6-40DF-B512-351F8F358EAF}" dt="2026-03-11T20:57:21.127" v="111" actId="700"/>
        <pc:sldMasterMkLst>
          <pc:docMk/>
          <pc:sldMasterMk cId="1401809999" sldId="2147483679"/>
        </pc:sldMasterMkLst>
        <pc:sldLayoutChg chg="del">
          <pc:chgData name="Carey Garback" userId="dc25ffa4-de89-4779-8381-34524c87e417" providerId="ADAL" clId="{6E1D5EB8-13F6-40DF-B512-351F8F358EAF}" dt="2026-03-11T20:57:21.127" v="111" actId="700"/>
          <pc:sldLayoutMkLst>
            <pc:docMk/>
            <pc:sldMasterMk cId="1401809999" sldId="2147483679"/>
            <pc:sldLayoutMk cId="2909978897" sldId="2147483680"/>
          </pc:sldLayoutMkLst>
        </pc:sldLayoutChg>
        <pc:sldLayoutChg chg="del">
          <pc:chgData name="Carey Garback" userId="dc25ffa4-de89-4779-8381-34524c87e417" providerId="ADAL" clId="{6E1D5EB8-13F6-40DF-B512-351F8F358EAF}" dt="2026-03-11T20:57:21.127" v="111" actId="700"/>
          <pc:sldLayoutMkLst>
            <pc:docMk/>
            <pc:sldMasterMk cId="1401809999" sldId="2147483679"/>
            <pc:sldLayoutMk cId="2915061967" sldId="2147483681"/>
          </pc:sldLayoutMkLst>
        </pc:sldLayoutChg>
        <pc:sldLayoutChg chg="del">
          <pc:chgData name="Carey Garback" userId="dc25ffa4-de89-4779-8381-34524c87e417" providerId="ADAL" clId="{6E1D5EB8-13F6-40DF-B512-351F8F358EAF}" dt="2026-03-11T20:57:21.127" v="111" actId="700"/>
          <pc:sldLayoutMkLst>
            <pc:docMk/>
            <pc:sldMasterMk cId="1401809999" sldId="2147483679"/>
            <pc:sldLayoutMk cId="1914343070" sldId="2147483682"/>
          </pc:sldLayoutMkLst>
        </pc:sldLayoutChg>
        <pc:sldLayoutChg chg="del">
          <pc:chgData name="Carey Garback" userId="dc25ffa4-de89-4779-8381-34524c87e417" providerId="ADAL" clId="{6E1D5EB8-13F6-40DF-B512-351F8F358EAF}" dt="2026-03-11T20:57:21.127" v="111" actId="700"/>
          <pc:sldLayoutMkLst>
            <pc:docMk/>
            <pc:sldMasterMk cId="1401809999" sldId="2147483679"/>
            <pc:sldLayoutMk cId="365608168" sldId="2147483683"/>
          </pc:sldLayoutMkLst>
        </pc:sldLayoutChg>
      </pc:sldMasterChg>
      <pc:sldMasterChg chg="del delSldLayout">
        <pc:chgData name="Carey Garback" userId="dc25ffa4-de89-4779-8381-34524c87e417" providerId="ADAL" clId="{6E1D5EB8-13F6-40DF-B512-351F8F358EAF}" dt="2026-03-11T20:57:21.127" v="111" actId="700"/>
        <pc:sldMasterMkLst>
          <pc:docMk/>
          <pc:sldMasterMk cId="917995300" sldId="2147483685"/>
        </pc:sldMasterMkLst>
        <pc:sldLayoutChg chg="del">
          <pc:chgData name="Carey Garback" userId="dc25ffa4-de89-4779-8381-34524c87e417" providerId="ADAL" clId="{6E1D5EB8-13F6-40DF-B512-351F8F358EAF}" dt="2026-03-11T20:57:21.127" v="111" actId="700"/>
          <pc:sldLayoutMkLst>
            <pc:docMk/>
            <pc:sldMasterMk cId="917995300" sldId="2147483685"/>
            <pc:sldLayoutMk cId="1257960484" sldId="2147483686"/>
          </pc:sldLayoutMkLst>
        </pc:sldLayoutChg>
        <pc:sldLayoutChg chg="del">
          <pc:chgData name="Carey Garback" userId="dc25ffa4-de89-4779-8381-34524c87e417" providerId="ADAL" clId="{6E1D5EB8-13F6-40DF-B512-351F8F358EAF}" dt="2026-03-11T20:57:21.127" v="111" actId="700"/>
          <pc:sldLayoutMkLst>
            <pc:docMk/>
            <pc:sldMasterMk cId="917995300" sldId="2147483685"/>
            <pc:sldLayoutMk cId="738163252" sldId="2147483687"/>
          </pc:sldLayoutMkLst>
        </pc:sldLayoutChg>
        <pc:sldLayoutChg chg="del">
          <pc:chgData name="Carey Garback" userId="dc25ffa4-de89-4779-8381-34524c87e417" providerId="ADAL" clId="{6E1D5EB8-13F6-40DF-B512-351F8F358EAF}" dt="2026-03-11T20:57:21.127" v="111" actId="700"/>
          <pc:sldLayoutMkLst>
            <pc:docMk/>
            <pc:sldMasterMk cId="917995300" sldId="2147483685"/>
            <pc:sldLayoutMk cId="3981737369" sldId="2147483688"/>
          </pc:sldLayoutMkLst>
        </pc:sldLayoutChg>
        <pc:sldLayoutChg chg="del">
          <pc:chgData name="Carey Garback" userId="dc25ffa4-de89-4779-8381-34524c87e417" providerId="ADAL" clId="{6E1D5EB8-13F6-40DF-B512-351F8F358EAF}" dt="2026-03-11T20:57:21.127" v="111" actId="700"/>
          <pc:sldLayoutMkLst>
            <pc:docMk/>
            <pc:sldMasterMk cId="917995300" sldId="2147483685"/>
            <pc:sldLayoutMk cId="1236164671" sldId="2147483689"/>
          </pc:sldLayoutMkLst>
        </pc:sldLayoutChg>
      </pc:sldMasterChg>
      <pc:sldMasterChg chg="del delSldLayout">
        <pc:chgData name="Carey Garback" userId="dc25ffa4-de89-4779-8381-34524c87e417" providerId="ADAL" clId="{6E1D5EB8-13F6-40DF-B512-351F8F358EAF}" dt="2026-03-11T20:57:21.127" v="111" actId="700"/>
        <pc:sldMasterMkLst>
          <pc:docMk/>
          <pc:sldMasterMk cId="4040483893" sldId="2147483691"/>
        </pc:sldMasterMkLst>
        <pc:sldLayoutChg chg="del">
          <pc:chgData name="Carey Garback" userId="dc25ffa4-de89-4779-8381-34524c87e417" providerId="ADAL" clId="{6E1D5EB8-13F6-40DF-B512-351F8F358EAF}" dt="2026-03-11T20:57:21.127" v="111" actId="700"/>
          <pc:sldLayoutMkLst>
            <pc:docMk/>
            <pc:sldMasterMk cId="4040483893" sldId="2147483691"/>
            <pc:sldLayoutMk cId="62507525" sldId="2147483692"/>
          </pc:sldLayoutMkLst>
        </pc:sldLayoutChg>
        <pc:sldLayoutChg chg="del">
          <pc:chgData name="Carey Garback" userId="dc25ffa4-de89-4779-8381-34524c87e417" providerId="ADAL" clId="{6E1D5EB8-13F6-40DF-B512-351F8F358EAF}" dt="2026-03-11T20:57:21.127" v="111" actId="700"/>
          <pc:sldLayoutMkLst>
            <pc:docMk/>
            <pc:sldMasterMk cId="4040483893" sldId="2147483691"/>
            <pc:sldLayoutMk cId="3087094166" sldId="2147483693"/>
          </pc:sldLayoutMkLst>
        </pc:sldLayoutChg>
        <pc:sldLayoutChg chg="del">
          <pc:chgData name="Carey Garback" userId="dc25ffa4-de89-4779-8381-34524c87e417" providerId="ADAL" clId="{6E1D5EB8-13F6-40DF-B512-351F8F358EAF}" dt="2026-03-11T20:57:21.127" v="111" actId="700"/>
          <pc:sldLayoutMkLst>
            <pc:docMk/>
            <pc:sldMasterMk cId="4040483893" sldId="2147483691"/>
            <pc:sldLayoutMk cId="500174963" sldId="2147483695"/>
          </pc:sldLayoutMkLst>
        </pc:sldLayoutChg>
      </pc:sldMasterChg>
      <pc:sldMasterChg chg="del delSldLayout">
        <pc:chgData name="Carey Garback" userId="dc25ffa4-de89-4779-8381-34524c87e417" providerId="ADAL" clId="{6E1D5EB8-13F6-40DF-B512-351F8F358EAF}" dt="2026-03-11T20:57:21.127" v="111" actId="700"/>
        <pc:sldMasterMkLst>
          <pc:docMk/>
          <pc:sldMasterMk cId="833956046" sldId="2147483697"/>
        </pc:sldMasterMkLst>
        <pc:sldLayoutChg chg="del">
          <pc:chgData name="Carey Garback" userId="dc25ffa4-de89-4779-8381-34524c87e417" providerId="ADAL" clId="{6E1D5EB8-13F6-40DF-B512-351F8F358EAF}" dt="2026-03-11T20:57:21.127" v="111" actId="700"/>
          <pc:sldLayoutMkLst>
            <pc:docMk/>
            <pc:sldMasterMk cId="833956046" sldId="2147483697"/>
            <pc:sldLayoutMk cId="3345404786" sldId="2147483698"/>
          </pc:sldLayoutMkLst>
        </pc:sldLayoutChg>
        <pc:sldLayoutChg chg="del">
          <pc:chgData name="Carey Garback" userId="dc25ffa4-de89-4779-8381-34524c87e417" providerId="ADAL" clId="{6E1D5EB8-13F6-40DF-B512-351F8F358EAF}" dt="2026-03-11T20:57:21.127" v="111" actId="700"/>
          <pc:sldLayoutMkLst>
            <pc:docMk/>
            <pc:sldMasterMk cId="833956046" sldId="2147483697"/>
            <pc:sldLayoutMk cId="3048282712" sldId="2147483699"/>
          </pc:sldLayoutMkLst>
        </pc:sldLayoutChg>
        <pc:sldLayoutChg chg="del">
          <pc:chgData name="Carey Garback" userId="dc25ffa4-de89-4779-8381-34524c87e417" providerId="ADAL" clId="{6E1D5EB8-13F6-40DF-B512-351F8F358EAF}" dt="2026-03-11T20:57:21.127" v="111" actId="700"/>
          <pc:sldLayoutMkLst>
            <pc:docMk/>
            <pc:sldMasterMk cId="833956046" sldId="2147483697"/>
            <pc:sldLayoutMk cId="3843714748" sldId="2147483701"/>
          </pc:sldLayoutMkLst>
        </pc:sldLayoutChg>
      </pc:sldMasterChg>
      <pc:sldMasterChg chg="new mod addSldLayout">
        <pc:chgData name="Carey Garback" userId="dc25ffa4-de89-4779-8381-34524c87e417" providerId="ADAL" clId="{6E1D5EB8-13F6-40DF-B512-351F8F358EAF}" dt="2026-03-11T20:45:54.864" v="0" actId="6938"/>
        <pc:sldMasterMkLst>
          <pc:docMk/>
          <pc:sldMasterMk cId="3768917275" sldId="2147483702"/>
        </pc:sldMasterMkLst>
        <pc:sldLayoutChg chg="new replId">
          <pc:chgData name="Carey Garback" userId="dc25ffa4-de89-4779-8381-34524c87e417" providerId="ADAL" clId="{6E1D5EB8-13F6-40DF-B512-351F8F358EAF}" dt="2026-03-11T20:45:54.864" v="0" actId="6938"/>
          <pc:sldLayoutMkLst>
            <pc:docMk/>
            <pc:sldMasterMk cId="3768917275" sldId="2147483702"/>
            <pc:sldLayoutMk cId="4122042031" sldId="2147483703"/>
          </pc:sldLayoutMkLst>
        </pc:sldLayoutChg>
        <pc:sldLayoutChg chg="new replId">
          <pc:chgData name="Carey Garback" userId="dc25ffa4-de89-4779-8381-34524c87e417" providerId="ADAL" clId="{6E1D5EB8-13F6-40DF-B512-351F8F358EAF}" dt="2026-03-11T20:45:54.864" v="0" actId="6938"/>
          <pc:sldLayoutMkLst>
            <pc:docMk/>
            <pc:sldMasterMk cId="3768917275" sldId="2147483702"/>
            <pc:sldLayoutMk cId="1619336987" sldId="2147483704"/>
          </pc:sldLayoutMkLst>
        </pc:sldLayoutChg>
        <pc:sldLayoutChg chg="new replId">
          <pc:chgData name="Carey Garback" userId="dc25ffa4-de89-4779-8381-34524c87e417" providerId="ADAL" clId="{6E1D5EB8-13F6-40DF-B512-351F8F358EAF}" dt="2026-03-11T20:45:54.864" v="0" actId="6938"/>
          <pc:sldLayoutMkLst>
            <pc:docMk/>
            <pc:sldMasterMk cId="3768917275" sldId="2147483702"/>
            <pc:sldLayoutMk cId="2999859724" sldId="2147483705"/>
          </pc:sldLayoutMkLst>
        </pc:sldLayoutChg>
        <pc:sldLayoutChg chg="new replId">
          <pc:chgData name="Carey Garback" userId="dc25ffa4-de89-4779-8381-34524c87e417" providerId="ADAL" clId="{6E1D5EB8-13F6-40DF-B512-351F8F358EAF}" dt="2026-03-11T20:45:54.864" v="0" actId="6938"/>
          <pc:sldLayoutMkLst>
            <pc:docMk/>
            <pc:sldMasterMk cId="3768917275" sldId="2147483702"/>
            <pc:sldLayoutMk cId="1046803670" sldId="2147483706"/>
          </pc:sldLayoutMkLst>
        </pc:sldLayoutChg>
        <pc:sldLayoutChg chg="new replId">
          <pc:chgData name="Carey Garback" userId="dc25ffa4-de89-4779-8381-34524c87e417" providerId="ADAL" clId="{6E1D5EB8-13F6-40DF-B512-351F8F358EAF}" dt="2026-03-11T20:45:54.864" v="0" actId="6938"/>
          <pc:sldLayoutMkLst>
            <pc:docMk/>
            <pc:sldMasterMk cId="3768917275" sldId="2147483702"/>
            <pc:sldLayoutMk cId="3127527939" sldId="2147483707"/>
          </pc:sldLayoutMkLst>
        </pc:sldLayoutChg>
        <pc:sldLayoutChg chg="new replId">
          <pc:chgData name="Carey Garback" userId="dc25ffa4-de89-4779-8381-34524c87e417" providerId="ADAL" clId="{6E1D5EB8-13F6-40DF-B512-351F8F358EAF}" dt="2026-03-11T20:45:54.864" v="0" actId="6938"/>
          <pc:sldLayoutMkLst>
            <pc:docMk/>
            <pc:sldMasterMk cId="3768917275" sldId="2147483702"/>
            <pc:sldLayoutMk cId="1568196630" sldId="2147483708"/>
          </pc:sldLayoutMkLst>
        </pc:sldLayoutChg>
        <pc:sldLayoutChg chg="new replId">
          <pc:chgData name="Carey Garback" userId="dc25ffa4-de89-4779-8381-34524c87e417" providerId="ADAL" clId="{6E1D5EB8-13F6-40DF-B512-351F8F358EAF}" dt="2026-03-11T20:45:54.864" v="0" actId="6938"/>
          <pc:sldLayoutMkLst>
            <pc:docMk/>
            <pc:sldMasterMk cId="3768917275" sldId="2147483702"/>
            <pc:sldLayoutMk cId="3138423179" sldId="2147483709"/>
          </pc:sldLayoutMkLst>
        </pc:sldLayoutChg>
        <pc:sldLayoutChg chg="new replId">
          <pc:chgData name="Carey Garback" userId="dc25ffa4-de89-4779-8381-34524c87e417" providerId="ADAL" clId="{6E1D5EB8-13F6-40DF-B512-351F8F358EAF}" dt="2026-03-11T20:45:54.864" v="0" actId="6938"/>
          <pc:sldLayoutMkLst>
            <pc:docMk/>
            <pc:sldMasterMk cId="3768917275" sldId="2147483702"/>
            <pc:sldLayoutMk cId="3639641599" sldId="2147483710"/>
          </pc:sldLayoutMkLst>
        </pc:sldLayoutChg>
        <pc:sldLayoutChg chg="new replId">
          <pc:chgData name="Carey Garback" userId="dc25ffa4-de89-4779-8381-34524c87e417" providerId="ADAL" clId="{6E1D5EB8-13F6-40DF-B512-351F8F358EAF}" dt="2026-03-11T20:45:54.864" v="0" actId="6938"/>
          <pc:sldLayoutMkLst>
            <pc:docMk/>
            <pc:sldMasterMk cId="3768917275" sldId="2147483702"/>
            <pc:sldLayoutMk cId="727792376" sldId="2147483711"/>
          </pc:sldLayoutMkLst>
        </pc:sldLayoutChg>
        <pc:sldLayoutChg chg="new replId">
          <pc:chgData name="Carey Garback" userId="dc25ffa4-de89-4779-8381-34524c87e417" providerId="ADAL" clId="{6E1D5EB8-13F6-40DF-B512-351F8F358EAF}" dt="2026-03-11T20:45:54.864" v="0" actId="6938"/>
          <pc:sldLayoutMkLst>
            <pc:docMk/>
            <pc:sldMasterMk cId="3768917275" sldId="2147483702"/>
            <pc:sldLayoutMk cId="1611994235" sldId="2147483712"/>
          </pc:sldLayoutMkLst>
        </pc:sldLayoutChg>
        <pc:sldLayoutChg chg="new replId">
          <pc:chgData name="Carey Garback" userId="dc25ffa4-de89-4779-8381-34524c87e417" providerId="ADAL" clId="{6E1D5EB8-13F6-40DF-B512-351F8F358EAF}" dt="2026-03-11T20:45:54.864" v="0" actId="6938"/>
          <pc:sldLayoutMkLst>
            <pc:docMk/>
            <pc:sldMasterMk cId="3768917275" sldId="2147483702"/>
            <pc:sldLayoutMk cId="2774246442" sldId="2147483713"/>
          </pc:sldLayoutMkLst>
        </pc:sldLayoutChg>
      </pc:sldMaster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2FC2648E-2733-4EC8-BEDA-1577DE2D3D01}" type="datetimeFigureOut">
              <a:rPr lang="en-US" smtClean="0"/>
              <a:t>10/27/2026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72CA796C-48E4-4AB2-BF9A-20773E9CD21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004328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38" name="Slide Image Placeholder 1"/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14339" name="Notes Placeholder 2"/>
          <p:cNvSpPr>
            <a:spLocks noGrp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 dirty="0"/>
          </a:p>
        </p:txBody>
      </p:sp>
      <p:sp>
        <p:nvSpPr>
          <p:cNvPr id="14340" name="Slide Number Placeholder 3"/>
          <p:cNvSpPr>
            <a:spLocks noGrp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b="1">
                <a:solidFill>
                  <a:schemeClr val="tx1"/>
                </a:solidFill>
                <a:latin typeface="Arial" charset="0"/>
                <a:ea typeface="MS PGothic" pitchFamily="34" charset="-128"/>
              </a:defRPr>
            </a:lvl1pPr>
            <a:lvl2pPr marL="742950" indent="-285750" eaLnBrk="0" hangingPunct="0">
              <a:defRPr b="1">
                <a:solidFill>
                  <a:schemeClr val="tx1"/>
                </a:solidFill>
                <a:latin typeface="Arial" charset="0"/>
                <a:ea typeface="MS PGothic" pitchFamily="34" charset="-128"/>
              </a:defRPr>
            </a:lvl2pPr>
            <a:lvl3pPr marL="1143000" indent="-228600" eaLnBrk="0" hangingPunct="0">
              <a:defRPr b="1">
                <a:solidFill>
                  <a:schemeClr val="tx1"/>
                </a:solidFill>
                <a:latin typeface="Arial" charset="0"/>
                <a:ea typeface="MS PGothic" pitchFamily="34" charset="-128"/>
              </a:defRPr>
            </a:lvl3pPr>
            <a:lvl4pPr marL="1600200" indent="-228600" eaLnBrk="0" hangingPunct="0">
              <a:defRPr b="1">
                <a:solidFill>
                  <a:schemeClr val="tx1"/>
                </a:solidFill>
                <a:latin typeface="Arial" charset="0"/>
                <a:ea typeface="MS PGothic" pitchFamily="34" charset="-128"/>
              </a:defRPr>
            </a:lvl4pPr>
            <a:lvl5pPr marL="2057400" indent="-228600" eaLnBrk="0" hangingPunct="0">
              <a:defRPr b="1">
                <a:solidFill>
                  <a:schemeClr val="tx1"/>
                </a:solidFill>
                <a:latin typeface="Arial" charset="0"/>
                <a:ea typeface="MS PGothic" pitchFamily="34" charset="-128"/>
              </a:defRPr>
            </a:lvl5pPr>
            <a:lvl6pPr marL="2514600" indent="-228600" algn="r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charset="0"/>
                <a:ea typeface="MS PGothic" pitchFamily="34" charset="-128"/>
              </a:defRPr>
            </a:lvl6pPr>
            <a:lvl7pPr marL="2971800" indent="-228600" algn="r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charset="0"/>
                <a:ea typeface="MS PGothic" pitchFamily="34" charset="-128"/>
              </a:defRPr>
            </a:lvl7pPr>
            <a:lvl8pPr marL="3429000" indent="-228600" algn="r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charset="0"/>
                <a:ea typeface="MS PGothic" pitchFamily="34" charset="-128"/>
              </a:defRPr>
            </a:lvl8pPr>
            <a:lvl9pPr marL="3886200" indent="-228600" algn="r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charset="0"/>
                <a:ea typeface="MS PGothic" pitchFamily="34" charset="-128"/>
              </a:defRPr>
            </a:lvl9pPr>
          </a:lstStyle>
          <a:p>
            <a:pPr eaLnBrk="1" hangingPunct="1"/>
            <a:fld id="{9DE42932-4F59-45AE-B54E-8D561FACD657}" type="slidenum">
              <a:rPr altLang="en-US" b="0"/>
              <a:pPr eaLnBrk="1" hangingPunct="1"/>
              <a:t>14</a:t>
            </a:fld>
            <a:endParaRPr lang="en-US" altLang="en-US" b="0" dirty="0"/>
          </a:p>
        </p:txBody>
      </p:sp>
    </p:spTree>
    <p:extLst>
      <p:ext uri="{BB962C8B-B14F-4D97-AF65-F5344CB8AC3E}">
        <p14:creationId xmlns:p14="http://schemas.microsoft.com/office/powerpoint/2010/main" val="484498195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38" name="Slide Image Placeholder 1"/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14339" name="Notes Placeholder 2"/>
          <p:cNvSpPr>
            <a:spLocks noGrp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 dirty="0"/>
          </a:p>
        </p:txBody>
      </p:sp>
      <p:sp>
        <p:nvSpPr>
          <p:cNvPr id="14340" name="Slide Number Placeholder 3"/>
          <p:cNvSpPr>
            <a:spLocks noGrp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b="1">
                <a:solidFill>
                  <a:schemeClr val="tx1"/>
                </a:solidFill>
                <a:latin typeface="Arial" charset="0"/>
                <a:ea typeface="MS PGothic" pitchFamily="34" charset="-128"/>
              </a:defRPr>
            </a:lvl1pPr>
            <a:lvl2pPr marL="742950" indent="-285750" eaLnBrk="0" hangingPunct="0">
              <a:defRPr b="1">
                <a:solidFill>
                  <a:schemeClr val="tx1"/>
                </a:solidFill>
                <a:latin typeface="Arial" charset="0"/>
                <a:ea typeface="MS PGothic" pitchFamily="34" charset="-128"/>
              </a:defRPr>
            </a:lvl2pPr>
            <a:lvl3pPr marL="1143000" indent="-228600" eaLnBrk="0" hangingPunct="0">
              <a:defRPr b="1">
                <a:solidFill>
                  <a:schemeClr val="tx1"/>
                </a:solidFill>
                <a:latin typeface="Arial" charset="0"/>
                <a:ea typeface="MS PGothic" pitchFamily="34" charset="-128"/>
              </a:defRPr>
            </a:lvl3pPr>
            <a:lvl4pPr marL="1600200" indent="-228600" eaLnBrk="0" hangingPunct="0">
              <a:defRPr b="1">
                <a:solidFill>
                  <a:schemeClr val="tx1"/>
                </a:solidFill>
                <a:latin typeface="Arial" charset="0"/>
                <a:ea typeface="MS PGothic" pitchFamily="34" charset="-128"/>
              </a:defRPr>
            </a:lvl4pPr>
            <a:lvl5pPr marL="2057400" indent="-228600" eaLnBrk="0" hangingPunct="0">
              <a:defRPr b="1">
                <a:solidFill>
                  <a:schemeClr val="tx1"/>
                </a:solidFill>
                <a:latin typeface="Arial" charset="0"/>
                <a:ea typeface="MS PGothic" pitchFamily="34" charset="-128"/>
              </a:defRPr>
            </a:lvl5pPr>
            <a:lvl6pPr marL="2514600" indent="-228600" algn="r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charset="0"/>
                <a:ea typeface="MS PGothic" pitchFamily="34" charset="-128"/>
              </a:defRPr>
            </a:lvl6pPr>
            <a:lvl7pPr marL="2971800" indent="-228600" algn="r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charset="0"/>
                <a:ea typeface="MS PGothic" pitchFamily="34" charset="-128"/>
              </a:defRPr>
            </a:lvl7pPr>
            <a:lvl8pPr marL="3429000" indent="-228600" algn="r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charset="0"/>
                <a:ea typeface="MS PGothic" pitchFamily="34" charset="-128"/>
              </a:defRPr>
            </a:lvl8pPr>
            <a:lvl9pPr marL="3886200" indent="-228600" algn="r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charset="0"/>
                <a:ea typeface="MS PGothic" pitchFamily="34" charset="-128"/>
              </a:defRPr>
            </a:lvl9pPr>
          </a:lstStyle>
          <a:p>
            <a:pPr eaLnBrk="1" hangingPunct="1"/>
            <a:fld id="{9DE42932-4F59-45AE-B54E-8D561FACD657}" type="slidenum">
              <a:rPr altLang="en-US" b="0"/>
              <a:pPr eaLnBrk="1" hangingPunct="1"/>
              <a:t>15</a:t>
            </a:fld>
            <a:endParaRPr lang="en-US" altLang="en-US" b="0" dirty="0"/>
          </a:p>
        </p:txBody>
      </p:sp>
    </p:spTree>
    <p:extLst>
      <p:ext uri="{BB962C8B-B14F-4D97-AF65-F5344CB8AC3E}">
        <p14:creationId xmlns:p14="http://schemas.microsoft.com/office/powerpoint/2010/main" val="3257782304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D6CA380C-F67F-EFBA-3B70-375AF924BF2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CF61943-3342-4554-8403-118C8C1529D5}" type="datetimeFigureOut">
              <a:rPr lang="en-US" smtClean="0"/>
              <a:t>10/27/2026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1D4AFDB8-8FC5-F48F-B4AE-DA7846B5D4F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A92BEB7-8480-87E5-785A-0C311E8BB8F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D4C522-3418-4017-B3CC-40AB942034B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3842317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400"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1004177450"/>
      </p:ext>
    </p:extLst>
  </p:cSld>
  <p:clrMapOvr>
    <a:masterClrMapping/>
  </p:clrMapOvr>
  <p:transition>
    <p:fade/>
  </p:transition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6D95542D-E5F5-D09D-EEA0-06051D45B2D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412CF76-9965-422C-D7AA-934E02A1E3A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AC11D16-F5A9-231C-545E-6906C5F1DED4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8CF61943-3342-4554-8403-118C8C1529D5}" type="datetimeFigureOut">
              <a:rPr lang="en-US" smtClean="0"/>
              <a:t>10/27/2026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BD8B990-6EF6-E39E-EF31-38B044D069A6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5B0DDA7-C73D-4678-0FED-6404D4AF2D4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C1D4C522-3418-4017-B3CC-40AB942034B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6891727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09" r:id="rId1"/>
    <p:sldLayoutId id="2147483710" r:id="rId2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gif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.xml"/><Relationship Id="rId1" Type="http://schemas.openxmlformats.org/officeDocument/2006/relationships/tags" Target="../tags/tag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g"/><Relationship Id="rId2" Type="http://schemas.openxmlformats.org/officeDocument/2006/relationships/slideLayout" Target="../slideLayouts/slideLayout1.xml"/><Relationship Id="rId1" Type="http://schemas.openxmlformats.org/officeDocument/2006/relationships/tags" Target="../tags/tag3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hyperlink" Target="https://github.com/osqzss/gps-sdr-sim.git" TargetMode="External"/><Relationship Id="rId2" Type="http://schemas.openxmlformats.org/officeDocument/2006/relationships/slideLayout" Target="../slideLayouts/slideLayout1.xml"/><Relationship Id="rId1" Type="http://schemas.openxmlformats.org/officeDocument/2006/relationships/tags" Target="../tags/tag4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hyperlink" Target="https://cddis.nasa.gov/archive/gnss/data/daily/2024/brdc/" TargetMode="External"/><Relationship Id="rId2" Type="http://schemas.openxmlformats.org/officeDocument/2006/relationships/slideLayout" Target="../slideLayouts/slideLayout1.xml"/><Relationship Id="rId1" Type="http://schemas.openxmlformats.org/officeDocument/2006/relationships/tags" Target="../tags/tag5.xml"/><Relationship Id="rId4" Type="http://schemas.openxmlformats.org/officeDocument/2006/relationships/image" Target="../media/image4.jp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hyperlink" Target="https://maps.google.com/" TargetMode="External"/><Relationship Id="rId2" Type="http://schemas.openxmlformats.org/officeDocument/2006/relationships/slideLayout" Target="../slideLayouts/slideLayout1.xml"/><Relationship Id="rId1" Type="http://schemas.openxmlformats.org/officeDocument/2006/relationships/tags" Target="../tags/tag6.xml"/><Relationship Id="rId4" Type="http://schemas.openxmlformats.org/officeDocument/2006/relationships/image" Target="../media/image5.jpe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jpeg"/><Relationship Id="rId2" Type="http://schemas.openxmlformats.org/officeDocument/2006/relationships/slideLayout" Target="../slideLayouts/slideLayout1.xml"/><Relationship Id="rId1" Type="http://schemas.openxmlformats.org/officeDocument/2006/relationships/tags" Target="../tags/tag7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slideLayout" Target="../slideLayouts/slideLayout1.xml"/><Relationship Id="rId1" Type="http://schemas.openxmlformats.org/officeDocument/2006/relationships/tags" Target="../tags/tag8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u-blox.com/en/u-center-2" TargetMode="External"/><Relationship Id="rId2" Type="http://schemas.openxmlformats.org/officeDocument/2006/relationships/slideLayout" Target="../slideLayouts/slideLayout1.xml"/><Relationship Id="rId1" Type="http://schemas.openxmlformats.org/officeDocument/2006/relationships/tags" Target="../tags/tag9.xml"/><Relationship Id="rId4" Type="http://schemas.openxmlformats.org/officeDocument/2006/relationships/image" Target="../media/image8.png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slideLayout" Target="../slideLayouts/slideLayout1.xml"/><Relationship Id="rId1" Type="http://schemas.openxmlformats.org/officeDocument/2006/relationships/tags" Target="../tags/tag10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8" Type="http://schemas.openxmlformats.org/officeDocument/2006/relationships/hyperlink" Target="http://gpsworld.com/5g-cellulars-next-step-brings-new-positioning-capabilities/" TargetMode="External"/><Relationship Id="rId3" Type="http://schemas.openxmlformats.org/officeDocument/2006/relationships/hyperlink" Target="https://en.wikipedia.org/wiki/Global_Positioning_System" TargetMode="External"/><Relationship Id="rId7" Type="http://schemas.openxmlformats.org/officeDocument/2006/relationships/hyperlink" Target="https://www.novatel.com/an-introduction-to-gnss/chapter-5-resolving-errors/satellite-based-augmentation-systems/" TargetMode="External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Relationship Id="rId6" Type="http://schemas.openxmlformats.org/officeDocument/2006/relationships/hyperlink" Target="https://en.wikipedia.org/wiki/Wide_Area_Augmentation_System" TargetMode="External"/><Relationship Id="rId5" Type="http://schemas.openxmlformats.org/officeDocument/2006/relationships/hyperlink" Target="https://en.wikipedia.org/wiki/GNSS_augmentation" TargetMode="External"/><Relationship Id="rId4" Type="http://schemas.openxmlformats.org/officeDocument/2006/relationships/hyperlink" Target="https://www.gps.gov/" TargetMode="Externa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gps.gov/spectrum/" TargetMode="External"/><Relationship Id="rId7" Type="http://schemas.openxmlformats.org/officeDocument/2006/relationships/hyperlink" Target="https://www.digitaltrends.com/mobile/gps-spoofing/" TargetMode="External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Relationship Id="rId6" Type="http://schemas.openxmlformats.org/officeDocument/2006/relationships/hyperlink" Target="https://gizmodo.com/jamming-gps-signals-is-illegal-dangerous-cheap-and-e-1796778955" TargetMode="External"/><Relationship Id="rId5" Type="http://schemas.openxmlformats.org/officeDocument/2006/relationships/hyperlink" Target="https://www.thesignaljammer.com/pages/How-GPS-Jammers-Work.html" TargetMode="External"/><Relationship Id="rId4" Type="http://schemas.openxmlformats.org/officeDocument/2006/relationships/hyperlink" Target="https://www.gps.gov/news/2012/03/solarstorm/" TargetMode="Externa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4" name="Title 1"/>
          <p:cNvSpPr>
            <a:spLocks noGrp="1"/>
          </p:cNvSpPr>
          <p:nvPr>
            <p:ph type="title"/>
          </p:nvPr>
        </p:nvSpPr>
        <p:spPr>
          <a:xfrm>
            <a:off x="2582863" y="2990851"/>
            <a:ext cx="7046912" cy="911225"/>
          </a:xfrm>
        </p:spPr>
        <p:txBody>
          <a:bodyPr/>
          <a:lstStyle/>
          <a:p>
            <a:pPr algn="ctr"/>
            <a:r>
              <a:rPr lang="en-US" b="1" dirty="0"/>
              <a:t>GPS</a:t>
            </a:r>
          </a:p>
        </p:txBody>
      </p:sp>
      <p:pic>
        <p:nvPicPr>
          <p:cNvPr id="1026" name="Picture 2" descr="Image result for gps logo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867972" y="1984261"/>
            <a:ext cx="2266185" cy="226618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28" name="Picture 4" descr="Image result for gps logo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129955" y="322810"/>
            <a:ext cx="1121839" cy="112183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357861496"/>
      </p:ext>
    </p:extLst>
  </p:cSld>
  <p:clrMapOvr>
    <a:masterClrMapping/>
  </p:clrMapOvr>
  <p:transition>
    <p:fade/>
  </p:transition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object 3"/>
          <p:cNvGrpSpPr/>
          <p:nvPr/>
        </p:nvGrpSpPr>
        <p:grpSpPr>
          <a:xfrm>
            <a:off x="8131171" y="5"/>
            <a:ext cx="4061460" cy="2707640"/>
            <a:chOff x="6098378" y="4"/>
            <a:chExt cx="3046095" cy="2030730"/>
          </a:xfrm>
        </p:grpSpPr>
        <p:sp>
          <p:nvSpPr>
            <p:cNvPr id="4" name="object 4"/>
            <p:cNvSpPr/>
            <p:nvPr/>
          </p:nvSpPr>
          <p:spPr>
            <a:xfrm>
              <a:off x="8128803" y="15"/>
              <a:ext cx="1015365" cy="1015365"/>
            </a:xfrm>
            <a:custGeom>
              <a:avLst/>
              <a:gdLst/>
              <a:ahLst/>
              <a:cxnLst/>
              <a:rect l="l" t="t" r="r" b="b"/>
              <a:pathLst>
                <a:path w="1015365" h="1015365">
                  <a:moveTo>
                    <a:pt x="1015199" y="1015199"/>
                  </a:moveTo>
                  <a:lnTo>
                    <a:pt x="0" y="1015199"/>
                  </a:lnTo>
                  <a:lnTo>
                    <a:pt x="0" y="0"/>
                  </a:lnTo>
                  <a:lnTo>
                    <a:pt x="1015199" y="0"/>
                  </a:lnTo>
                  <a:lnTo>
                    <a:pt x="1015199" y="1015199"/>
                  </a:lnTo>
                  <a:close/>
                </a:path>
              </a:pathLst>
            </a:custGeom>
            <a:solidFill>
              <a:srgbClr val="212D73"/>
            </a:solidFill>
          </p:spPr>
          <p:txBody>
            <a:bodyPr wrap="square" lIns="0" tIns="0" rIns="0" bIns="0" rtlCol="0"/>
            <a:lstStyle/>
            <a:p>
              <a:pPr defTabSz="1219170"/>
              <a:endParaRPr sz="2400" kern="0"/>
            </a:p>
          </p:txBody>
        </p:sp>
        <p:sp>
          <p:nvSpPr>
            <p:cNvPr id="5" name="object 5"/>
            <p:cNvSpPr/>
            <p:nvPr/>
          </p:nvSpPr>
          <p:spPr>
            <a:xfrm>
              <a:off x="7113463" y="4"/>
              <a:ext cx="1015365" cy="1015365"/>
            </a:xfrm>
            <a:custGeom>
              <a:avLst/>
              <a:gdLst/>
              <a:ahLst/>
              <a:cxnLst/>
              <a:rect l="l" t="t" r="r" b="b"/>
              <a:pathLst>
                <a:path w="1015365" h="1015365">
                  <a:moveTo>
                    <a:pt x="1015199" y="1015199"/>
                  </a:moveTo>
                  <a:lnTo>
                    <a:pt x="0" y="1015199"/>
                  </a:lnTo>
                  <a:lnTo>
                    <a:pt x="1015199" y="0"/>
                  </a:lnTo>
                  <a:lnTo>
                    <a:pt x="1015199" y="1015199"/>
                  </a:lnTo>
                  <a:close/>
                </a:path>
              </a:pathLst>
            </a:custGeom>
            <a:solidFill>
              <a:srgbClr val="3849AB"/>
            </a:solidFill>
          </p:spPr>
          <p:txBody>
            <a:bodyPr wrap="square" lIns="0" tIns="0" rIns="0" bIns="0" rtlCol="0"/>
            <a:lstStyle/>
            <a:p>
              <a:pPr defTabSz="1219170"/>
              <a:endParaRPr sz="2400" kern="0"/>
            </a:p>
          </p:txBody>
        </p:sp>
        <p:sp>
          <p:nvSpPr>
            <p:cNvPr id="6" name="object 6"/>
            <p:cNvSpPr/>
            <p:nvPr/>
          </p:nvSpPr>
          <p:spPr>
            <a:xfrm>
              <a:off x="7113588" y="106"/>
              <a:ext cx="1015365" cy="1015365"/>
            </a:xfrm>
            <a:custGeom>
              <a:avLst/>
              <a:gdLst/>
              <a:ahLst/>
              <a:cxnLst/>
              <a:rect l="l" t="t" r="r" b="b"/>
              <a:pathLst>
                <a:path w="1015365" h="1015365">
                  <a:moveTo>
                    <a:pt x="0" y="1015199"/>
                  </a:moveTo>
                  <a:lnTo>
                    <a:pt x="0" y="0"/>
                  </a:lnTo>
                  <a:lnTo>
                    <a:pt x="1015199" y="0"/>
                  </a:lnTo>
                  <a:lnTo>
                    <a:pt x="0" y="1015199"/>
                  </a:lnTo>
                  <a:close/>
                </a:path>
              </a:pathLst>
            </a:custGeom>
            <a:solidFill>
              <a:srgbClr val="7890CD"/>
            </a:solidFill>
          </p:spPr>
          <p:txBody>
            <a:bodyPr wrap="square" lIns="0" tIns="0" rIns="0" bIns="0" rtlCol="0"/>
            <a:lstStyle/>
            <a:p>
              <a:pPr defTabSz="1219170"/>
              <a:endParaRPr sz="2400" kern="0"/>
            </a:p>
          </p:txBody>
        </p:sp>
        <p:sp>
          <p:nvSpPr>
            <p:cNvPr id="7" name="object 7"/>
            <p:cNvSpPr/>
            <p:nvPr/>
          </p:nvSpPr>
          <p:spPr>
            <a:xfrm>
              <a:off x="6098378" y="96"/>
              <a:ext cx="1015365" cy="1015365"/>
            </a:xfrm>
            <a:custGeom>
              <a:avLst/>
              <a:gdLst/>
              <a:ahLst/>
              <a:cxnLst/>
              <a:rect l="l" t="t" r="r" b="b"/>
              <a:pathLst>
                <a:path w="1015365" h="1015365">
                  <a:moveTo>
                    <a:pt x="1015199" y="1015199"/>
                  </a:moveTo>
                  <a:lnTo>
                    <a:pt x="0" y="0"/>
                  </a:lnTo>
                  <a:lnTo>
                    <a:pt x="1015199" y="0"/>
                  </a:lnTo>
                  <a:lnTo>
                    <a:pt x="1015199" y="1015199"/>
                  </a:lnTo>
                  <a:close/>
                </a:path>
              </a:pathLst>
            </a:custGeom>
            <a:solidFill>
              <a:srgbClr val="212D73"/>
            </a:solidFill>
          </p:spPr>
          <p:txBody>
            <a:bodyPr wrap="square" lIns="0" tIns="0" rIns="0" bIns="0" rtlCol="0"/>
            <a:lstStyle/>
            <a:p>
              <a:pPr defTabSz="1219170"/>
              <a:endParaRPr sz="2400" kern="0"/>
            </a:p>
          </p:txBody>
        </p:sp>
        <p:sp>
          <p:nvSpPr>
            <p:cNvPr id="8" name="object 8"/>
            <p:cNvSpPr/>
            <p:nvPr/>
          </p:nvSpPr>
          <p:spPr>
            <a:xfrm>
              <a:off x="8128789" y="1015375"/>
              <a:ext cx="1015365" cy="1015365"/>
            </a:xfrm>
            <a:custGeom>
              <a:avLst/>
              <a:gdLst/>
              <a:ahLst/>
              <a:cxnLst/>
              <a:rect l="l" t="t" r="r" b="b"/>
              <a:pathLst>
                <a:path w="1015365" h="1015364">
                  <a:moveTo>
                    <a:pt x="1015199" y="1015200"/>
                  </a:moveTo>
                  <a:lnTo>
                    <a:pt x="0" y="0"/>
                  </a:lnTo>
                  <a:lnTo>
                    <a:pt x="1015199" y="0"/>
                  </a:lnTo>
                  <a:lnTo>
                    <a:pt x="1015199" y="1015200"/>
                  </a:lnTo>
                  <a:close/>
                </a:path>
              </a:pathLst>
            </a:custGeom>
            <a:solidFill>
              <a:srgbClr val="7890CD"/>
            </a:solidFill>
          </p:spPr>
          <p:txBody>
            <a:bodyPr wrap="square" lIns="0" tIns="0" rIns="0" bIns="0" rtlCol="0"/>
            <a:lstStyle/>
            <a:p>
              <a:pPr defTabSz="1219170"/>
              <a:endParaRPr sz="2400" kern="0"/>
            </a:p>
          </p:txBody>
        </p:sp>
      </p:grpSp>
      <p:sp>
        <p:nvSpPr>
          <p:cNvPr id="11" name="object 11"/>
          <p:cNvSpPr txBox="1">
            <a:spLocks noGrp="1"/>
          </p:cNvSpPr>
          <p:nvPr>
            <p:ph type="sldNum" sz="quarter" idx="12"/>
          </p:nvPr>
        </p:nvSpPr>
        <p:spPr>
          <a:xfrm>
            <a:off x="8610600" y="6411826"/>
            <a:ext cx="2743200" cy="254172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50799" defTabSz="1219170">
              <a:lnSpc>
                <a:spcPts val="2193"/>
              </a:lnSpc>
            </a:pPr>
            <a:fld id="{81D60167-4931-47E6-BA6A-407CBD079E47}" type="slidenum">
              <a:rPr kern="0" spc="-33" dirty="0">
                <a:solidFill>
                  <a:schemeClr val="tx1"/>
                </a:solidFill>
              </a:rPr>
              <a:pPr marL="50799" defTabSz="1219170">
                <a:lnSpc>
                  <a:spcPts val="2193"/>
                </a:lnSpc>
              </a:pPr>
              <a:t>2</a:t>
            </a:fld>
            <a:endParaRPr kern="0" spc="-33" dirty="0">
              <a:solidFill>
                <a:schemeClr val="tx1"/>
              </a:solidFill>
            </a:endParaRPr>
          </a:p>
        </p:txBody>
      </p:sp>
      <p:sp>
        <p:nvSpPr>
          <p:cNvPr id="9" name="object 9" descr="$PPTXTitle"/>
          <p:cNvSpPr txBox="1">
            <a:spLocks noGrp="1"/>
          </p:cNvSpPr>
          <p:nvPr>
            <p:ph type="ctrTitle" idx="4294967295"/>
          </p:nvPr>
        </p:nvSpPr>
        <p:spPr>
          <a:xfrm>
            <a:off x="0" y="3363194"/>
            <a:ext cx="10166350" cy="797697"/>
          </a:xfrm>
          <a:prstGeom prst="rect">
            <a:avLst/>
          </a:prstGeom>
        </p:spPr>
        <p:txBody>
          <a:bodyPr vert="horz" wrap="square" lIns="0" tIns="16933" rIns="0" bIns="0" rtlCol="0">
            <a:spAutoFit/>
          </a:bodyPr>
          <a:lstStyle/>
          <a:p>
            <a:pPr marL="16933">
              <a:spcBef>
                <a:spcPts val="133"/>
              </a:spcBef>
            </a:pPr>
            <a:r>
              <a:rPr sz="5600" dirty="0"/>
              <a:t>GPS</a:t>
            </a:r>
            <a:r>
              <a:rPr sz="5600" spc="-120" dirty="0"/>
              <a:t> </a:t>
            </a:r>
            <a:r>
              <a:rPr sz="5600" spc="-13" dirty="0"/>
              <a:t>Satellites</a:t>
            </a:r>
            <a:endParaRPr sz="5600" dirty="0"/>
          </a:p>
        </p:txBody>
      </p:sp>
      <p:sp>
        <p:nvSpPr>
          <p:cNvPr id="10" name="object 10"/>
          <p:cNvSpPr txBox="1"/>
          <p:nvPr/>
        </p:nvSpPr>
        <p:spPr>
          <a:xfrm>
            <a:off x="894834" y="4292901"/>
            <a:ext cx="3026833" cy="509541"/>
          </a:xfrm>
          <a:prstGeom prst="rect">
            <a:avLst/>
          </a:prstGeom>
        </p:spPr>
        <p:txBody>
          <a:bodyPr vert="horz" wrap="square" lIns="0" tIns="16933" rIns="0" bIns="0" rtlCol="0">
            <a:spAutoFit/>
          </a:bodyPr>
          <a:lstStyle/>
          <a:p>
            <a:pPr marL="16933" defTabSz="1219170">
              <a:spcBef>
                <a:spcPts val="133"/>
              </a:spcBef>
            </a:pPr>
            <a:r>
              <a:rPr sz="3200" kern="0" dirty="0">
                <a:latin typeface="Roboto"/>
                <a:cs typeface="Roboto"/>
              </a:rPr>
              <a:t>Overview</a:t>
            </a:r>
            <a:r>
              <a:rPr sz="3200" kern="0" spc="-93" dirty="0">
                <a:latin typeface="Roboto"/>
                <a:cs typeface="Roboto"/>
              </a:rPr>
              <a:t> </a:t>
            </a:r>
            <a:r>
              <a:rPr sz="3200" kern="0" dirty="0">
                <a:latin typeface="Roboto"/>
                <a:cs typeface="Roboto"/>
              </a:rPr>
              <a:t>of</a:t>
            </a:r>
            <a:r>
              <a:rPr sz="3200" kern="0" spc="-93" dirty="0">
                <a:latin typeface="Roboto"/>
                <a:cs typeface="Roboto"/>
              </a:rPr>
              <a:t> </a:t>
            </a:r>
            <a:r>
              <a:rPr sz="3200" kern="0" spc="-33" dirty="0">
                <a:latin typeface="Roboto"/>
                <a:cs typeface="Roboto"/>
              </a:rPr>
              <a:t>GPS</a:t>
            </a:r>
            <a:endParaRPr sz="3200" kern="0" dirty="0">
              <a:latin typeface="Roboto"/>
              <a:cs typeface="Roboto"/>
            </a:endParaRPr>
          </a:p>
        </p:txBody>
      </p:sp>
    </p:spTree>
    <p:custDataLst>
      <p:tags r:id="rId1"/>
    </p:custData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2907065-4F69-7581-CEFE-8C245ADB259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741299"/>
          </a:xfrm>
        </p:spPr>
        <p:txBody>
          <a:bodyPr/>
          <a:lstStyle/>
          <a:p>
            <a:r>
              <a:rPr lang="en-US" dirty="0"/>
              <a:t>GPS Satellites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42B644A-6436-30CE-130E-FBB6A26260A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106424"/>
            <a:ext cx="10515600" cy="5070539"/>
          </a:xfrm>
        </p:spPr>
        <p:txBody>
          <a:bodyPr/>
          <a:lstStyle/>
          <a:p>
            <a:r>
              <a:rPr lang="en-US" dirty="0"/>
              <a:t>XGPS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83280842"/>
      </p:ext>
    </p:extLst>
  </p:cSld>
  <p:clrMapOvr>
    <a:masterClrMapping/>
  </p:clrMapOvr>
  <p:transition>
    <p:fade/>
  </p:transition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object 7"/>
          <p:cNvSpPr txBox="1">
            <a:spLocks noGrp="1"/>
          </p:cNvSpPr>
          <p:nvPr>
            <p:ph type="sldNum" sz="quarter" idx="12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50799" defTabSz="1219170">
              <a:lnSpc>
                <a:spcPts val="2193"/>
              </a:lnSpc>
            </a:pPr>
            <a:fld id="{81D60167-4931-47E6-BA6A-407CBD079E47}" type="slidenum">
              <a:rPr kern="0" spc="-33" dirty="0"/>
              <a:pPr marL="50799" defTabSz="1219170">
                <a:lnSpc>
                  <a:spcPts val="2193"/>
                </a:lnSpc>
              </a:pPr>
              <a:t>4</a:t>
            </a:fld>
            <a:endParaRPr kern="0" spc="-33" dirty="0"/>
          </a:p>
        </p:txBody>
      </p:sp>
      <p:sp>
        <p:nvSpPr>
          <p:cNvPr id="2" name="object 2" descr="$PPTXTitle"/>
          <p:cNvSpPr txBox="1">
            <a:spLocks noGrp="1"/>
          </p:cNvSpPr>
          <p:nvPr>
            <p:ph type="title" idx="4294967295"/>
          </p:nvPr>
        </p:nvSpPr>
        <p:spPr>
          <a:xfrm>
            <a:off x="0" y="625475"/>
            <a:ext cx="7534275" cy="1125538"/>
          </a:xfrm>
          <a:prstGeom prst="rect">
            <a:avLst/>
          </a:prstGeom>
        </p:spPr>
        <p:txBody>
          <a:bodyPr vert="horz" wrap="square" lIns="0" tIns="16933" rIns="0" bIns="0" rtlCol="0">
            <a:spAutoFit/>
          </a:bodyPr>
          <a:lstStyle/>
          <a:p>
            <a:pPr marL="16933">
              <a:spcBef>
                <a:spcPts val="133"/>
              </a:spcBef>
            </a:pPr>
            <a:r>
              <a:rPr sz="3600" dirty="0"/>
              <a:t>GPS</a:t>
            </a:r>
            <a:r>
              <a:rPr sz="3600" spc="-33" dirty="0"/>
              <a:t> </a:t>
            </a:r>
            <a:r>
              <a:rPr sz="3600" dirty="0"/>
              <a:t>Spooﬁng</a:t>
            </a:r>
            <a:r>
              <a:rPr sz="3600" spc="-33" dirty="0"/>
              <a:t> </a:t>
            </a:r>
            <a:r>
              <a:rPr sz="3600" dirty="0"/>
              <a:t>–</a:t>
            </a:r>
            <a:r>
              <a:rPr sz="3600" spc="-13" dirty="0"/>
              <a:t> </a:t>
            </a:r>
            <a:r>
              <a:rPr sz="3600" dirty="0">
                <a:solidFill>
                  <a:srgbClr val="212D73"/>
                </a:solidFill>
              </a:rPr>
              <a:t>Step</a:t>
            </a:r>
            <a:r>
              <a:rPr sz="3600" spc="-33" dirty="0">
                <a:solidFill>
                  <a:srgbClr val="212D73"/>
                </a:solidFill>
              </a:rPr>
              <a:t> </a:t>
            </a:r>
            <a:r>
              <a:rPr sz="3600" spc="-67" dirty="0">
                <a:solidFill>
                  <a:srgbClr val="212D73"/>
                </a:solidFill>
              </a:rPr>
              <a:t>1</a:t>
            </a:r>
            <a:endParaRPr sz="3600"/>
          </a:p>
          <a:p>
            <a:pPr marL="16933"/>
            <a:r>
              <a:rPr sz="3600" dirty="0">
                <a:solidFill>
                  <a:srgbClr val="D13368"/>
                </a:solidFill>
              </a:rPr>
              <a:t>Plugin</a:t>
            </a:r>
            <a:r>
              <a:rPr sz="3600" spc="-53" dirty="0">
                <a:solidFill>
                  <a:srgbClr val="D13368"/>
                </a:solidFill>
              </a:rPr>
              <a:t> </a:t>
            </a:r>
            <a:r>
              <a:rPr sz="3600" dirty="0">
                <a:solidFill>
                  <a:srgbClr val="D13368"/>
                </a:solidFill>
              </a:rPr>
              <a:t>and</a:t>
            </a:r>
            <a:r>
              <a:rPr sz="3600" spc="-40" dirty="0">
                <a:solidFill>
                  <a:srgbClr val="D13368"/>
                </a:solidFill>
              </a:rPr>
              <a:t> </a:t>
            </a:r>
            <a:r>
              <a:rPr sz="3600" dirty="0">
                <a:solidFill>
                  <a:srgbClr val="D13368"/>
                </a:solidFill>
              </a:rPr>
              <a:t>ensure</a:t>
            </a:r>
            <a:r>
              <a:rPr sz="3600" spc="-33" dirty="0">
                <a:solidFill>
                  <a:srgbClr val="D13368"/>
                </a:solidFill>
              </a:rPr>
              <a:t> </a:t>
            </a:r>
            <a:r>
              <a:rPr sz="3600" dirty="0">
                <a:solidFill>
                  <a:srgbClr val="D13368"/>
                </a:solidFill>
              </a:rPr>
              <a:t>HackRF</a:t>
            </a:r>
            <a:r>
              <a:rPr sz="3600" spc="-40" dirty="0">
                <a:solidFill>
                  <a:srgbClr val="D13368"/>
                </a:solidFill>
              </a:rPr>
              <a:t> </a:t>
            </a:r>
            <a:r>
              <a:rPr sz="3600" dirty="0">
                <a:solidFill>
                  <a:srgbClr val="D13368"/>
                </a:solidFill>
              </a:rPr>
              <a:t>is</a:t>
            </a:r>
            <a:r>
              <a:rPr sz="3600" spc="-33" dirty="0">
                <a:solidFill>
                  <a:srgbClr val="D13368"/>
                </a:solidFill>
              </a:rPr>
              <a:t> </a:t>
            </a:r>
            <a:r>
              <a:rPr sz="3600" spc="-13" dirty="0">
                <a:solidFill>
                  <a:srgbClr val="D13368"/>
                </a:solidFill>
              </a:rPr>
              <a:t>working</a:t>
            </a:r>
            <a:endParaRPr sz="3600"/>
          </a:p>
        </p:txBody>
      </p:sp>
      <p:sp>
        <p:nvSpPr>
          <p:cNvPr id="3" name="object 3"/>
          <p:cNvSpPr txBox="1"/>
          <p:nvPr/>
        </p:nvSpPr>
        <p:spPr>
          <a:xfrm>
            <a:off x="710241" y="1737529"/>
            <a:ext cx="4410287" cy="1442340"/>
          </a:xfrm>
          <a:prstGeom prst="rect">
            <a:avLst/>
          </a:prstGeom>
        </p:spPr>
        <p:txBody>
          <a:bodyPr vert="horz" wrap="square" lIns="0" tIns="186267" rIns="0" bIns="0" rtlCol="0">
            <a:spAutoFit/>
          </a:bodyPr>
          <a:lstStyle/>
          <a:p>
            <a:pPr marL="585031" indent="-568098" defTabSz="1219170">
              <a:spcBef>
                <a:spcPts val="1467"/>
              </a:spcBef>
              <a:buFont typeface="Roboto"/>
              <a:buAutoNum type="arabicPeriod"/>
              <a:tabLst>
                <a:tab pos="585031" algn="l"/>
              </a:tabLst>
            </a:pPr>
            <a:r>
              <a:rPr sz="2400" kern="0" dirty="0">
                <a:solidFill>
                  <a:srgbClr val="434343"/>
                </a:solidFill>
                <a:latin typeface="Roboto"/>
                <a:cs typeface="Roboto"/>
              </a:rPr>
              <a:t>Plugin</a:t>
            </a:r>
            <a:r>
              <a:rPr sz="2400" kern="0" spc="-40" dirty="0">
                <a:solidFill>
                  <a:srgbClr val="434343"/>
                </a:solidFill>
                <a:latin typeface="Roboto"/>
                <a:cs typeface="Roboto"/>
              </a:rPr>
              <a:t> </a:t>
            </a:r>
            <a:r>
              <a:rPr sz="2400" kern="0" spc="-13" dirty="0">
                <a:solidFill>
                  <a:srgbClr val="434343"/>
                </a:solidFill>
                <a:latin typeface="Roboto"/>
                <a:cs typeface="Roboto"/>
              </a:rPr>
              <a:t>hackRF</a:t>
            </a:r>
            <a:endParaRPr sz="2400" kern="0">
              <a:solidFill>
                <a:sysClr val="windowText" lastClr="000000"/>
              </a:solidFill>
              <a:latin typeface="Roboto"/>
              <a:cs typeface="Roboto"/>
            </a:endParaRPr>
          </a:p>
          <a:p>
            <a:pPr marL="585031" indent="-568098" defTabSz="1219170">
              <a:spcBef>
                <a:spcPts val="1333"/>
              </a:spcBef>
              <a:buFont typeface="Roboto"/>
              <a:buAutoNum type="arabicPeriod"/>
              <a:tabLst>
                <a:tab pos="585031" algn="l"/>
              </a:tabLst>
            </a:pPr>
            <a:r>
              <a:rPr sz="2400" kern="0" dirty="0">
                <a:solidFill>
                  <a:srgbClr val="434343"/>
                </a:solidFill>
                <a:latin typeface="Roboto"/>
                <a:cs typeface="Roboto"/>
              </a:rPr>
              <a:t>Ensure</a:t>
            </a:r>
            <a:r>
              <a:rPr sz="2400" kern="0" spc="-40" dirty="0">
                <a:solidFill>
                  <a:srgbClr val="434343"/>
                </a:solidFill>
                <a:latin typeface="Roboto"/>
                <a:cs typeface="Roboto"/>
              </a:rPr>
              <a:t> </a:t>
            </a:r>
            <a:r>
              <a:rPr sz="2400" kern="0" dirty="0">
                <a:solidFill>
                  <a:srgbClr val="434343"/>
                </a:solidFill>
                <a:latin typeface="Roboto"/>
                <a:cs typeface="Roboto"/>
              </a:rPr>
              <a:t>hackRF</a:t>
            </a:r>
            <a:r>
              <a:rPr sz="2400" kern="0" spc="-40" dirty="0">
                <a:solidFill>
                  <a:srgbClr val="434343"/>
                </a:solidFill>
                <a:latin typeface="Roboto"/>
                <a:cs typeface="Roboto"/>
              </a:rPr>
              <a:t> </a:t>
            </a:r>
            <a:r>
              <a:rPr sz="2400" kern="0" dirty="0">
                <a:solidFill>
                  <a:srgbClr val="434343"/>
                </a:solidFill>
                <a:latin typeface="Roboto"/>
                <a:cs typeface="Roboto"/>
              </a:rPr>
              <a:t>is</a:t>
            </a:r>
            <a:r>
              <a:rPr sz="2400" kern="0" spc="-33" dirty="0">
                <a:solidFill>
                  <a:srgbClr val="434343"/>
                </a:solidFill>
                <a:latin typeface="Roboto"/>
                <a:cs typeface="Roboto"/>
              </a:rPr>
              <a:t> </a:t>
            </a:r>
            <a:r>
              <a:rPr sz="2400" kern="0" spc="-13" dirty="0">
                <a:solidFill>
                  <a:srgbClr val="434343"/>
                </a:solidFill>
                <a:latin typeface="Roboto"/>
                <a:cs typeface="Roboto"/>
              </a:rPr>
              <a:t>connected</a:t>
            </a:r>
            <a:endParaRPr sz="2400" kern="0">
              <a:solidFill>
                <a:sysClr val="windowText" lastClr="000000"/>
              </a:solidFill>
              <a:latin typeface="Roboto"/>
              <a:cs typeface="Roboto"/>
            </a:endParaRPr>
          </a:p>
          <a:p>
            <a:pPr marL="1194617" defTabSz="1219170"/>
            <a:r>
              <a:rPr sz="2267" b="1" kern="0" spc="-13" dirty="0">
                <a:solidFill>
                  <a:srgbClr val="D13368"/>
                </a:solidFill>
                <a:latin typeface="Courier New"/>
                <a:cs typeface="Courier New"/>
              </a:rPr>
              <a:t>hackrf_info</a:t>
            </a:r>
            <a:endParaRPr sz="2267" kern="0">
              <a:solidFill>
                <a:sysClr val="windowText" lastClr="000000"/>
              </a:solidFill>
              <a:latin typeface="Courier New"/>
              <a:cs typeface="Courier New"/>
            </a:endParaRPr>
          </a:p>
        </p:txBody>
      </p:sp>
      <p:grpSp>
        <p:nvGrpSpPr>
          <p:cNvPr id="4" name="object 4"/>
          <p:cNvGrpSpPr/>
          <p:nvPr/>
        </p:nvGrpSpPr>
        <p:grpSpPr>
          <a:xfrm>
            <a:off x="2473666" y="3393900"/>
            <a:ext cx="6635327" cy="3024293"/>
            <a:chOff x="1855249" y="2545425"/>
            <a:chExt cx="4976495" cy="2268220"/>
          </a:xfrm>
        </p:grpSpPr>
        <p:pic>
          <p:nvPicPr>
            <p:cNvPr id="5" name="object 5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1864775" y="2554950"/>
              <a:ext cx="4957250" cy="2248650"/>
            </a:xfrm>
            <a:prstGeom prst="rect">
              <a:avLst/>
            </a:prstGeom>
          </p:spPr>
        </p:pic>
        <p:sp>
          <p:nvSpPr>
            <p:cNvPr id="6" name="object 6"/>
            <p:cNvSpPr/>
            <p:nvPr/>
          </p:nvSpPr>
          <p:spPr>
            <a:xfrm>
              <a:off x="1860012" y="2550187"/>
              <a:ext cx="4966970" cy="2258695"/>
            </a:xfrm>
            <a:custGeom>
              <a:avLst/>
              <a:gdLst/>
              <a:ahLst/>
              <a:cxnLst/>
              <a:rect l="l" t="t" r="r" b="b"/>
              <a:pathLst>
                <a:path w="4966970" h="2258695">
                  <a:moveTo>
                    <a:pt x="0" y="0"/>
                  </a:moveTo>
                  <a:lnTo>
                    <a:pt x="4966775" y="0"/>
                  </a:lnTo>
                  <a:lnTo>
                    <a:pt x="4966775" y="2258175"/>
                  </a:lnTo>
                  <a:lnTo>
                    <a:pt x="0" y="2258175"/>
                  </a:lnTo>
                  <a:lnTo>
                    <a:pt x="0" y="0"/>
                  </a:lnTo>
                  <a:close/>
                </a:path>
              </a:pathLst>
            </a:custGeom>
            <a:ln w="9524">
              <a:solidFill>
                <a:srgbClr val="434343"/>
              </a:solidFill>
            </a:ln>
          </p:spPr>
          <p:txBody>
            <a:bodyPr wrap="square" lIns="0" tIns="0" rIns="0" bIns="0" rtlCol="0"/>
            <a:lstStyle/>
            <a:p>
              <a:pPr defTabSz="1219170"/>
              <a:endParaRPr sz="2400" kern="0">
                <a:solidFill>
                  <a:sysClr val="windowText" lastClr="000000"/>
                </a:solidFill>
              </a:endParaRPr>
            </a:p>
          </p:txBody>
        </p:sp>
      </p:grpSp>
    </p:spTree>
    <p:custDataLst>
      <p:tags r:id="rId1"/>
    </p:custData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object 4"/>
          <p:cNvSpPr txBox="1">
            <a:spLocks noGrp="1"/>
          </p:cNvSpPr>
          <p:nvPr>
            <p:ph type="sldNum" sz="quarter" idx="12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50799" defTabSz="1219170">
              <a:lnSpc>
                <a:spcPts val="2193"/>
              </a:lnSpc>
            </a:pPr>
            <a:fld id="{81D60167-4931-47E6-BA6A-407CBD079E47}" type="slidenum">
              <a:rPr kern="0" spc="-33" dirty="0"/>
              <a:pPr marL="50799" defTabSz="1219170">
                <a:lnSpc>
                  <a:spcPts val="2193"/>
                </a:lnSpc>
              </a:pPr>
              <a:t>5</a:t>
            </a:fld>
            <a:endParaRPr kern="0" spc="-33" dirty="0"/>
          </a:p>
        </p:txBody>
      </p:sp>
      <p:sp>
        <p:nvSpPr>
          <p:cNvPr id="2" name="object 2" descr="$PPTXTitle"/>
          <p:cNvSpPr txBox="1">
            <a:spLocks noGrp="1"/>
          </p:cNvSpPr>
          <p:nvPr>
            <p:ph type="title" idx="4294967295"/>
          </p:nvPr>
        </p:nvSpPr>
        <p:spPr>
          <a:xfrm>
            <a:off x="0" y="910157"/>
            <a:ext cx="9096375" cy="685615"/>
          </a:xfrm>
          <a:prstGeom prst="rect">
            <a:avLst/>
          </a:prstGeom>
        </p:spPr>
        <p:txBody>
          <a:bodyPr vert="horz" wrap="square" lIns="0" tIns="182033" rIns="0" bIns="0" rtlCol="0">
            <a:spAutoFit/>
          </a:bodyPr>
          <a:lstStyle/>
          <a:p>
            <a:pPr marL="131230">
              <a:spcBef>
                <a:spcPts val="133"/>
              </a:spcBef>
            </a:pPr>
            <a:r>
              <a:rPr sz="3600" dirty="0"/>
              <a:t>Backup</a:t>
            </a:r>
            <a:r>
              <a:rPr sz="3600" spc="-20" dirty="0"/>
              <a:t> </a:t>
            </a:r>
            <a:r>
              <a:rPr sz="3600" dirty="0">
                <a:solidFill>
                  <a:srgbClr val="2A3890"/>
                </a:solidFill>
              </a:rPr>
              <a:t>-</a:t>
            </a:r>
            <a:r>
              <a:rPr sz="3600" spc="-13" dirty="0">
                <a:solidFill>
                  <a:srgbClr val="2A3890"/>
                </a:solidFill>
              </a:rPr>
              <a:t> </a:t>
            </a:r>
            <a:r>
              <a:rPr sz="3600" dirty="0">
                <a:solidFill>
                  <a:srgbClr val="2A3890"/>
                </a:solidFill>
              </a:rPr>
              <a:t>Install</a:t>
            </a:r>
            <a:r>
              <a:rPr sz="3600" spc="-20" dirty="0">
                <a:solidFill>
                  <a:srgbClr val="2A3890"/>
                </a:solidFill>
              </a:rPr>
              <a:t> </a:t>
            </a:r>
            <a:r>
              <a:rPr sz="3600" spc="-13" dirty="0">
                <a:solidFill>
                  <a:srgbClr val="2A3890"/>
                </a:solidFill>
              </a:rPr>
              <a:t>gps-sdr-</a:t>
            </a:r>
            <a:r>
              <a:rPr sz="3600" spc="-33" dirty="0">
                <a:solidFill>
                  <a:srgbClr val="2A3890"/>
                </a:solidFill>
              </a:rPr>
              <a:t>sim</a:t>
            </a:r>
            <a:endParaRPr sz="3600" dirty="0"/>
          </a:p>
        </p:txBody>
      </p:sp>
      <p:sp>
        <p:nvSpPr>
          <p:cNvPr id="3" name="object 3"/>
          <p:cNvSpPr txBox="1"/>
          <p:nvPr/>
        </p:nvSpPr>
        <p:spPr>
          <a:xfrm>
            <a:off x="748341" y="1935309"/>
            <a:ext cx="7590367" cy="1283258"/>
          </a:xfrm>
          <a:prstGeom prst="rect">
            <a:avLst/>
          </a:prstGeom>
        </p:spPr>
        <p:txBody>
          <a:bodyPr vert="horz" wrap="square" lIns="0" tIns="71967" rIns="0" bIns="0" rtlCol="0">
            <a:spAutoFit/>
          </a:bodyPr>
          <a:lstStyle/>
          <a:p>
            <a:pPr marL="585031" indent="-568098" defTabSz="1219170">
              <a:spcBef>
                <a:spcPts val="567"/>
              </a:spcBef>
              <a:buFont typeface="Roboto"/>
              <a:buAutoNum type="arabicPeriod"/>
              <a:tabLst>
                <a:tab pos="585031" algn="l"/>
              </a:tabLst>
            </a:pPr>
            <a:r>
              <a:rPr sz="2400" kern="0" dirty="0">
                <a:solidFill>
                  <a:srgbClr val="434343"/>
                </a:solidFill>
                <a:latin typeface="Roboto"/>
                <a:cs typeface="Roboto"/>
              </a:rPr>
              <a:t>git</a:t>
            </a:r>
            <a:r>
              <a:rPr sz="2400" kern="0" spc="140" dirty="0">
                <a:solidFill>
                  <a:srgbClr val="434343"/>
                </a:solidFill>
                <a:latin typeface="Roboto"/>
                <a:cs typeface="Roboto"/>
              </a:rPr>
              <a:t> </a:t>
            </a:r>
            <a:r>
              <a:rPr sz="2400" kern="0" dirty="0">
                <a:solidFill>
                  <a:srgbClr val="434343"/>
                </a:solidFill>
                <a:latin typeface="Roboto"/>
                <a:cs typeface="Roboto"/>
              </a:rPr>
              <a:t>clone</a:t>
            </a:r>
            <a:r>
              <a:rPr sz="2400" kern="0" spc="160" dirty="0">
                <a:solidFill>
                  <a:srgbClr val="434343"/>
                </a:solidFill>
                <a:latin typeface="Roboto"/>
                <a:cs typeface="Roboto"/>
              </a:rPr>
              <a:t> </a:t>
            </a:r>
            <a:r>
              <a:rPr sz="2400" u="heavy" kern="0" spc="-27" dirty="0">
                <a:solidFill>
                  <a:srgbClr val="F06292"/>
                </a:solidFill>
                <a:uFill>
                  <a:solidFill>
                    <a:srgbClr val="F06292"/>
                  </a:solidFill>
                </a:uFill>
                <a:latin typeface="Roboto"/>
                <a:cs typeface="Roboto"/>
                <a:hlinkClick r:id="rId3"/>
              </a:rPr>
              <a:t>https://github.com/osqzss/gps-</a:t>
            </a:r>
            <a:r>
              <a:rPr sz="2400" u="heavy" kern="0" spc="-13" dirty="0">
                <a:solidFill>
                  <a:srgbClr val="F06292"/>
                </a:solidFill>
                <a:uFill>
                  <a:solidFill>
                    <a:srgbClr val="F06292"/>
                  </a:solidFill>
                </a:uFill>
                <a:latin typeface="Roboto"/>
                <a:cs typeface="Roboto"/>
                <a:hlinkClick r:id="rId3"/>
              </a:rPr>
              <a:t>sdr-sim.git</a:t>
            </a:r>
            <a:endParaRPr sz="2400" kern="0">
              <a:solidFill>
                <a:sysClr val="windowText" lastClr="000000"/>
              </a:solidFill>
              <a:latin typeface="Roboto"/>
              <a:cs typeface="Roboto"/>
            </a:endParaRPr>
          </a:p>
          <a:p>
            <a:pPr marL="585031" indent="-568098" defTabSz="1219170">
              <a:spcBef>
                <a:spcPts val="427"/>
              </a:spcBef>
              <a:buFont typeface="Roboto"/>
              <a:buAutoNum type="arabicPeriod"/>
              <a:tabLst>
                <a:tab pos="585031" algn="l"/>
              </a:tabLst>
            </a:pPr>
            <a:r>
              <a:rPr sz="2400" kern="0" dirty="0">
                <a:solidFill>
                  <a:srgbClr val="434343"/>
                </a:solidFill>
                <a:latin typeface="Roboto"/>
                <a:cs typeface="Roboto"/>
              </a:rPr>
              <a:t>cd</a:t>
            </a:r>
            <a:r>
              <a:rPr sz="2400" kern="0" spc="40" dirty="0">
                <a:solidFill>
                  <a:srgbClr val="434343"/>
                </a:solidFill>
                <a:latin typeface="Roboto"/>
                <a:cs typeface="Roboto"/>
              </a:rPr>
              <a:t> </a:t>
            </a:r>
            <a:r>
              <a:rPr sz="2400" kern="0" spc="-13" dirty="0">
                <a:solidFill>
                  <a:srgbClr val="434343"/>
                </a:solidFill>
                <a:latin typeface="Roboto"/>
                <a:cs typeface="Roboto"/>
              </a:rPr>
              <a:t>gps-sdr-</a:t>
            </a:r>
            <a:r>
              <a:rPr sz="2400" kern="0" spc="-27" dirty="0">
                <a:solidFill>
                  <a:srgbClr val="434343"/>
                </a:solidFill>
                <a:latin typeface="Roboto"/>
                <a:cs typeface="Roboto"/>
              </a:rPr>
              <a:t>sim/</a:t>
            </a:r>
            <a:endParaRPr sz="2400" kern="0">
              <a:solidFill>
                <a:sysClr val="windowText" lastClr="000000"/>
              </a:solidFill>
              <a:latin typeface="Roboto"/>
              <a:cs typeface="Roboto"/>
            </a:endParaRPr>
          </a:p>
          <a:p>
            <a:pPr marL="585031" indent="-568098" defTabSz="1219170">
              <a:spcBef>
                <a:spcPts val="433"/>
              </a:spcBef>
              <a:buFont typeface="Roboto"/>
              <a:buAutoNum type="arabicPeriod"/>
              <a:tabLst>
                <a:tab pos="585031" algn="l"/>
              </a:tabLst>
            </a:pPr>
            <a:r>
              <a:rPr sz="2400" kern="0" dirty="0">
                <a:solidFill>
                  <a:srgbClr val="434343"/>
                </a:solidFill>
                <a:latin typeface="Roboto"/>
                <a:cs typeface="Roboto"/>
              </a:rPr>
              <a:t>gcc</a:t>
            </a:r>
            <a:r>
              <a:rPr sz="2400" kern="0" spc="-27" dirty="0">
                <a:solidFill>
                  <a:srgbClr val="434343"/>
                </a:solidFill>
                <a:latin typeface="Roboto"/>
                <a:cs typeface="Roboto"/>
              </a:rPr>
              <a:t> </a:t>
            </a:r>
            <a:r>
              <a:rPr sz="2400" kern="0" dirty="0">
                <a:solidFill>
                  <a:srgbClr val="434343"/>
                </a:solidFill>
                <a:latin typeface="Roboto"/>
                <a:cs typeface="Roboto"/>
              </a:rPr>
              <a:t>gpssim.c</a:t>
            </a:r>
            <a:r>
              <a:rPr sz="2400" kern="0" spc="-20" dirty="0">
                <a:solidFill>
                  <a:srgbClr val="434343"/>
                </a:solidFill>
                <a:latin typeface="Roboto"/>
                <a:cs typeface="Roboto"/>
              </a:rPr>
              <a:t> </a:t>
            </a:r>
            <a:r>
              <a:rPr sz="2400" kern="0" spc="-13" dirty="0">
                <a:solidFill>
                  <a:srgbClr val="434343"/>
                </a:solidFill>
                <a:latin typeface="Roboto"/>
                <a:cs typeface="Roboto"/>
              </a:rPr>
              <a:t>-</a:t>
            </a:r>
            <a:r>
              <a:rPr sz="2400" kern="0" dirty="0">
                <a:solidFill>
                  <a:srgbClr val="434343"/>
                </a:solidFill>
                <a:latin typeface="Roboto"/>
                <a:cs typeface="Roboto"/>
              </a:rPr>
              <a:t>lm</a:t>
            </a:r>
            <a:r>
              <a:rPr sz="2400" kern="0" spc="-20" dirty="0">
                <a:solidFill>
                  <a:srgbClr val="434343"/>
                </a:solidFill>
                <a:latin typeface="Roboto"/>
                <a:cs typeface="Roboto"/>
              </a:rPr>
              <a:t> </a:t>
            </a:r>
            <a:r>
              <a:rPr sz="2400" kern="0" spc="-13" dirty="0">
                <a:solidFill>
                  <a:srgbClr val="434343"/>
                </a:solidFill>
                <a:latin typeface="Roboto"/>
                <a:cs typeface="Roboto"/>
              </a:rPr>
              <a:t>-</a:t>
            </a:r>
            <a:r>
              <a:rPr sz="2400" kern="0" dirty="0">
                <a:solidFill>
                  <a:srgbClr val="434343"/>
                </a:solidFill>
                <a:latin typeface="Roboto"/>
                <a:cs typeface="Roboto"/>
              </a:rPr>
              <a:t>O3</a:t>
            </a:r>
            <a:r>
              <a:rPr sz="2400" kern="0" spc="-20" dirty="0">
                <a:solidFill>
                  <a:srgbClr val="434343"/>
                </a:solidFill>
                <a:latin typeface="Roboto"/>
                <a:cs typeface="Roboto"/>
              </a:rPr>
              <a:t> </a:t>
            </a:r>
            <a:r>
              <a:rPr sz="2400" kern="0" spc="-13" dirty="0">
                <a:solidFill>
                  <a:srgbClr val="434343"/>
                </a:solidFill>
                <a:latin typeface="Roboto"/>
                <a:cs typeface="Roboto"/>
              </a:rPr>
              <a:t>-</a:t>
            </a:r>
            <a:r>
              <a:rPr sz="2400" kern="0" dirty="0">
                <a:solidFill>
                  <a:srgbClr val="434343"/>
                </a:solidFill>
                <a:latin typeface="Roboto"/>
                <a:cs typeface="Roboto"/>
              </a:rPr>
              <a:t>o</a:t>
            </a:r>
            <a:r>
              <a:rPr sz="2400" kern="0" spc="-20" dirty="0">
                <a:solidFill>
                  <a:srgbClr val="434343"/>
                </a:solidFill>
                <a:latin typeface="Roboto"/>
                <a:cs typeface="Roboto"/>
              </a:rPr>
              <a:t> </a:t>
            </a:r>
            <a:r>
              <a:rPr sz="2400" kern="0" spc="-27" dirty="0">
                <a:solidFill>
                  <a:srgbClr val="434343"/>
                </a:solidFill>
                <a:latin typeface="Roboto"/>
                <a:cs typeface="Roboto"/>
              </a:rPr>
              <a:t>gps-sdr-</a:t>
            </a:r>
            <a:r>
              <a:rPr sz="2400" kern="0" spc="-33" dirty="0">
                <a:solidFill>
                  <a:srgbClr val="434343"/>
                </a:solidFill>
                <a:latin typeface="Roboto"/>
                <a:cs typeface="Roboto"/>
              </a:rPr>
              <a:t>sim</a:t>
            </a:r>
            <a:endParaRPr sz="2400" kern="0">
              <a:solidFill>
                <a:sysClr val="windowText" lastClr="000000"/>
              </a:solidFill>
              <a:latin typeface="Roboto"/>
              <a:cs typeface="Roboto"/>
            </a:endParaRPr>
          </a:p>
        </p:txBody>
      </p:sp>
    </p:spTree>
    <p:custDataLst>
      <p:tags r:id="rId1"/>
    </p:custData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object 5"/>
          <p:cNvSpPr txBox="1">
            <a:spLocks noGrp="1"/>
          </p:cNvSpPr>
          <p:nvPr>
            <p:ph type="sldNum" sz="quarter" idx="12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50799" defTabSz="1219170">
              <a:lnSpc>
                <a:spcPts val="2193"/>
              </a:lnSpc>
            </a:pPr>
            <a:fld id="{81D60167-4931-47E6-BA6A-407CBD079E47}" type="slidenum">
              <a:rPr kern="0" spc="-33" dirty="0"/>
              <a:pPr marL="50799" defTabSz="1219170">
                <a:lnSpc>
                  <a:spcPts val="2193"/>
                </a:lnSpc>
              </a:pPr>
              <a:t>6</a:t>
            </a:fld>
            <a:endParaRPr kern="0" spc="-33" dirty="0"/>
          </a:p>
        </p:txBody>
      </p:sp>
      <p:sp>
        <p:nvSpPr>
          <p:cNvPr id="2" name="object 2" descr="$PPTXTitle"/>
          <p:cNvSpPr txBox="1">
            <a:spLocks noGrp="1"/>
          </p:cNvSpPr>
          <p:nvPr>
            <p:ph type="title" idx="4294967295"/>
          </p:nvPr>
        </p:nvSpPr>
        <p:spPr>
          <a:xfrm>
            <a:off x="0" y="625475"/>
            <a:ext cx="6178550" cy="1125538"/>
          </a:xfrm>
          <a:prstGeom prst="rect">
            <a:avLst/>
          </a:prstGeom>
        </p:spPr>
        <p:txBody>
          <a:bodyPr vert="horz" wrap="square" lIns="0" tIns="16933" rIns="0" bIns="0" rtlCol="0">
            <a:spAutoFit/>
          </a:bodyPr>
          <a:lstStyle/>
          <a:p>
            <a:pPr marL="16933" marR="6773">
              <a:spcBef>
                <a:spcPts val="133"/>
              </a:spcBef>
            </a:pPr>
            <a:r>
              <a:rPr sz="3600" dirty="0"/>
              <a:t>GPS</a:t>
            </a:r>
            <a:r>
              <a:rPr sz="3600" spc="-33" dirty="0"/>
              <a:t> </a:t>
            </a:r>
            <a:r>
              <a:rPr sz="3600" dirty="0"/>
              <a:t>Spooﬁng</a:t>
            </a:r>
            <a:r>
              <a:rPr sz="3600" spc="-33" dirty="0"/>
              <a:t> </a:t>
            </a:r>
            <a:r>
              <a:rPr sz="3600" dirty="0"/>
              <a:t>–</a:t>
            </a:r>
            <a:r>
              <a:rPr sz="3600" spc="-13" dirty="0"/>
              <a:t> </a:t>
            </a:r>
            <a:r>
              <a:rPr sz="3600" dirty="0">
                <a:solidFill>
                  <a:srgbClr val="212D73"/>
                </a:solidFill>
              </a:rPr>
              <a:t>Step</a:t>
            </a:r>
            <a:r>
              <a:rPr sz="3600" spc="-33" dirty="0">
                <a:solidFill>
                  <a:srgbClr val="212D73"/>
                </a:solidFill>
              </a:rPr>
              <a:t> </a:t>
            </a:r>
            <a:r>
              <a:rPr sz="3600" spc="-67" dirty="0">
                <a:solidFill>
                  <a:srgbClr val="212D73"/>
                </a:solidFill>
              </a:rPr>
              <a:t>2 </a:t>
            </a:r>
            <a:r>
              <a:rPr sz="3600" dirty="0">
                <a:solidFill>
                  <a:srgbClr val="D13368"/>
                </a:solidFill>
              </a:rPr>
              <a:t>Download</a:t>
            </a:r>
            <a:r>
              <a:rPr sz="3600" spc="-53" dirty="0">
                <a:solidFill>
                  <a:srgbClr val="D13368"/>
                </a:solidFill>
              </a:rPr>
              <a:t> </a:t>
            </a:r>
            <a:r>
              <a:rPr sz="3600" dirty="0">
                <a:solidFill>
                  <a:srgbClr val="D13368"/>
                </a:solidFill>
              </a:rPr>
              <a:t>latest</a:t>
            </a:r>
            <a:r>
              <a:rPr sz="3600" spc="-40" dirty="0">
                <a:solidFill>
                  <a:srgbClr val="D13368"/>
                </a:solidFill>
              </a:rPr>
              <a:t> </a:t>
            </a:r>
            <a:r>
              <a:rPr sz="3600" dirty="0">
                <a:solidFill>
                  <a:srgbClr val="D13368"/>
                </a:solidFill>
              </a:rPr>
              <a:t>GNSS</a:t>
            </a:r>
            <a:r>
              <a:rPr sz="3600" spc="-40" dirty="0">
                <a:solidFill>
                  <a:srgbClr val="D13368"/>
                </a:solidFill>
              </a:rPr>
              <a:t> </a:t>
            </a:r>
            <a:r>
              <a:rPr sz="3600" spc="-13" dirty="0">
                <a:solidFill>
                  <a:srgbClr val="D13368"/>
                </a:solidFill>
              </a:rPr>
              <a:t>archive</a:t>
            </a:r>
            <a:endParaRPr sz="3600"/>
          </a:p>
        </p:txBody>
      </p:sp>
      <p:sp>
        <p:nvSpPr>
          <p:cNvPr id="3" name="object 3"/>
          <p:cNvSpPr txBox="1"/>
          <p:nvPr/>
        </p:nvSpPr>
        <p:spPr>
          <a:xfrm>
            <a:off x="710241" y="1906863"/>
            <a:ext cx="8653780" cy="1273853"/>
          </a:xfrm>
          <a:prstGeom prst="rect">
            <a:avLst/>
          </a:prstGeom>
        </p:spPr>
        <p:txBody>
          <a:bodyPr vert="horz" wrap="square" lIns="0" tIns="16933" rIns="0" bIns="0" rtlCol="0">
            <a:spAutoFit/>
          </a:bodyPr>
          <a:lstStyle/>
          <a:p>
            <a:pPr marL="585031" marR="6773" indent="-568946" defTabSz="1219170">
              <a:spcBef>
                <a:spcPts val="133"/>
              </a:spcBef>
              <a:buFont typeface="Roboto"/>
              <a:buAutoNum type="arabicPeriod"/>
              <a:tabLst>
                <a:tab pos="585031" algn="l"/>
              </a:tabLst>
            </a:pPr>
            <a:r>
              <a:rPr sz="2000" kern="0" dirty="0">
                <a:solidFill>
                  <a:srgbClr val="434343"/>
                </a:solidFill>
                <a:latin typeface="Roboto"/>
                <a:cs typeface="Roboto"/>
              </a:rPr>
              <a:t>Go</a:t>
            </a:r>
            <a:r>
              <a:rPr sz="2000" kern="0" spc="-13" dirty="0">
                <a:solidFill>
                  <a:srgbClr val="434343"/>
                </a:solidFill>
                <a:latin typeface="Roboto"/>
                <a:cs typeface="Roboto"/>
              </a:rPr>
              <a:t> </a:t>
            </a:r>
            <a:r>
              <a:rPr sz="2000" kern="0" spc="-33" dirty="0">
                <a:solidFill>
                  <a:srgbClr val="434343"/>
                </a:solidFill>
                <a:latin typeface="Roboto"/>
                <a:cs typeface="Roboto"/>
              </a:rPr>
              <a:t>to </a:t>
            </a:r>
            <a:r>
              <a:rPr sz="2000" u="heavy" kern="0" spc="-13" dirty="0">
                <a:solidFill>
                  <a:srgbClr val="F06292"/>
                </a:solidFill>
                <a:uFill>
                  <a:solidFill>
                    <a:srgbClr val="F06292"/>
                  </a:solidFill>
                </a:uFill>
                <a:latin typeface="Roboto"/>
                <a:cs typeface="Roboto"/>
                <a:hlinkClick r:id="rId3"/>
              </a:rPr>
              <a:t>https://cddis.nasa.gov/archive/gnss/data/daily/2024/brdc/</a:t>
            </a:r>
            <a:endParaRPr sz="2000" kern="0" dirty="0">
              <a:solidFill>
                <a:sysClr val="windowText" lastClr="000000"/>
              </a:solidFill>
              <a:latin typeface="Roboto"/>
              <a:cs typeface="Roboto"/>
            </a:endParaRPr>
          </a:p>
          <a:p>
            <a:pPr marL="585031" indent="-568098" defTabSz="1219170">
              <a:spcBef>
                <a:spcPts val="1333"/>
              </a:spcBef>
              <a:buFont typeface="Roboto"/>
              <a:buAutoNum type="arabicPeriod"/>
              <a:tabLst>
                <a:tab pos="585031" algn="l"/>
              </a:tabLst>
            </a:pPr>
            <a:r>
              <a:rPr sz="2000" kern="0" dirty="0">
                <a:solidFill>
                  <a:srgbClr val="434343"/>
                </a:solidFill>
                <a:latin typeface="Roboto"/>
                <a:cs typeface="Roboto"/>
              </a:rPr>
              <a:t>Download</a:t>
            </a:r>
            <a:r>
              <a:rPr sz="2000" kern="0" spc="-60" dirty="0">
                <a:solidFill>
                  <a:srgbClr val="434343"/>
                </a:solidFill>
                <a:latin typeface="Roboto"/>
                <a:cs typeface="Roboto"/>
              </a:rPr>
              <a:t> </a:t>
            </a:r>
            <a:r>
              <a:rPr sz="2000" kern="0" dirty="0">
                <a:solidFill>
                  <a:srgbClr val="434343"/>
                </a:solidFill>
                <a:latin typeface="Roboto"/>
                <a:cs typeface="Roboto"/>
              </a:rPr>
              <a:t>the</a:t>
            </a:r>
            <a:r>
              <a:rPr sz="2000" kern="0" spc="-53" dirty="0">
                <a:solidFill>
                  <a:srgbClr val="434343"/>
                </a:solidFill>
                <a:latin typeface="Roboto"/>
                <a:cs typeface="Roboto"/>
              </a:rPr>
              <a:t> </a:t>
            </a:r>
            <a:r>
              <a:rPr sz="2000" kern="0" dirty="0">
                <a:solidFill>
                  <a:srgbClr val="434343"/>
                </a:solidFill>
                <a:latin typeface="Roboto"/>
                <a:cs typeface="Roboto"/>
              </a:rPr>
              <a:t>latest</a:t>
            </a:r>
            <a:r>
              <a:rPr sz="2000" kern="0" spc="-53" dirty="0">
                <a:solidFill>
                  <a:srgbClr val="434343"/>
                </a:solidFill>
                <a:latin typeface="Roboto"/>
                <a:cs typeface="Roboto"/>
              </a:rPr>
              <a:t> </a:t>
            </a:r>
            <a:r>
              <a:rPr sz="2000" kern="0" dirty="0">
                <a:solidFill>
                  <a:srgbClr val="434343"/>
                </a:solidFill>
                <a:latin typeface="Roboto"/>
                <a:cs typeface="Roboto"/>
              </a:rPr>
              <a:t>archive</a:t>
            </a:r>
            <a:r>
              <a:rPr sz="2000" kern="0" spc="-53" dirty="0">
                <a:solidFill>
                  <a:srgbClr val="434343"/>
                </a:solidFill>
                <a:latin typeface="Roboto"/>
                <a:cs typeface="Roboto"/>
              </a:rPr>
              <a:t> </a:t>
            </a:r>
            <a:r>
              <a:rPr sz="2000" kern="0" dirty="0">
                <a:solidFill>
                  <a:srgbClr val="434343"/>
                </a:solidFill>
                <a:latin typeface="Roboto"/>
                <a:cs typeface="Roboto"/>
              </a:rPr>
              <a:t>from</a:t>
            </a:r>
            <a:r>
              <a:rPr sz="2000" kern="0" spc="-53" dirty="0">
                <a:solidFill>
                  <a:srgbClr val="434343"/>
                </a:solidFill>
                <a:latin typeface="Roboto"/>
                <a:cs typeface="Roboto"/>
              </a:rPr>
              <a:t> </a:t>
            </a:r>
            <a:r>
              <a:rPr sz="2000" kern="0" dirty="0">
                <a:solidFill>
                  <a:srgbClr val="434343"/>
                </a:solidFill>
                <a:latin typeface="Roboto"/>
                <a:cs typeface="Roboto"/>
              </a:rPr>
              <a:t>today</a:t>
            </a:r>
            <a:r>
              <a:rPr sz="2000" kern="0" spc="-53" dirty="0">
                <a:solidFill>
                  <a:srgbClr val="434343"/>
                </a:solidFill>
                <a:latin typeface="Roboto"/>
                <a:cs typeface="Roboto"/>
              </a:rPr>
              <a:t> </a:t>
            </a:r>
            <a:r>
              <a:rPr sz="2000" kern="0" spc="-13" dirty="0">
                <a:solidFill>
                  <a:srgbClr val="434343"/>
                </a:solidFill>
                <a:latin typeface="Roboto"/>
                <a:cs typeface="Roboto"/>
              </a:rPr>
              <a:t>(brdc0370.24n)</a:t>
            </a:r>
            <a:endParaRPr sz="2000" kern="0" dirty="0">
              <a:solidFill>
                <a:sysClr val="windowText" lastClr="000000"/>
              </a:solidFill>
              <a:latin typeface="Roboto"/>
              <a:cs typeface="Roboto"/>
            </a:endParaRPr>
          </a:p>
          <a:p>
            <a:pPr marL="585031" indent="-568098" defTabSz="1219170">
              <a:spcBef>
                <a:spcPts val="1333"/>
              </a:spcBef>
              <a:buFont typeface="Roboto"/>
              <a:buAutoNum type="arabicPeriod"/>
              <a:tabLst>
                <a:tab pos="585031" algn="l"/>
              </a:tabLst>
            </a:pPr>
            <a:r>
              <a:rPr sz="2000" kern="0" dirty="0">
                <a:solidFill>
                  <a:srgbClr val="434343"/>
                </a:solidFill>
                <a:latin typeface="Roboto"/>
                <a:cs typeface="Roboto"/>
              </a:rPr>
              <a:t>Place the</a:t>
            </a:r>
            <a:r>
              <a:rPr sz="2000" kern="0" spc="7" dirty="0">
                <a:solidFill>
                  <a:srgbClr val="434343"/>
                </a:solidFill>
                <a:latin typeface="Roboto"/>
                <a:cs typeface="Roboto"/>
              </a:rPr>
              <a:t> </a:t>
            </a:r>
            <a:r>
              <a:rPr sz="2000" kern="0" dirty="0">
                <a:solidFill>
                  <a:srgbClr val="434343"/>
                </a:solidFill>
                <a:latin typeface="Roboto"/>
                <a:cs typeface="Roboto"/>
              </a:rPr>
              <a:t>ﬁle</a:t>
            </a:r>
            <a:r>
              <a:rPr sz="2000" kern="0" spc="7" dirty="0">
                <a:solidFill>
                  <a:srgbClr val="434343"/>
                </a:solidFill>
                <a:latin typeface="Roboto"/>
                <a:cs typeface="Roboto"/>
              </a:rPr>
              <a:t> </a:t>
            </a:r>
            <a:r>
              <a:rPr sz="2000" kern="0" dirty="0">
                <a:solidFill>
                  <a:srgbClr val="434343"/>
                </a:solidFill>
                <a:latin typeface="Roboto"/>
                <a:cs typeface="Roboto"/>
              </a:rPr>
              <a:t>in</a:t>
            </a:r>
            <a:r>
              <a:rPr sz="2000" kern="0" spc="33" dirty="0">
                <a:solidFill>
                  <a:srgbClr val="434343"/>
                </a:solidFill>
                <a:latin typeface="Roboto"/>
                <a:cs typeface="Roboto"/>
              </a:rPr>
              <a:t> </a:t>
            </a:r>
            <a:r>
              <a:rPr sz="2000" b="1" kern="0" spc="-33" dirty="0">
                <a:solidFill>
                  <a:srgbClr val="D13368"/>
                </a:solidFill>
                <a:latin typeface="Courier New"/>
                <a:cs typeface="Courier New"/>
              </a:rPr>
              <a:t>/usr/src/gps-sdr-</a:t>
            </a:r>
            <a:r>
              <a:rPr sz="2000" b="1" kern="0" dirty="0">
                <a:solidFill>
                  <a:srgbClr val="D13368"/>
                </a:solidFill>
                <a:latin typeface="Courier New"/>
                <a:cs typeface="Courier New"/>
              </a:rPr>
              <a:t>sim</a:t>
            </a:r>
            <a:r>
              <a:rPr sz="2000" b="1" kern="0" spc="13" dirty="0">
                <a:solidFill>
                  <a:srgbClr val="D13368"/>
                </a:solidFill>
                <a:latin typeface="Courier New"/>
                <a:cs typeface="Courier New"/>
              </a:rPr>
              <a:t> </a:t>
            </a:r>
            <a:r>
              <a:rPr sz="2000" kern="0" spc="-13" dirty="0">
                <a:solidFill>
                  <a:srgbClr val="434343"/>
                </a:solidFill>
                <a:latin typeface="Roboto"/>
                <a:cs typeface="Roboto"/>
              </a:rPr>
              <a:t>directory</a:t>
            </a:r>
            <a:endParaRPr sz="2000" kern="0" dirty="0">
              <a:solidFill>
                <a:sysClr val="windowText" lastClr="000000"/>
              </a:solidFill>
              <a:latin typeface="Roboto"/>
              <a:cs typeface="Roboto"/>
            </a:endParaRPr>
          </a:p>
        </p:txBody>
      </p:sp>
      <p:pic>
        <p:nvPicPr>
          <p:cNvPr id="4" name="object 4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2156234" y="3538734"/>
            <a:ext cx="7879533" cy="3133233"/>
          </a:xfrm>
          <a:prstGeom prst="rect">
            <a:avLst/>
          </a:prstGeom>
        </p:spPr>
      </p:pic>
    </p:spTree>
    <p:custDataLst>
      <p:tags r:id="rId1"/>
    </p:custData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object 5"/>
          <p:cNvSpPr txBox="1">
            <a:spLocks noGrp="1"/>
          </p:cNvSpPr>
          <p:nvPr>
            <p:ph type="sldNum" sz="quarter" idx="12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50799" defTabSz="1219170">
              <a:lnSpc>
                <a:spcPts val="2193"/>
              </a:lnSpc>
            </a:pPr>
            <a:fld id="{81D60167-4931-47E6-BA6A-407CBD079E47}" type="slidenum">
              <a:rPr kern="0" spc="-33" dirty="0"/>
              <a:pPr marL="50799" defTabSz="1219170">
                <a:lnSpc>
                  <a:spcPts val="2193"/>
                </a:lnSpc>
              </a:pPr>
              <a:t>7</a:t>
            </a:fld>
            <a:endParaRPr kern="0" spc="-33" dirty="0"/>
          </a:p>
        </p:txBody>
      </p:sp>
      <p:sp>
        <p:nvSpPr>
          <p:cNvPr id="2" name="object 2" descr="$PPTXTitle"/>
          <p:cNvSpPr txBox="1">
            <a:spLocks noGrp="1"/>
          </p:cNvSpPr>
          <p:nvPr>
            <p:ph type="title" idx="4294967295"/>
          </p:nvPr>
        </p:nvSpPr>
        <p:spPr>
          <a:xfrm>
            <a:off x="0" y="625475"/>
            <a:ext cx="5195888" cy="1125538"/>
          </a:xfrm>
          <a:prstGeom prst="rect">
            <a:avLst/>
          </a:prstGeom>
        </p:spPr>
        <p:txBody>
          <a:bodyPr vert="horz" wrap="square" lIns="0" tIns="16933" rIns="0" bIns="0" rtlCol="0">
            <a:spAutoFit/>
          </a:bodyPr>
          <a:lstStyle/>
          <a:p>
            <a:pPr marL="16933" marR="6773">
              <a:spcBef>
                <a:spcPts val="133"/>
              </a:spcBef>
            </a:pPr>
            <a:r>
              <a:rPr sz="3600" dirty="0"/>
              <a:t>GPS</a:t>
            </a:r>
            <a:r>
              <a:rPr sz="3600" spc="-33" dirty="0"/>
              <a:t> </a:t>
            </a:r>
            <a:r>
              <a:rPr sz="3600" dirty="0"/>
              <a:t>Spooﬁng</a:t>
            </a:r>
            <a:r>
              <a:rPr sz="3600" spc="-33" dirty="0"/>
              <a:t> </a:t>
            </a:r>
            <a:r>
              <a:rPr sz="3600" dirty="0"/>
              <a:t>–</a:t>
            </a:r>
            <a:r>
              <a:rPr sz="3600" spc="-13" dirty="0"/>
              <a:t> </a:t>
            </a:r>
            <a:r>
              <a:rPr sz="3600" dirty="0">
                <a:solidFill>
                  <a:srgbClr val="212D73"/>
                </a:solidFill>
              </a:rPr>
              <a:t>Step</a:t>
            </a:r>
            <a:r>
              <a:rPr sz="3600" spc="-33" dirty="0">
                <a:solidFill>
                  <a:srgbClr val="212D73"/>
                </a:solidFill>
              </a:rPr>
              <a:t> </a:t>
            </a:r>
            <a:r>
              <a:rPr sz="3600" spc="-67" dirty="0">
                <a:solidFill>
                  <a:srgbClr val="212D73"/>
                </a:solidFill>
              </a:rPr>
              <a:t>3 </a:t>
            </a:r>
            <a:r>
              <a:rPr sz="3600" dirty="0">
                <a:solidFill>
                  <a:srgbClr val="D13368"/>
                </a:solidFill>
              </a:rPr>
              <a:t>Select</a:t>
            </a:r>
            <a:r>
              <a:rPr sz="3600" spc="-40" dirty="0">
                <a:solidFill>
                  <a:srgbClr val="D13368"/>
                </a:solidFill>
              </a:rPr>
              <a:t> </a:t>
            </a:r>
            <a:r>
              <a:rPr sz="3600" dirty="0">
                <a:solidFill>
                  <a:srgbClr val="D13368"/>
                </a:solidFill>
              </a:rPr>
              <a:t>a</a:t>
            </a:r>
            <a:r>
              <a:rPr sz="3600" spc="-40" dirty="0">
                <a:solidFill>
                  <a:srgbClr val="D13368"/>
                </a:solidFill>
              </a:rPr>
              <a:t> </a:t>
            </a:r>
            <a:r>
              <a:rPr sz="3600" dirty="0">
                <a:solidFill>
                  <a:srgbClr val="D13368"/>
                </a:solidFill>
              </a:rPr>
              <a:t>location</a:t>
            </a:r>
            <a:r>
              <a:rPr sz="3600" spc="-40" dirty="0">
                <a:solidFill>
                  <a:srgbClr val="D13368"/>
                </a:solidFill>
              </a:rPr>
              <a:t> </a:t>
            </a:r>
            <a:r>
              <a:rPr sz="3600" dirty="0">
                <a:solidFill>
                  <a:srgbClr val="D13368"/>
                </a:solidFill>
              </a:rPr>
              <a:t>to</a:t>
            </a:r>
            <a:r>
              <a:rPr sz="3600" spc="-40" dirty="0">
                <a:solidFill>
                  <a:srgbClr val="D13368"/>
                </a:solidFill>
              </a:rPr>
              <a:t> </a:t>
            </a:r>
            <a:r>
              <a:rPr sz="3600" spc="-13" dirty="0">
                <a:solidFill>
                  <a:srgbClr val="D13368"/>
                </a:solidFill>
              </a:rPr>
              <a:t>spoof</a:t>
            </a:r>
            <a:endParaRPr sz="3600"/>
          </a:p>
        </p:txBody>
      </p:sp>
      <p:sp>
        <p:nvSpPr>
          <p:cNvPr id="3" name="object 3"/>
          <p:cNvSpPr txBox="1"/>
          <p:nvPr/>
        </p:nvSpPr>
        <p:spPr>
          <a:xfrm>
            <a:off x="710240" y="1737530"/>
            <a:ext cx="6644640" cy="1629506"/>
          </a:xfrm>
          <a:prstGeom prst="rect">
            <a:avLst/>
          </a:prstGeom>
        </p:spPr>
        <p:txBody>
          <a:bodyPr vert="horz" wrap="square" lIns="0" tIns="186267" rIns="0" bIns="0" rtlCol="0">
            <a:spAutoFit/>
          </a:bodyPr>
          <a:lstStyle/>
          <a:p>
            <a:pPr marL="585031" indent="-568098" defTabSz="1219170">
              <a:spcBef>
                <a:spcPts val="1467"/>
              </a:spcBef>
              <a:buFont typeface="Roboto"/>
              <a:buAutoNum type="arabicPeriod"/>
              <a:tabLst>
                <a:tab pos="585031" algn="l"/>
              </a:tabLst>
            </a:pPr>
            <a:r>
              <a:rPr sz="2400" kern="0" dirty="0">
                <a:solidFill>
                  <a:srgbClr val="434343"/>
                </a:solidFill>
                <a:latin typeface="Roboto"/>
                <a:cs typeface="Roboto"/>
              </a:rPr>
              <a:t>Navigate</a:t>
            </a:r>
            <a:r>
              <a:rPr sz="2400" kern="0" spc="-53" dirty="0">
                <a:solidFill>
                  <a:srgbClr val="434343"/>
                </a:solidFill>
                <a:latin typeface="Roboto"/>
                <a:cs typeface="Roboto"/>
              </a:rPr>
              <a:t> </a:t>
            </a:r>
            <a:r>
              <a:rPr sz="2400" kern="0" dirty="0">
                <a:solidFill>
                  <a:srgbClr val="434343"/>
                </a:solidFill>
                <a:latin typeface="Roboto"/>
                <a:cs typeface="Roboto"/>
              </a:rPr>
              <a:t>to</a:t>
            </a:r>
            <a:r>
              <a:rPr sz="2400" kern="0" spc="-27" dirty="0">
                <a:solidFill>
                  <a:srgbClr val="434343"/>
                </a:solidFill>
                <a:latin typeface="Roboto"/>
                <a:cs typeface="Roboto"/>
              </a:rPr>
              <a:t> </a:t>
            </a:r>
            <a:r>
              <a:rPr sz="2400" u="heavy" kern="0" spc="-13" dirty="0">
                <a:solidFill>
                  <a:srgbClr val="F06292"/>
                </a:solidFill>
                <a:uFill>
                  <a:solidFill>
                    <a:srgbClr val="F06292"/>
                  </a:solidFill>
                </a:uFill>
                <a:latin typeface="Roboto"/>
                <a:cs typeface="Roboto"/>
                <a:hlinkClick r:id="rId3"/>
              </a:rPr>
              <a:t>maps.google.com</a:t>
            </a:r>
            <a:endParaRPr sz="2400" kern="0">
              <a:solidFill>
                <a:sysClr val="windowText" lastClr="000000"/>
              </a:solidFill>
              <a:latin typeface="Roboto"/>
              <a:cs typeface="Roboto"/>
            </a:endParaRPr>
          </a:p>
          <a:p>
            <a:pPr marL="585031" indent="-568098" defTabSz="1219170">
              <a:spcBef>
                <a:spcPts val="1333"/>
              </a:spcBef>
              <a:buFont typeface="Roboto"/>
              <a:buAutoNum type="arabicPeriod"/>
              <a:tabLst>
                <a:tab pos="585031" algn="l"/>
              </a:tabLst>
            </a:pPr>
            <a:r>
              <a:rPr sz="2400" kern="0" dirty="0">
                <a:solidFill>
                  <a:srgbClr val="434343"/>
                </a:solidFill>
                <a:latin typeface="Roboto"/>
                <a:cs typeface="Roboto"/>
              </a:rPr>
              <a:t>Find</a:t>
            </a:r>
            <a:r>
              <a:rPr sz="2400" kern="0" spc="-47" dirty="0">
                <a:solidFill>
                  <a:srgbClr val="434343"/>
                </a:solidFill>
                <a:latin typeface="Roboto"/>
                <a:cs typeface="Roboto"/>
              </a:rPr>
              <a:t> </a:t>
            </a:r>
            <a:r>
              <a:rPr sz="2400" kern="0" dirty="0">
                <a:solidFill>
                  <a:srgbClr val="434343"/>
                </a:solidFill>
                <a:latin typeface="Roboto"/>
                <a:cs typeface="Roboto"/>
              </a:rPr>
              <a:t>a</a:t>
            </a:r>
            <a:r>
              <a:rPr sz="2400" kern="0" spc="-27" dirty="0">
                <a:solidFill>
                  <a:srgbClr val="434343"/>
                </a:solidFill>
                <a:latin typeface="Roboto"/>
                <a:cs typeface="Roboto"/>
              </a:rPr>
              <a:t> </a:t>
            </a:r>
            <a:r>
              <a:rPr sz="2400" kern="0" dirty="0">
                <a:solidFill>
                  <a:srgbClr val="434343"/>
                </a:solidFill>
                <a:latin typeface="Roboto"/>
                <a:cs typeface="Roboto"/>
              </a:rPr>
              <a:t>location</a:t>
            </a:r>
            <a:r>
              <a:rPr sz="2400" kern="0" spc="-33" dirty="0">
                <a:solidFill>
                  <a:srgbClr val="434343"/>
                </a:solidFill>
                <a:latin typeface="Roboto"/>
                <a:cs typeface="Roboto"/>
              </a:rPr>
              <a:t> </a:t>
            </a:r>
            <a:r>
              <a:rPr sz="2400" kern="0" dirty="0">
                <a:solidFill>
                  <a:srgbClr val="434343"/>
                </a:solidFill>
                <a:latin typeface="Roboto"/>
                <a:cs typeface="Roboto"/>
              </a:rPr>
              <a:t>to</a:t>
            </a:r>
            <a:r>
              <a:rPr sz="2400" kern="0" spc="-27" dirty="0">
                <a:solidFill>
                  <a:srgbClr val="434343"/>
                </a:solidFill>
                <a:latin typeface="Roboto"/>
                <a:cs typeface="Roboto"/>
              </a:rPr>
              <a:t> </a:t>
            </a:r>
            <a:r>
              <a:rPr sz="2400" kern="0" spc="-13" dirty="0">
                <a:solidFill>
                  <a:srgbClr val="434343"/>
                </a:solidFill>
                <a:latin typeface="Roboto"/>
                <a:cs typeface="Roboto"/>
              </a:rPr>
              <a:t>spoof</a:t>
            </a:r>
            <a:endParaRPr sz="2400" kern="0">
              <a:solidFill>
                <a:sysClr val="windowText" lastClr="000000"/>
              </a:solidFill>
              <a:latin typeface="Roboto"/>
              <a:cs typeface="Roboto"/>
            </a:endParaRPr>
          </a:p>
          <a:p>
            <a:pPr marL="585031" indent="-568098" defTabSz="1219170">
              <a:spcBef>
                <a:spcPts val="1333"/>
              </a:spcBef>
              <a:buFont typeface="Roboto"/>
              <a:buAutoNum type="arabicPeriod"/>
              <a:tabLst>
                <a:tab pos="585031" algn="l"/>
              </a:tabLst>
            </a:pPr>
            <a:r>
              <a:rPr sz="2400" kern="0" dirty="0">
                <a:solidFill>
                  <a:srgbClr val="434343"/>
                </a:solidFill>
                <a:latin typeface="Roboto"/>
                <a:cs typeface="Roboto"/>
              </a:rPr>
              <a:t>Copy</a:t>
            </a:r>
            <a:r>
              <a:rPr sz="2400" kern="0" spc="-47" dirty="0">
                <a:solidFill>
                  <a:srgbClr val="434343"/>
                </a:solidFill>
                <a:latin typeface="Roboto"/>
                <a:cs typeface="Roboto"/>
              </a:rPr>
              <a:t> </a:t>
            </a:r>
            <a:r>
              <a:rPr sz="2400" kern="0" dirty="0">
                <a:solidFill>
                  <a:srgbClr val="434343"/>
                </a:solidFill>
                <a:latin typeface="Roboto"/>
                <a:cs typeface="Roboto"/>
              </a:rPr>
              <a:t>the</a:t>
            </a:r>
            <a:r>
              <a:rPr sz="2400" kern="0" spc="-47" dirty="0">
                <a:solidFill>
                  <a:srgbClr val="434343"/>
                </a:solidFill>
                <a:latin typeface="Roboto"/>
                <a:cs typeface="Roboto"/>
              </a:rPr>
              <a:t> </a:t>
            </a:r>
            <a:r>
              <a:rPr sz="2400" kern="0" dirty="0">
                <a:solidFill>
                  <a:srgbClr val="434343"/>
                </a:solidFill>
                <a:latin typeface="Roboto"/>
                <a:cs typeface="Roboto"/>
              </a:rPr>
              <a:t>longitude</a:t>
            </a:r>
            <a:r>
              <a:rPr sz="2400" kern="0" spc="-47" dirty="0">
                <a:solidFill>
                  <a:srgbClr val="434343"/>
                </a:solidFill>
                <a:latin typeface="Roboto"/>
                <a:cs typeface="Roboto"/>
              </a:rPr>
              <a:t> </a:t>
            </a:r>
            <a:r>
              <a:rPr sz="2400" kern="0" dirty="0">
                <a:solidFill>
                  <a:srgbClr val="434343"/>
                </a:solidFill>
                <a:latin typeface="Roboto"/>
                <a:cs typeface="Roboto"/>
              </a:rPr>
              <a:t>and</a:t>
            </a:r>
            <a:r>
              <a:rPr sz="2400" kern="0" spc="-40" dirty="0">
                <a:solidFill>
                  <a:srgbClr val="434343"/>
                </a:solidFill>
                <a:latin typeface="Roboto"/>
                <a:cs typeface="Roboto"/>
              </a:rPr>
              <a:t> </a:t>
            </a:r>
            <a:r>
              <a:rPr sz="2400" kern="0" dirty="0">
                <a:solidFill>
                  <a:srgbClr val="434343"/>
                </a:solidFill>
                <a:latin typeface="Roboto"/>
                <a:cs typeface="Roboto"/>
              </a:rPr>
              <a:t>latitude</a:t>
            </a:r>
            <a:r>
              <a:rPr sz="2400" kern="0" spc="-47" dirty="0">
                <a:solidFill>
                  <a:srgbClr val="434343"/>
                </a:solidFill>
                <a:latin typeface="Roboto"/>
                <a:cs typeface="Roboto"/>
              </a:rPr>
              <a:t> </a:t>
            </a:r>
            <a:r>
              <a:rPr sz="2400" kern="0" dirty="0">
                <a:solidFill>
                  <a:srgbClr val="434343"/>
                </a:solidFill>
                <a:latin typeface="Roboto"/>
                <a:cs typeface="Roboto"/>
              </a:rPr>
              <a:t>from</a:t>
            </a:r>
            <a:r>
              <a:rPr sz="2400" kern="0" spc="-47" dirty="0">
                <a:solidFill>
                  <a:srgbClr val="434343"/>
                </a:solidFill>
                <a:latin typeface="Roboto"/>
                <a:cs typeface="Roboto"/>
              </a:rPr>
              <a:t> </a:t>
            </a:r>
            <a:r>
              <a:rPr sz="2400" kern="0" dirty="0">
                <a:solidFill>
                  <a:srgbClr val="434343"/>
                </a:solidFill>
                <a:latin typeface="Roboto"/>
                <a:cs typeface="Roboto"/>
              </a:rPr>
              <a:t>the</a:t>
            </a:r>
            <a:r>
              <a:rPr sz="2400" kern="0" spc="-40" dirty="0">
                <a:solidFill>
                  <a:srgbClr val="434343"/>
                </a:solidFill>
                <a:latin typeface="Roboto"/>
                <a:cs typeface="Roboto"/>
              </a:rPr>
              <a:t> </a:t>
            </a:r>
            <a:r>
              <a:rPr sz="2400" kern="0" spc="-33" dirty="0">
                <a:solidFill>
                  <a:srgbClr val="434343"/>
                </a:solidFill>
                <a:latin typeface="Roboto"/>
                <a:cs typeface="Roboto"/>
              </a:rPr>
              <a:t>URL</a:t>
            </a:r>
            <a:endParaRPr sz="2400" kern="0">
              <a:solidFill>
                <a:sysClr val="windowText" lastClr="000000"/>
              </a:solidFill>
              <a:latin typeface="Roboto"/>
              <a:cs typeface="Roboto"/>
            </a:endParaRPr>
          </a:p>
        </p:txBody>
      </p:sp>
      <p:pic>
        <p:nvPicPr>
          <p:cNvPr id="4" name="object 4"/>
          <p:cNvPicPr/>
          <p:nvPr/>
        </p:nvPicPr>
        <p:blipFill>
          <a:blip r:embed="rId4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2976884" y="3474367"/>
            <a:ext cx="6238233" cy="3145932"/>
          </a:xfrm>
          <a:prstGeom prst="rect">
            <a:avLst/>
          </a:prstGeom>
        </p:spPr>
      </p:pic>
    </p:spTree>
    <p:custDataLst>
      <p:tags r:id="rId1"/>
    </p:custData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object 7"/>
          <p:cNvSpPr txBox="1">
            <a:spLocks noGrp="1"/>
          </p:cNvSpPr>
          <p:nvPr>
            <p:ph type="sldNum" sz="quarter" idx="12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50799" defTabSz="1219170">
              <a:lnSpc>
                <a:spcPts val="2193"/>
              </a:lnSpc>
            </a:pPr>
            <a:fld id="{81D60167-4931-47E6-BA6A-407CBD079E47}" type="slidenum">
              <a:rPr kern="0" spc="-33" dirty="0"/>
              <a:pPr marL="50799" defTabSz="1219170">
                <a:lnSpc>
                  <a:spcPts val="2193"/>
                </a:lnSpc>
              </a:pPr>
              <a:t>8</a:t>
            </a:fld>
            <a:endParaRPr kern="0" spc="-33" dirty="0"/>
          </a:p>
        </p:txBody>
      </p:sp>
      <p:sp>
        <p:nvSpPr>
          <p:cNvPr id="2" name="object 2" descr="$PPTXTitle"/>
          <p:cNvSpPr txBox="1">
            <a:spLocks noGrp="1"/>
          </p:cNvSpPr>
          <p:nvPr>
            <p:ph type="title" idx="4294967295"/>
          </p:nvPr>
        </p:nvSpPr>
        <p:spPr>
          <a:xfrm>
            <a:off x="0" y="625475"/>
            <a:ext cx="4835525" cy="1125538"/>
          </a:xfrm>
          <a:prstGeom prst="rect">
            <a:avLst/>
          </a:prstGeom>
        </p:spPr>
        <p:txBody>
          <a:bodyPr vert="horz" wrap="square" lIns="0" tIns="16933" rIns="0" bIns="0" rtlCol="0">
            <a:spAutoFit/>
          </a:bodyPr>
          <a:lstStyle/>
          <a:p>
            <a:pPr marL="16933" marR="6773">
              <a:spcBef>
                <a:spcPts val="133"/>
              </a:spcBef>
            </a:pPr>
            <a:r>
              <a:rPr sz="3600" dirty="0"/>
              <a:t>GPS</a:t>
            </a:r>
            <a:r>
              <a:rPr sz="3600" spc="-33" dirty="0"/>
              <a:t> </a:t>
            </a:r>
            <a:r>
              <a:rPr sz="3600" dirty="0"/>
              <a:t>Spooﬁng</a:t>
            </a:r>
            <a:r>
              <a:rPr sz="3600" spc="-33" dirty="0"/>
              <a:t> </a:t>
            </a:r>
            <a:r>
              <a:rPr sz="3600" dirty="0"/>
              <a:t>–</a:t>
            </a:r>
            <a:r>
              <a:rPr sz="3600" spc="-13" dirty="0"/>
              <a:t> </a:t>
            </a:r>
            <a:r>
              <a:rPr sz="3600" dirty="0">
                <a:solidFill>
                  <a:srgbClr val="212D73"/>
                </a:solidFill>
              </a:rPr>
              <a:t>Step</a:t>
            </a:r>
            <a:r>
              <a:rPr sz="3600" spc="-33" dirty="0">
                <a:solidFill>
                  <a:srgbClr val="212D73"/>
                </a:solidFill>
              </a:rPr>
              <a:t> </a:t>
            </a:r>
            <a:r>
              <a:rPr sz="3600" spc="-67" dirty="0">
                <a:solidFill>
                  <a:srgbClr val="212D73"/>
                </a:solidFill>
              </a:rPr>
              <a:t>5 </a:t>
            </a:r>
            <a:r>
              <a:rPr sz="3600" dirty="0">
                <a:solidFill>
                  <a:srgbClr val="D13368"/>
                </a:solidFill>
              </a:rPr>
              <a:t>Generate</a:t>
            </a:r>
            <a:r>
              <a:rPr sz="3600" spc="-120" dirty="0">
                <a:solidFill>
                  <a:srgbClr val="D13368"/>
                </a:solidFill>
              </a:rPr>
              <a:t> </a:t>
            </a:r>
            <a:r>
              <a:rPr sz="3600" spc="-13" dirty="0">
                <a:solidFill>
                  <a:srgbClr val="D13368"/>
                </a:solidFill>
              </a:rPr>
              <a:t>constellations</a:t>
            </a:r>
            <a:endParaRPr sz="3600"/>
          </a:p>
        </p:txBody>
      </p:sp>
      <p:sp>
        <p:nvSpPr>
          <p:cNvPr id="3" name="object 3"/>
          <p:cNvSpPr txBox="1"/>
          <p:nvPr/>
        </p:nvSpPr>
        <p:spPr>
          <a:xfrm>
            <a:off x="668867" y="1906875"/>
            <a:ext cx="10114279" cy="1691980"/>
          </a:xfrm>
          <a:prstGeom prst="rect">
            <a:avLst/>
          </a:prstGeom>
        </p:spPr>
        <p:txBody>
          <a:bodyPr vert="horz" wrap="square" lIns="0" tIns="16933" rIns="0" bIns="0" rtlCol="0">
            <a:spAutoFit/>
          </a:bodyPr>
          <a:lstStyle/>
          <a:p>
            <a:pPr marL="625671" indent="-568098" defTabSz="1219170">
              <a:spcBef>
                <a:spcPts val="133"/>
              </a:spcBef>
              <a:buFont typeface="Roboto"/>
              <a:buAutoNum type="arabicPeriod"/>
              <a:tabLst>
                <a:tab pos="625671" algn="l"/>
              </a:tabLst>
            </a:pPr>
            <a:r>
              <a:rPr sz="2400" kern="0" dirty="0">
                <a:solidFill>
                  <a:srgbClr val="434343"/>
                </a:solidFill>
                <a:latin typeface="Roboto"/>
                <a:cs typeface="Roboto"/>
              </a:rPr>
              <a:t>Go</a:t>
            </a:r>
            <a:r>
              <a:rPr sz="2400" kern="0" spc="13" dirty="0">
                <a:solidFill>
                  <a:srgbClr val="434343"/>
                </a:solidFill>
                <a:latin typeface="Roboto"/>
                <a:cs typeface="Roboto"/>
              </a:rPr>
              <a:t> </a:t>
            </a:r>
            <a:r>
              <a:rPr sz="2400" kern="0" dirty="0">
                <a:solidFill>
                  <a:srgbClr val="434343"/>
                </a:solidFill>
                <a:latin typeface="Roboto"/>
                <a:cs typeface="Roboto"/>
              </a:rPr>
              <a:t>to</a:t>
            </a:r>
            <a:r>
              <a:rPr sz="2400" kern="0" spc="13" dirty="0">
                <a:solidFill>
                  <a:srgbClr val="434343"/>
                </a:solidFill>
                <a:latin typeface="Roboto"/>
                <a:cs typeface="Roboto"/>
              </a:rPr>
              <a:t> </a:t>
            </a:r>
            <a:r>
              <a:rPr sz="2400" kern="0" spc="-27" dirty="0">
                <a:solidFill>
                  <a:srgbClr val="434343"/>
                </a:solidFill>
                <a:latin typeface="Roboto"/>
                <a:cs typeface="Roboto"/>
              </a:rPr>
              <a:t>gps-sdr-</a:t>
            </a:r>
            <a:r>
              <a:rPr sz="2400" kern="0" spc="-33" dirty="0">
                <a:solidFill>
                  <a:srgbClr val="434343"/>
                </a:solidFill>
                <a:latin typeface="Roboto"/>
                <a:cs typeface="Roboto"/>
              </a:rPr>
              <a:t>sim</a:t>
            </a:r>
            <a:endParaRPr sz="2400" kern="0">
              <a:solidFill>
                <a:sysClr val="windowText" lastClr="000000"/>
              </a:solidFill>
              <a:latin typeface="Roboto"/>
              <a:cs typeface="Roboto"/>
            </a:endParaRPr>
          </a:p>
          <a:p>
            <a:pPr marL="1236102" defTabSz="1219170"/>
            <a:r>
              <a:rPr sz="2267" b="1" kern="0" dirty="0">
                <a:solidFill>
                  <a:srgbClr val="D13368"/>
                </a:solidFill>
                <a:latin typeface="Courier New"/>
                <a:cs typeface="Courier New"/>
              </a:rPr>
              <a:t>cd</a:t>
            </a:r>
            <a:r>
              <a:rPr sz="2267" b="1" kern="0" spc="180" dirty="0">
                <a:solidFill>
                  <a:srgbClr val="D13368"/>
                </a:solidFill>
                <a:latin typeface="Courier New"/>
                <a:cs typeface="Courier New"/>
              </a:rPr>
              <a:t> </a:t>
            </a:r>
            <a:r>
              <a:rPr sz="2267" b="1" kern="0" spc="-33" dirty="0">
                <a:solidFill>
                  <a:srgbClr val="D13368"/>
                </a:solidFill>
                <a:latin typeface="Courier New"/>
                <a:cs typeface="Courier New"/>
              </a:rPr>
              <a:t>/usr/src/gps-sdr-sim</a:t>
            </a:r>
            <a:endParaRPr sz="2267" kern="0">
              <a:solidFill>
                <a:sysClr val="windowText" lastClr="000000"/>
              </a:solidFill>
              <a:latin typeface="Courier New"/>
              <a:cs typeface="Courier New"/>
            </a:endParaRPr>
          </a:p>
          <a:p>
            <a:pPr marL="625671" indent="-568098" defTabSz="1219170">
              <a:spcBef>
                <a:spcPts val="400"/>
              </a:spcBef>
              <a:buFont typeface="Roboto"/>
              <a:buAutoNum type="arabicPeriod" startAt="2"/>
              <a:tabLst>
                <a:tab pos="625671" algn="l"/>
              </a:tabLst>
            </a:pPr>
            <a:r>
              <a:rPr sz="2400" kern="0" dirty="0">
                <a:solidFill>
                  <a:srgbClr val="434343"/>
                </a:solidFill>
                <a:latin typeface="Roboto"/>
                <a:cs typeface="Roboto"/>
              </a:rPr>
              <a:t>Run</a:t>
            </a:r>
            <a:r>
              <a:rPr sz="2400" kern="0" spc="-33" dirty="0">
                <a:solidFill>
                  <a:srgbClr val="434343"/>
                </a:solidFill>
                <a:latin typeface="Roboto"/>
                <a:cs typeface="Roboto"/>
              </a:rPr>
              <a:t> </a:t>
            </a:r>
            <a:r>
              <a:rPr sz="2400" kern="0" dirty="0">
                <a:solidFill>
                  <a:srgbClr val="434343"/>
                </a:solidFill>
                <a:latin typeface="Roboto"/>
                <a:cs typeface="Roboto"/>
              </a:rPr>
              <a:t>the</a:t>
            </a:r>
            <a:r>
              <a:rPr sz="2400" kern="0" spc="-33" dirty="0">
                <a:solidFill>
                  <a:srgbClr val="434343"/>
                </a:solidFill>
                <a:latin typeface="Roboto"/>
                <a:cs typeface="Roboto"/>
              </a:rPr>
              <a:t> </a:t>
            </a:r>
            <a:r>
              <a:rPr sz="2400" kern="0" dirty="0">
                <a:solidFill>
                  <a:srgbClr val="434343"/>
                </a:solidFill>
                <a:latin typeface="Roboto"/>
                <a:cs typeface="Roboto"/>
              </a:rPr>
              <a:t>following</a:t>
            </a:r>
            <a:r>
              <a:rPr sz="2400" kern="0" spc="-33" dirty="0">
                <a:solidFill>
                  <a:srgbClr val="434343"/>
                </a:solidFill>
                <a:latin typeface="Roboto"/>
                <a:cs typeface="Roboto"/>
              </a:rPr>
              <a:t> </a:t>
            </a:r>
            <a:r>
              <a:rPr sz="2400" kern="0" spc="-13" dirty="0">
                <a:solidFill>
                  <a:srgbClr val="434343"/>
                </a:solidFill>
                <a:latin typeface="Roboto"/>
                <a:cs typeface="Roboto"/>
              </a:rPr>
              <a:t>command</a:t>
            </a:r>
            <a:endParaRPr sz="2400" kern="0">
              <a:solidFill>
                <a:sysClr val="windowText" lastClr="000000"/>
              </a:solidFill>
              <a:latin typeface="Roboto"/>
              <a:cs typeface="Roboto"/>
            </a:endParaRPr>
          </a:p>
          <a:p>
            <a:pPr marL="16933" defTabSz="1219170">
              <a:spcBef>
                <a:spcPts val="1333"/>
              </a:spcBef>
            </a:pPr>
            <a:r>
              <a:rPr sz="2400" b="1" kern="0" spc="-27" dirty="0">
                <a:solidFill>
                  <a:srgbClr val="212D73"/>
                </a:solidFill>
                <a:latin typeface="Roboto"/>
                <a:cs typeface="Roboto"/>
              </a:rPr>
              <a:t>./gps-sdr-</a:t>
            </a:r>
            <a:r>
              <a:rPr sz="2400" b="1" kern="0" dirty="0">
                <a:solidFill>
                  <a:srgbClr val="212D73"/>
                </a:solidFill>
                <a:latin typeface="Roboto"/>
                <a:cs typeface="Roboto"/>
              </a:rPr>
              <a:t>sim</a:t>
            </a:r>
            <a:r>
              <a:rPr sz="2400" b="1" kern="0" spc="7" dirty="0">
                <a:solidFill>
                  <a:srgbClr val="212D73"/>
                </a:solidFill>
                <a:latin typeface="Roboto"/>
                <a:cs typeface="Roboto"/>
              </a:rPr>
              <a:t> </a:t>
            </a:r>
            <a:r>
              <a:rPr sz="2400" b="1" kern="0" spc="-27" dirty="0">
                <a:solidFill>
                  <a:srgbClr val="212D73"/>
                </a:solidFill>
                <a:latin typeface="Roboto"/>
                <a:cs typeface="Roboto"/>
              </a:rPr>
              <a:t>-</a:t>
            </a:r>
            <a:r>
              <a:rPr sz="2400" b="1" kern="0" dirty="0">
                <a:solidFill>
                  <a:srgbClr val="212D73"/>
                </a:solidFill>
                <a:latin typeface="Roboto"/>
                <a:cs typeface="Roboto"/>
              </a:rPr>
              <a:t>e</a:t>
            </a:r>
            <a:r>
              <a:rPr sz="2400" b="1" kern="0" spc="13" dirty="0">
                <a:solidFill>
                  <a:srgbClr val="212D73"/>
                </a:solidFill>
                <a:latin typeface="Roboto"/>
                <a:cs typeface="Roboto"/>
              </a:rPr>
              <a:t> </a:t>
            </a:r>
            <a:r>
              <a:rPr sz="2400" b="1" kern="0" spc="-13" dirty="0">
                <a:solidFill>
                  <a:srgbClr val="212D73"/>
                </a:solidFill>
                <a:latin typeface="Roboto"/>
                <a:cs typeface="Roboto"/>
              </a:rPr>
              <a:t>brdc2050.23n</a:t>
            </a:r>
            <a:r>
              <a:rPr sz="2400" b="1" kern="0" spc="7" dirty="0">
                <a:solidFill>
                  <a:srgbClr val="212D73"/>
                </a:solidFill>
                <a:latin typeface="Roboto"/>
                <a:cs typeface="Roboto"/>
              </a:rPr>
              <a:t> </a:t>
            </a:r>
            <a:r>
              <a:rPr sz="2400" b="1" kern="0" spc="-13" dirty="0">
                <a:solidFill>
                  <a:srgbClr val="212D73"/>
                </a:solidFill>
                <a:latin typeface="Roboto"/>
                <a:cs typeface="Roboto"/>
              </a:rPr>
              <a:t>-</a:t>
            </a:r>
            <a:r>
              <a:rPr sz="2400" b="1" kern="0" dirty="0">
                <a:solidFill>
                  <a:srgbClr val="212D73"/>
                </a:solidFill>
                <a:latin typeface="Roboto"/>
                <a:cs typeface="Roboto"/>
              </a:rPr>
              <a:t>l</a:t>
            </a:r>
            <a:r>
              <a:rPr sz="2400" b="1" kern="0" spc="13" dirty="0">
                <a:solidFill>
                  <a:srgbClr val="212D73"/>
                </a:solidFill>
                <a:latin typeface="Roboto"/>
                <a:cs typeface="Roboto"/>
              </a:rPr>
              <a:t> </a:t>
            </a:r>
            <a:r>
              <a:rPr sz="2400" b="1" kern="0" spc="-27" dirty="0">
                <a:solidFill>
                  <a:srgbClr val="212D73"/>
                </a:solidFill>
                <a:latin typeface="Roboto"/>
                <a:cs typeface="Roboto"/>
              </a:rPr>
              <a:t>-81.056276,52.7882491,17z</a:t>
            </a:r>
            <a:r>
              <a:rPr sz="2400" b="1" kern="0" spc="7" dirty="0">
                <a:solidFill>
                  <a:srgbClr val="212D73"/>
                </a:solidFill>
                <a:latin typeface="Roboto"/>
                <a:cs typeface="Roboto"/>
              </a:rPr>
              <a:t> </a:t>
            </a:r>
            <a:r>
              <a:rPr sz="2400" b="1" kern="0" spc="-27" dirty="0">
                <a:solidFill>
                  <a:srgbClr val="212D73"/>
                </a:solidFill>
                <a:latin typeface="Roboto"/>
                <a:cs typeface="Roboto"/>
              </a:rPr>
              <a:t>-</a:t>
            </a:r>
            <a:r>
              <a:rPr sz="2400" b="1" kern="0" dirty="0">
                <a:solidFill>
                  <a:srgbClr val="212D73"/>
                </a:solidFill>
                <a:latin typeface="Roboto"/>
                <a:cs typeface="Roboto"/>
              </a:rPr>
              <a:t>b</a:t>
            </a:r>
            <a:r>
              <a:rPr sz="2400" b="1" kern="0" spc="13" dirty="0">
                <a:solidFill>
                  <a:srgbClr val="212D73"/>
                </a:solidFill>
                <a:latin typeface="Roboto"/>
                <a:cs typeface="Roboto"/>
              </a:rPr>
              <a:t> </a:t>
            </a:r>
            <a:r>
              <a:rPr sz="2400" b="1" kern="0" dirty="0">
                <a:solidFill>
                  <a:srgbClr val="212D73"/>
                </a:solidFill>
                <a:latin typeface="Roboto"/>
                <a:cs typeface="Roboto"/>
              </a:rPr>
              <a:t>8</a:t>
            </a:r>
            <a:r>
              <a:rPr sz="2400" b="1" kern="0" spc="7" dirty="0">
                <a:solidFill>
                  <a:srgbClr val="212D73"/>
                </a:solidFill>
                <a:latin typeface="Roboto"/>
                <a:cs typeface="Roboto"/>
              </a:rPr>
              <a:t> </a:t>
            </a:r>
            <a:r>
              <a:rPr sz="2400" b="1" kern="0" spc="-27" dirty="0">
                <a:solidFill>
                  <a:srgbClr val="212D73"/>
                </a:solidFill>
                <a:latin typeface="Roboto"/>
                <a:cs typeface="Roboto"/>
              </a:rPr>
              <a:t>-</a:t>
            </a:r>
            <a:r>
              <a:rPr sz="2400" b="1" kern="0" dirty="0">
                <a:solidFill>
                  <a:srgbClr val="212D73"/>
                </a:solidFill>
                <a:latin typeface="Roboto"/>
                <a:cs typeface="Roboto"/>
              </a:rPr>
              <a:t>d</a:t>
            </a:r>
            <a:r>
              <a:rPr sz="2400" b="1" kern="0" spc="13" dirty="0">
                <a:solidFill>
                  <a:srgbClr val="212D73"/>
                </a:solidFill>
                <a:latin typeface="Roboto"/>
                <a:cs typeface="Roboto"/>
              </a:rPr>
              <a:t> </a:t>
            </a:r>
            <a:r>
              <a:rPr sz="2400" b="1" kern="0" spc="-33" dirty="0">
                <a:solidFill>
                  <a:srgbClr val="212D73"/>
                </a:solidFill>
                <a:latin typeface="Roboto"/>
                <a:cs typeface="Roboto"/>
              </a:rPr>
              <a:t>500</a:t>
            </a:r>
            <a:endParaRPr sz="2400" kern="0">
              <a:solidFill>
                <a:sysClr val="windowText" lastClr="000000"/>
              </a:solidFill>
              <a:latin typeface="Roboto"/>
              <a:cs typeface="Roboto"/>
            </a:endParaRPr>
          </a:p>
        </p:txBody>
      </p:sp>
      <p:grpSp>
        <p:nvGrpSpPr>
          <p:cNvPr id="4" name="object 4"/>
          <p:cNvGrpSpPr/>
          <p:nvPr/>
        </p:nvGrpSpPr>
        <p:grpSpPr>
          <a:xfrm>
            <a:off x="4150749" y="3658467"/>
            <a:ext cx="3891280" cy="3136053"/>
            <a:chOff x="3113062" y="2743850"/>
            <a:chExt cx="2918460" cy="2352040"/>
          </a:xfrm>
        </p:grpSpPr>
        <p:pic>
          <p:nvPicPr>
            <p:cNvPr id="5" name="object 5"/>
            <p:cNvPicPr/>
            <p:nvPr/>
          </p:nvPicPr>
          <p:blipFill>
            <a:blip r:embed="rId3" cstate="email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p:blipFill>
          <p:spPr>
            <a:xfrm>
              <a:off x="3122587" y="2753375"/>
              <a:ext cx="2898820" cy="2332449"/>
            </a:xfrm>
            <a:prstGeom prst="rect">
              <a:avLst/>
            </a:prstGeom>
          </p:spPr>
        </p:pic>
        <p:sp>
          <p:nvSpPr>
            <p:cNvPr id="6" name="object 6"/>
            <p:cNvSpPr/>
            <p:nvPr/>
          </p:nvSpPr>
          <p:spPr>
            <a:xfrm>
              <a:off x="3117824" y="2748612"/>
              <a:ext cx="2908935" cy="2342515"/>
            </a:xfrm>
            <a:custGeom>
              <a:avLst/>
              <a:gdLst/>
              <a:ahLst/>
              <a:cxnLst/>
              <a:rect l="l" t="t" r="r" b="b"/>
              <a:pathLst>
                <a:path w="2908935" h="2342515">
                  <a:moveTo>
                    <a:pt x="0" y="0"/>
                  </a:moveTo>
                  <a:lnTo>
                    <a:pt x="2908346" y="0"/>
                  </a:lnTo>
                  <a:lnTo>
                    <a:pt x="2908346" y="2341974"/>
                  </a:lnTo>
                  <a:lnTo>
                    <a:pt x="0" y="2341974"/>
                  </a:lnTo>
                  <a:lnTo>
                    <a:pt x="0" y="0"/>
                  </a:lnTo>
                  <a:close/>
                </a:path>
              </a:pathLst>
            </a:custGeom>
            <a:ln w="9524">
              <a:solidFill>
                <a:srgbClr val="434343"/>
              </a:solidFill>
            </a:ln>
          </p:spPr>
          <p:txBody>
            <a:bodyPr wrap="square" lIns="0" tIns="0" rIns="0" bIns="0" rtlCol="0"/>
            <a:lstStyle/>
            <a:p>
              <a:pPr defTabSz="1219170"/>
              <a:endParaRPr sz="2400" kern="0">
                <a:solidFill>
                  <a:sysClr val="windowText" lastClr="000000"/>
                </a:solidFill>
              </a:endParaRPr>
            </a:p>
          </p:txBody>
        </p:sp>
      </p:grpSp>
    </p:spTree>
    <p:custDataLst>
      <p:tags r:id="rId1"/>
    </p:custData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object 5"/>
          <p:cNvSpPr txBox="1">
            <a:spLocks noGrp="1"/>
          </p:cNvSpPr>
          <p:nvPr>
            <p:ph type="sldNum" sz="quarter" idx="12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50799" defTabSz="1219170">
              <a:lnSpc>
                <a:spcPts val="2193"/>
              </a:lnSpc>
            </a:pPr>
            <a:fld id="{81D60167-4931-47E6-BA6A-407CBD079E47}" type="slidenum">
              <a:rPr kern="0" spc="-33" dirty="0"/>
              <a:pPr marL="50799" defTabSz="1219170">
                <a:lnSpc>
                  <a:spcPts val="2193"/>
                </a:lnSpc>
              </a:pPr>
              <a:t>9</a:t>
            </a:fld>
            <a:endParaRPr kern="0" spc="-33" dirty="0"/>
          </a:p>
        </p:txBody>
      </p:sp>
      <p:sp>
        <p:nvSpPr>
          <p:cNvPr id="2" name="object 2" descr="$PPTXTitle"/>
          <p:cNvSpPr txBox="1">
            <a:spLocks noGrp="1"/>
          </p:cNvSpPr>
          <p:nvPr>
            <p:ph type="title" idx="4294967295"/>
          </p:nvPr>
        </p:nvSpPr>
        <p:spPr>
          <a:xfrm>
            <a:off x="0" y="625475"/>
            <a:ext cx="6508750" cy="1125538"/>
          </a:xfrm>
          <a:prstGeom prst="rect">
            <a:avLst/>
          </a:prstGeom>
        </p:spPr>
        <p:txBody>
          <a:bodyPr vert="horz" wrap="square" lIns="0" tIns="16933" rIns="0" bIns="0" rtlCol="0">
            <a:spAutoFit/>
          </a:bodyPr>
          <a:lstStyle/>
          <a:p>
            <a:pPr marL="16933" marR="6773">
              <a:spcBef>
                <a:spcPts val="133"/>
              </a:spcBef>
            </a:pPr>
            <a:r>
              <a:rPr sz="3600" dirty="0"/>
              <a:t>GPS</a:t>
            </a:r>
            <a:r>
              <a:rPr sz="3600" spc="-33" dirty="0"/>
              <a:t> </a:t>
            </a:r>
            <a:r>
              <a:rPr sz="3600" dirty="0"/>
              <a:t>Spooﬁng</a:t>
            </a:r>
            <a:r>
              <a:rPr sz="3600" spc="-33" dirty="0"/>
              <a:t> </a:t>
            </a:r>
            <a:r>
              <a:rPr sz="3600" dirty="0"/>
              <a:t>–</a:t>
            </a:r>
            <a:r>
              <a:rPr sz="3600" spc="-13" dirty="0"/>
              <a:t> </a:t>
            </a:r>
            <a:r>
              <a:rPr sz="3600" dirty="0">
                <a:solidFill>
                  <a:srgbClr val="212D73"/>
                </a:solidFill>
              </a:rPr>
              <a:t>Step</a:t>
            </a:r>
            <a:r>
              <a:rPr sz="3600" spc="-33" dirty="0">
                <a:solidFill>
                  <a:srgbClr val="212D73"/>
                </a:solidFill>
              </a:rPr>
              <a:t> </a:t>
            </a:r>
            <a:r>
              <a:rPr sz="3600" spc="-67" dirty="0">
                <a:solidFill>
                  <a:srgbClr val="212D73"/>
                </a:solidFill>
              </a:rPr>
              <a:t>6</a:t>
            </a:r>
            <a:r>
              <a:rPr sz="3600" spc="900" dirty="0">
                <a:solidFill>
                  <a:srgbClr val="212D73"/>
                </a:solidFill>
              </a:rPr>
              <a:t> </a:t>
            </a:r>
            <a:r>
              <a:rPr sz="3600" spc="-13" dirty="0">
                <a:solidFill>
                  <a:srgbClr val="D13368"/>
                </a:solidFill>
              </a:rPr>
              <a:t>Transmit</a:t>
            </a:r>
            <a:r>
              <a:rPr sz="3600" spc="-93" dirty="0">
                <a:solidFill>
                  <a:srgbClr val="D13368"/>
                </a:solidFill>
              </a:rPr>
              <a:t> </a:t>
            </a:r>
            <a:r>
              <a:rPr sz="3600" dirty="0">
                <a:solidFill>
                  <a:srgbClr val="D13368"/>
                </a:solidFill>
              </a:rPr>
              <a:t>Spoofed</a:t>
            </a:r>
            <a:r>
              <a:rPr sz="3600" spc="-87" dirty="0">
                <a:solidFill>
                  <a:srgbClr val="D13368"/>
                </a:solidFill>
              </a:rPr>
              <a:t> </a:t>
            </a:r>
            <a:r>
              <a:rPr sz="3600" dirty="0">
                <a:solidFill>
                  <a:srgbClr val="D13368"/>
                </a:solidFill>
              </a:rPr>
              <a:t>GPS</a:t>
            </a:r>
            <a:r>
              <a:rPr sz="3600" spc="-93" dirty="0">
                <a:solidFill>
                  <a:srgbClr val="D13368"/>
                </a:solidFill>
              </a:rPr>
              <a:t> </a:t>
            </a:r>
            <a:r>
              <a:rPr sz="3600" spc="-13" dirty="0">
                <a:solidFill>
                  <a:srgbClr val="D13368"/>
                </a:solidFill>
              </a:rPr>
              <a:t>Location</a:t>
            </a:r>
            <a:endParaRPr sz="3600"/>
          </a:p>
        </p:txBody>
      </p:sp>
      <p:sp>
        <p:nvSpPr>
          <p:cNvPr id="3" name="object 3"/>
          <p:cNvSpPr txBox="1"/>
          <p:nvPr/>
        </p:nvSpPr>
        <p:spPr>
          <a:xfrm>
            <a:off x="668867" y="1737541"/>
            <a:ext cx="9788312" cy="1093462"/>
          </a:xfrm>
          <a:prstGeom prst="rect">
            <a:avLst/>
          </a:prstGeom>
        </p:spPr>
        <p:txBody>
          <a:bodyPr vert="horz" wrap="square" lIns="0" tIns="186267" rIns="0" bIns="0" rtlCol="0">
            <a:spAutoFit/>
          </a:bodyPr>
          <a:lstStyle/>
          <a:p>
            <a:pPr marL="57572" defTabSz="1219170">
              <a:spcBef>
                <a:spcPts val="1467"/>
              </a:spcBef>
              <a:tabLst>
                <a:tab pos="625671" algn="l"/>
              </a:tabLst>
            </a:pPr>
            <a:r>
              <a:rPr sz="2400" b="1" kern="0" spc="-33" dirty="0">
                <a:solidFill>
                  <a:srgbClr val="434343"/>
                </a:solidFill>
                <a:latin typeface="Roboto"/>
                <a:cs typeface="Roboto"/>
              </a:rPr>
              <a:t>1.</a:t>
            </a:r>
            <a:r>
              <a:rPr sz="2400" b="1" kern="0" dirty="0">
                <a:solidFill>
                  <a:srgbClr val="434343"/>
                </a:solidFill>
                <a:latin typeface="Roboto"/>
                <a:cs typeface="Roboto"/>
              </a:rPr>
              <a:t>	</a:t>
            </a:r>
            <a:r>
              <a:rPr sz="2400" kern="0" dirty="0">
                <a:solidFill>
                  <a:srgbClr val="434343"/>
                </a:solidFill>
                <a:latin typeface="Roboto"/>
                <a:cs typeface="Roboto"/>
              </a:rPr>
              <a:t>Run</a:t>
            </a:r>
            <a:r>
              <a:rPr sz="2400" kern="0" spc="-33" dirty="0">
                <a:solidFill>
                  <a:srgbClr val="434343"/>
                </a:solidFill>
                <a:latin typeface="Roboto"/>
                <a:cs typeface="Roboto"/>
              </a:rPr>
              <a:t> </a:t>
            </a:r>
            <a:r>
              <a:rPr sz="2400" kern="0" dirty="0">
                <a:solidFill>
                  <a:srgbClr val="434343"/>
                </a:solidFill>
                <a:latin typeface="Roboto"/>
                <a:cs typeface="Roboto"/>
              </a:rPr>
              <a:t>the</a:t>
            </a:r>
            <a:r>
              <a:rPr sz="2400" kern="0" spc="-33" dirty="0">
                <a:solidFill>
                  <a:srgbClr val="434343"/>
                </a:solidFill>
                <a:latin typeface="Roboto"/>
                <a:cs typeface="Roboto"/>
              </a:rPr>
              <a:t> </a:t>
            </a:r>
            <a:r>
              <a:rPr sz="2400" kern="0" dirty="0">
                <a:solidFill>
                  <a:srgbClr val="434343"/>
                </a:solidFill>
                <a:latin typeface="Roboto"/>
                <a:cs typeface="Roboto"/>
              </a:rPr>
              <a:t>following</a:t>
            </a:r>
            <a:r>
              <a:rPr sz="2400" kern="0" spc="-33" dirty="0">
                <a:solidFill>
                  <a:srgbClr val="434343"/>
                </a:solidFill>
                <a:latin typeface="Roboto"/>
                <a:cs typeface="Roboto"/>
              </a:rPr>
              <a:t> </a:t>
            </a:r>
            <a:r>
              <a:rPr sz="2400" kern="0" spc="-13" dirty="0">
                <a:solidFill>
                  <a:srgbClr val="434343"/>
                </a:solidFill>
                <a:latin typeface="Roboto"/>
                <a:cs typeface="Roboto"/>
              </a:rPr>
              <a:t>command</a:t>
            </a:r>
            <a:endParaRPr sz="2400" kern="0">
              <a:solidFill>
                <a:sysClr val="windowText" lastClr="000000"/>
              </a:solidFill>
              <a:latin typeface="Roboto"/>
              <a:cs typeface="Roboto"/>
            </a:endParaRPr>
          </a:p>
          <a:p>
            <a:pPr marL="16933" defTabSz="1219170">
              <a:spcBef>
                <a:spcPts val="1333"/>
              </a:spcBef>
            </a:pPr>
            <a:r>
              <a:rPr sz="2400" b="1" kern="0" spc="-13" dirty="0">
                <a:solidFill>
                  <a:srgbClr val="212D73"/>
                </a:solidFill>
                <a:latin typeface="Roboto"/>
                <a:cs typeface="Roboto"/>
              </a:rPr>
              <a:t>hackrf_transfer</a:t>
            </a:r>
            <a:r>
              <a:rPr sz="2400" b="1" kern="0" spc="-40" dirty="0">
                <a:solidFill>
                  <a:srgbClr val="212D73"/>
                </a:solidFill>
                <a:latin typeface="Roboto"/>
                <a:cs typeface="Roboto"/>
              </a:rPr>
              <a:t> </a:t>
            </a:r>
            <a:r>
              <a:rPr sz="2400" b="1" kern="0" spc="-27" dirty="0">
                <a:solidFill>
                  <a:srgbClr val="212D73"/>
                </a:solidFill>
                <a:latin typeface="Roboto"/>
                <a:cs typeface="Roboto"/>
              </a:rPr>
              <a:t>-</a:t>
            </a:r>
            <a:r>
              <a:rPr sz="2400" b="1" kern="0" dirty="0">
                <a:solidFill>
                  <a:srgbClr val="212D73"/>
                </a:solidFill>
                <a:latin typeface="Roboto"/>
                <a:cs typeface="Roboto"/>
              </a:rPr>
              <a:t>p</a:t>
            </a:r>
            <a:r>
              <a:rPr sz="2400" b="1" kern="0" spc="-40" dirty="0">
                <a:solidFill>
                  <a:srgbClr val="212D73"/>
                </a:solidFill>
                <a:latin typeface="Roboto"/>
                <a:cs typeface="Roboto"/>
              </a:rPr>
              <a:t> </a:t>
            </a:r>
            <a:r>
              <a:rPr sz="2400" b="1" kern="0" dirty="0">
                <a:solidFill>
                  <a:srgbClr val="212D73"/>
                </a:solidFill>
                <a:latin typeface="Roboto"/>
                <a:cs typeface="Roboto"/>
              </a:rPr>
              <a:t>1</a:t>
            </a:r>
            <a:r>
              <a:rPr sz="2400" b="1" kern="0" spc="-33" dirty="0">
                <a:solidFill>
                  <a:srgbClr val="212D73"/>
                </a:solidFill>
                <a:latin typeface="Roboto"/>
                <a:cs typeface="Roboto"/>
              </a:rPr>
              <a:t> </a:t>
            </a:r>
            <a:r>
              <a:rPr sz="2400" b="1" kern="0" spc="-27" dirty="0">
                <a:solidFill>
                  <a:srgbClr val="212D73"/>
                </a:solidFill>
                <a:latin typeface="Roboto"/>
                <a:cs typeface="Roboto"/>
              </a:rPr>
              <a:t>-</a:t>
            </a:r>
            <a:r>
              <a:rPr sz="2400" b="1" kern="0" dirty="0">
                <a:solidFill>
                  <a:srgbClr val="212D73"/>
                </a:solidFill>
                <a:latin typeface="Roboto"/>
                <a:cs typeface="Roboto"/>
              </a:rPr>
              <a:t>t</a:t>
            </a:r>
            <a:r>
              <a:rPr sz="2400" b="1" kern="0" spc="-40" dirty="0">
                <a:solidFill>
                  <a:srgbClr val="212D73"/>
                </a:solidFill>
                <a:latin typeface="Roboto"/>
                <a:cs typeface="Roboto"/>
              </a:rPr>
              <a:t> </a:t>
            </a:r>
            <a:r>
              <a:rPr sz="2400" b="1" kern="0" spc="-13" dirty="0">
                <a:solidFill>
                  <a:srgbClr val="212D73"/>
                </a:solidFill>
                <a:latin typeface="Roboto"/>
                <a:cs typeface="Roboto"/>
              </a:rPr>
              <a:t>gpssim.bin</a:t>
            </a:r>
            <a:r>
              <a:rPr sz="2400" b="1" kern="0" spc="-33" dirty="0">
                <a:solidFill>
                  <a:srgbClr val="212D73"/>
                </a:solidFill>
                <a:latin typeface="Roboto"/>
                <a:cs typeface="Roboto"/>
              </a:rPr>
              <a:t> </a:t>
            </a:r>
            <a:r>
              <a:rPr sz="2400" b="1" kern="0" spc="-27" dirty="0">
                <a:solidFill>
                  <a:srgbClr val="212D73"/>
                </a:solidFill>
                <a:latin typeface="Roboto"/>
                <a:cs typeface="Roboto"/>
              </a:rPr>
              <a:t>-</a:t>
            </a:r>
            <a:r>
              <a:rPr sz="2400" b="1" kern="0" dirty="0">
                <a:solidFill>
                  <a:srgbClr val="212D73"/>
                </a:solidFill>
                <a:latin typeface="Roboto"/>
                <a:cs typeface="Roboto"/>
              </a:rPr>
              <a:t>f</a:t>
            </a:r>
            <a:r>
              <a:rPr sz="2400" b="1" kern="0" spc="-40" dirty="0">
                <a:solidFill>
                  <a:srgbClr val="212D73"/>
                </a:solidFill>
                <a:latin typeface="Roboto"/>
                <a:cs typeface="Roboto"/>
              </a:rPr>
              <a:t> </a:t>
            </a:r>
            <a:r>
              <a:rPr sz="2400" b="1" kern="0" spc="-13" dirty="0">
                <a:solidFill>
                  <a:srgbClr val="212D73"/>
                </a:solidFill>
                <a:latin typeface="Roboto"/>
                <a:cs typeface="Roboto"/>
              </a:rPr>
              <a:t>1575420000</a:t>
            </a:r>
            <a:r>
              <a:rPr sz="2400" b="1" kern="0" spc="-33" dirty="0">
                <a:solidFill>
                  <a:srgbClr val="212D73"/>
                </a:solidFill>
                <a:latin typeface="Roboto"/>
                <a:cs typeface="Roboto"/>
              </a:rPr>
              <a:t> </a:t>
            </a:r>
            <a:r>
              <a:rPr sz="2400" b="1" kern="0" spc="-27" dirty="0">
                <a:solidFill>
                  <a:srgbClr val="212D73"/>
                </a:solidFill>
                <a:latin typeface="Roboto"/>
                <a:cs typeface="Roboto"/>
              </a:rPr>
              <a:t>-</a:t>
            </a:r>
            <a:r>
              <a:rPr sz="2400" b="1" kern="0" dirty="0">
                <a:solidFill>
                  <a:srgbClr val="212D73"/>
                </a:solidFill>
                <a:latin typeface="Roboto"/>
                <a:cs typeface="Roboto"/>
              </a:rPr>
              <a:t>s</a:t>
            </a:r>
            <a:r>
              <a:rPr sz="2400" b="1" kern="0" spc="-40" dirty="0">
                <a:solidFill>
                  <a:srgbClr val="212D73"/>
                </a:solidFill>
                <a:latin typeface="Roboto"/>
                <a:cs typeface="Roboto"/>
              </a:rPr>
              <a:t> </a:t>
            </a:r>
            <a:r>
              <a:rPr sz="2400" b="1" kern="0" dirty="0">
                <a:solidFill>
                  <a:srgbClr val="212D73"/>
                </a:solidFill>
                <a:latin typeface="Roboto"/>
                <a:cs typeface="Roboto"/>
              </a:rPr>
              <a:t>2600000</a:t>
            </a:r>
            <a:r>
              <a:rPr sz="2400" b="1" kern="0" spc="-33" dirty="0">
                <a:solidFill>
                  <a:srgbClr val="212D73"/>
                </a:solidFill>
                <a:latin typeface="Roboto"/>
                <a:cs typeface="Roboto"/>
              </a:rPr>
              <a:t> </a:t>
            </a:r>
            <a:r>
              <a:rPr sz="2400" b="1" kern="0" spc="-13" dirty="0">
                <a:solidFill>
                  <a:srgbClr val="212D73"/>
                </a:solidFill>
                <a:latin typeface="Roboto"/>
                <a:cs typeface="Roboto"/>
              </a:rPr>
              <a:t>-</a:t>
            </a:r>
            <a:r>
              <a:rPr sz="2400" b="1" kern="0" dirty="0">
                <a:solidFill>
                  <a:srgbClr val="212D73"/>
                </a:solidFill>
                <a:latin typeface="Roboto"/>
                <a:cs typeface="Roboto"/>
              </a:rPr>
              <a:t>a</a:t>
            </a:r>
            <a:r>
              <a:rPr sz="2400" b="1" kern="0" spc="-40" dirty="0">
                <a:solidFill>
                  <a:srgbClr val="212D73"/>
                </a:solidFill>
                <a:latin typeface="Roboto"/>
                <a:cs typeface="Roboto"/>
              </a:rPr>
              <a:t> </a:t>
            </a:r>
            <a:r>
              <a:rPr sz="2400" b="1" kern="0" dirty="0">
                <a:solidFill>
                  <a:srgbClr val="212D73"/>
                </a:solidFill>
                <a:latin typeface="Roboto"/>
                <a:cs typeface="Roboto"/>
              </a:rPr>
              <a:t>1</a:t>
            </a:r>
            <a:r>
              <a:rPr sz="2400" b="1" kern="0" spc="-33" dirty="0">
                <a:solidFill>
                  <a:srgbClr val="212D73"/>
                </a:solidFill>
                <a:latin typeface="Roboto"/>
                <a:cs typeface="Roboto"/>
              </a:rPr>
              <a:t> </a:t>
            </a:r>
            <a:r>
              <a:rPr sz="2400" b="1" kern="0" spc="-13" dirty="0">
                <a:solidFill>
                  <a:srgbClr val="212D73"/>
                </a:solidFill>
                <a:latin typeface="Roboto"/>
                <a:cs typeface="Roboto"/>
              </a:rPr>
              <a:t>-</a:t>
            </a:r>
            <a:r>
              <a:rPr sz="2400" b="1" kern="0" dirty="0">
                <a:solidFill>
                  <a:srgbClr val="212D73"/>
                </a:solidFill>
                <a:latin typeface="Roboto"/>
                <a:cs typeface="Roboto"/>
              </a:rPr>
              <a:t>x</a:t>
            </a:r>
            <a:r>
              <a:rPr sz="2400" b="1" kern="0" spc="-40" dirty="0">
                <a:solidFill>
                  <a:srgbClr val="212D73"/>
                </a:solidFill>
                <a:latin typeface="Roboto"/>
                <a:cs typeface="Roboto"/>
              </a:rPr>
              <a:t> </a:t>
            </a:r>
            <a:r>
              <a:rPr sz="2400" b="1" kern="0" spc="-33" dirty="0">
                <a:solidFill>
                  <a:srgbClr val="212D73"/>
                </a:solidFill>
                <a:latin typeface="Roboto"/>
                <a:cs typeface="Roboto"/>
              </a:rPr>
              <a:t>30</a:t>
            </a:r>
            <a:endParaRPr sz="2400" kern="0">
              <a:solidFill>
                <a:sysClr val="windowText" lastClr="000000"/>
              </a:solidFill>
              <a:latin typeface="Roboto"/>
              <a:cs typeface="Roboto"/>
            </a:endParaRPr>
          </a:p>
        </p:txBody>
      </p:sp>
      <p:pic>
        <p:nvPicPr>
          <p:cNvPr id="4" name="object 4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2617465" y="3048466"/>
            <a:ext cx="7281865" cy="3558065"/>
          </a:xfrm>
          <a:prstGeom prst="rect">
            <a:avLst/>
          </a:prstGeom>
        </p:spPr>
      </p:pic>
    </p:spTree>
    <p:custDataLst>
      <p:tags r:id="rId1"/>
    </p:custData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object 7"/>
          <p:cNvSpPr txBox="1">
            <a:spLocks noGrp="1"/>
          </p:cNvSpPr>
          <p:nvPr>
            <p:ph type="sldNum" sz="quarter" idx="12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50799" defTabSz="1219170">
              <a:lnSpc>
                <a:spcPts val="2193"/>
              </a:lnSpc>
            </a:pPr>
            <a:fld id="{81D60167-4931-47E6-BA6A-407CBD079E47}" type="slidenum">
              <a:rPr kern="0" spc="-33" dirty="0"/>
              <a:pPr marL="50799" defTabSz="1219170">
                <a:lnSpc>
                  <a:spcPts val="2193"/>
                </a:lnSpc>
              </a:pPr>
              <a:t>10</a:t>
            </a:fld>
            <a:endParaRPr kern="0" spc="-33" dirty="0"/>
          </a:p>
        </p:txBody>
      </p:sp>
      <p:sp>
        <p:nvSpPr>
          <p:cNvPr id="2" name="object 2" descr="$PPTXTitle"/>
          <p:cNvSpPr txBox="1">
            <a:spLocks noGrp="1"/>
          </p:cNvSpPr>
          <p:nvPr>
            <p:ph type="title" idx="4294967295"/>
          </p:nvPr>
        </p:nvSpPr>
        <p:spPr>
          <a:xfrm>
            <a:off x="0" y="-262302"/>
            <a:ext cx="11558016" cy="2901093"/>
          </a:xfrm>
          <a:prstGeom prst="rect">
            <a:avLst/>
          </a:prstGeom>
        </p:spPr>
        <p:txBody>
          <a:bodyPr vert="horz" wrap="square" lIns="0" tIns="16933" rIns="0" bIns="0" rtlCol="0">
            <a:spAutoFit/>
          </a:bodyPr>
          <a:lstStyle/>
          <a:p>
            <a:pPr marL="16933">
              <a:spcBef>
                <a:spcPts val="133"/>
              </a:spcBef>
            </a:pPr>
            <a:r>
              <a:rPr sz="3600" dirty="0"/>
              <a:t>GPS</a:t>
            </a:r>
            <a:r>
              <a:rPr sz="3600" spc="-33" dirty="0"/>
              <a:t> </a:t>
            </a:r>
            <a:r>
              <a:rPr lang="en-US" sz="3600" dirty="0"/>
              <a:t>Installation</a:t>
            </a:r>
            <a:br>
              <a:rPr lang="en-US" sz="3600" dirty="0"/>
            </a:br>
            <a:br>
              <a:rPr lang="en-US" sz="3600" dirty="0"/>
            </a:br>
            <a:r>
              <a:rPr lang="en-US" sz="3600" dirty="0"/>
              <a:t>Install U-Center2 from </a:t>
            </a:r>
            <a:r>
              <a:rPr lang="en-US" sz="3600" dirty="0">
                <a:hlinkClick r:id="rId3"/>
              </a:rPr>
              <a:t>https://www.u-blox.com/en/u-center-2</a:t>
            </a:r>
            <a:br>
              <a:rPr lang="en-US" sz="3600" dirty="0"/>
            </a:br>
            <a:r>
              <a:rPr lang="en-US" sz="3200" dirty="0"/>
              <a:t>May need to register as a user</a:t>
            </a:r>
            <a:br>
              <a:rPr lang="en-US" sz="3200" dirty="0"/>
            </a:br>
            <a:r>
              <a:rPr lang="en-US" sz="3200" dirty="0"/>
              <a:t>Add COM# serial port as a source</a:t>
            </a:r>
            <a:br>
              <a:rPr lang="en-US" sz="3600" dirty="0"/>
            </a:br>
            <a:endParaRPr sz="3600" dirty="0"/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4A9036FA-12F1-EBD6-8614-D7824DA0EAC9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943100" y="2231001"/>
            <a:ext cx="8115300" cy="4307911"/>
          </a:xfrm>
          <a:prstGeom prst="rect">
            <a:avLst/>
          </a:prstGeom>
        </p:spPr>
      </p:pic>
    </p:spTree>
    <p:custDataLst>
      <p:tags r:id="rId1"/>
    </p:custData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3FD2FA3-69E4-E045-0B0C-7836DE4C745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GPS Messages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A0169FC-CAFD-B4F9-ED17-1F606232072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GPS Messages</a:t>
            </a:r>
          </a:p>
          <a:p>
            <a:pPr lvl="1"/>
            <a:r>
              <a:rPr lang="en-US" dirty="0"/>
              <a:t>Text messages in ASCII sent by serial port to you</a:t>
            </a:r>
          </a:p>
          <a:p>
            <a:pPr lvl="1"/>
            <a:r>
              <a:rPr lang="en-US" dirty="0"/>
              <a:t>Many message types</a:t>
            </a:r>
          </a:p>
          <a:p>
            <a:pPr lvl="1"/>
            <a:r>
              <a:rPr lang="en-US" dirty="0"/>
              <a:t>Show satellite constellation</a:t>
            </a:r>
          </a:p>
          <a:p>
            <a:pPr lvl="1"/>
            <a:r>
              <a:rPr lang="en-US" dirty="0"/>
              <a:t>Give you position and movement</a:t>
            </a:r>
          </a:p>
          <a:p>
            <a:r>
              <a:rPr lang="en-US" dirty="0"/>
              <a:t>Where are we?</a:t>
            </a:r>
          </a:p>
          <a:p>
            <a:pPr lvl="1"/>
            <a:r>
              <a:rPr lang="en-US" dirty="0"/>
              <a:t>Latitude &amp; Longitude</a:t>
            </a:r>
          </a:p>
          <a:p>
            <a:pPr lvl="1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458458323"/>
      </p:ext>
    </p:extLst>
  </p:cSld>
  <p:clrMapOvr>
    <a:masterClrMapping/>
  </p:clrMapOvr>
  <p:transition>
    <p:fade/>
  </p:transition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>
          <a:extLst>
            <a:ext uri="{FF2B5EF4-FFF2-40B4-BE49-F238E27FC236}">
              <a16:creationId xmlns:a16="http://schemas.microsoft.com/office/drawing/2014/main" id="{22D98400-DAC5-B95F-D542-2C4B4CDAB44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object 7">
            <a:extLst>
              <a:ext uri="{FF2B5EF4-FFF2-40B4-BE49-F238E27FC236}">
                <a16:creationId xmlns:a16="http://schemas.microsoft.com/office/drawing/2014/main" id="{18D58AD4-9DFF-B37A-8F0F-3A5112F02718}"/>
              </a:ext>
            </a:extLst>
          </p:cNvPr>
          <p:cNvSpPr txBox="1">
            <a:spLocks noGrp="1"/>
          </p:cNvSpPr>
          <p:nvPr>
            <p:ph type="sldNum" sz="quarter" idx="12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50799" defTabSz="1219170">
              <a:lnSpc>
                <a:spcPts val="2193"/>
              </a:lnSpc>
            </a:pPr>
            <a:fld id="{81D60167-4931-47E6-BA6A-407CBD079E47}" type="slidenum">
              <a:rPr kern="0" spc="-33" dirty="0"/>
              <a:pPr marL="50799" defTabSz="1219170">
                <a:lnSpc>
                  <a:spcPts val="2193"/>
                </a:lnSpc>
              </a:pPr>
              <a:t>12</a:t>
            </a:fld>
            <a:endParaRPr kern="0" spc="-33" dirty="0"/>
          </a:p>
        </p:txBody>
      </p:sp>
      <p:sp>
        <p:nvSpPr>
          <p:cNvPr id="2" name="object 2" descr="$PPTXTitle">
            <a:extLst>
              <a:ext uri="{FF2B5EF4-FFF2-40B4-BE49-F238E27FC236}">
                <a16:creationId xmlns:a16="http://schemas.microsoft.com/office/drawing/2014/main" id="{46EDA983-D330-1B62-1696-3268D82949CB}"/>
              </a:ext>
            </a:extLst>
          </p:cNvPr>
          <p:cNvSpPr txBox="1">
            <a:spLocks noGrp="1"/>
          </p:cNvSpPr>
          <p:nvPr>
            <p:ph type="title" idx="4294967295"/>
          </p:nvPr>
        </p:nvSpPr>
        <p:spPr>
          <a:xfrm>
            <a:off x="0" y="430195"/>
            <a:ext cx="11558016" cy="1516098"/>
          </a:xfrm>
          <a:prstGeom prst="rect">
            <a:avLst/>
          </a:prstGeom>
        </p:spPr>
        <p:txBody>
          <a:bodyPr vert="horz" wrap="square" lIns="0" tIns="16933" rIns="0" bIns="0" rtlCol="0">
            <a:spAutoFit/>
          </a:bodyPr>
          <a:lstStyle/>
          <a:p>
            <a:pPr marL="16933">
              <a:spcBef>
                <a:spcPts val="133"/>
              </a:spcBef>
            </a:pPr>
            <a:r>
              <a:rPr sz="3600" dirty="0"/>
              <a:t>GPS</a:t>
            </a:r>
            <a:r>
              <a:rPr sz="3600" spc="-33" dirty="0"/>
              <a:t> </a:t>
            </a:r>
            <a:r>
              <a:rPr lang="en-US" sz="3600" dirty="0"/>
              <a:t>View</a:t>
            </a:r>
            <a:br>
              <a:rPr lang="en-US" sz="3600" dirty="0"/>
            </a:br>
            <a:br>
              <a:rPr lang="en-US" sz="3600" dirty="0"/>
            </a:br>
            <a:r>
              <a:rPr lang="en-US" sz="3600" dirty="0"/>
              <a:t>See the constellation and where you are</a:t>
            </a:r>
            <a:endParaRPr sz="3600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7B426EB1-02EA-E903-4575-925785FDCFD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68933" y="1946293"/>
            <a:ext cx="8820150" cy="4683101"/>
          </a:xfrm>
          <a:prstGeom prst="rect">
            <a:avLst/>
          </a:prstGeom>
        </p:spPr>
      </p:pic>
    </p:spTree>
    <p:custDataLst>
      <p:tags r:id="rId1"/>
    </p:custDataLst>
    <p:extLst>
      <p:ext uri="{BB962C8B-B14F-4D97-AF65-F5344CB8AC3E}">
        <p14:creationId xmlns:p14="http://schemas.microsoft.com/office/powerpoint/2010/main" val="118803321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D98B71F-2888-933E-537B-DC15DFCC6D3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1CC9BE7-CDB3-7737-E169-8ED3F6F3586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GPS Satellites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1F8FF5E-2139-9C2C-F46C-0106670582F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GPS Constellations</a:t>
            </a:r>
          </a:p>
          <a:p>
            <a:pPr lvl="1"/>
            <a:r>
              <a:rPr lang="en-US" dirty="0"/>
              <a:t>US GPS with SBAS corrections</a:t>
            </a:r>
          </a:p>
          <a:p>
            <a:pPr lvl="1"/>
            <a:r>
              <a:rPr lang="en-US" dirty="0"/>
              <a:t>European Galileo</a:t>
            </a:r>
          </a:p>
          <a:p>
            <a:pPr lvl="1"/>
            <a:r>
              <a:rPr lang="en-US" dirty="0"/>
              <a:t>Chinese BeiDou</a:t>
            </a:r>
          </a:p>
          <a:p>
            <a:pPr lvl="1"/>
            <a:r>
              <a:rPr lang="en-US" dirty="0"/>
              <a:t>Russian GLONAS</a:t>
            </a:r>
          </a:p>
          <a:p>
            <a:pPr lvl="1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90366231"/>
      </p:ext>
    </p:extLst>
  </p:cSld>
  <p:clrMapOvr>
    <a:masterClrMapping/>
  </p:clrMapOvr>
  <p:transition>
    <p:fade/>
  </p:transition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45" name="Title 1"/>
          <p:cNvSpPr>
            <a:spLocks noGrp="1"/>
          </p:cNvSpPr>
          <p:nvPr>
            <p:ph type="title"/>
          </p:nvPr>
        </p:nvSpPr>
        <p:spPr>
          <a:xfrm>
            <a:off x="1981200" y="274638"/>
            <a:ext cx="8229600" cy="698305"/>
          </a:xfrm>
        </p:spPr>
        <p:txBody>
          <a:bodyPr>
            <a:normAutofit fontScale="90000"/>
          </a:bodyPr>
          <a:lstStyle/>
          <a:p>
            <a:r>
              <a:rPr lang="en-US" dirty="0"/>
              <a:t>GPS Information</a:t>
            </a:r>
          </a:p>
        </p:txBody>
      </p:sp>
      <p:sp>
        <p:nvSpPr>
          <p:cNvPr id="17411" name="Content Placeholder 10"/>
          <p:cNvSpPr>
            <a:spLocks noGrp="1"/>
          </p:cNvSpPr>
          <p:nvPr>
            <p:ph idx="1"/>
          </p:nvPr>
        </p:nvSpPr>
        <p:spPr>
          <a:xfrm>
            <a:off x="1792288" y="972943"/>
            <a:ext cx="8699500" cy="5451671"/>
          </a:xfrm>
        </p:spPr>
        <p:txBody>
          <a:bodyPr>
            <a:normAutofit/>
          </a:bodyPr>
          <a:lstStyle/>
          <a:p>
            <a:r>
              <a:rPr lang="en-US" sz="1600" dirty="0"/>
              <a:t>Basics</a:t>
            </a:r>
          </a:p>
          <a:p>
            <a:pPr lvl="1"/>
            <a:r>
              <a:rPr lang="en-US" sz="1400" dirty="0"/>
              <a:t>Global Navigation Satellite System (GNSS)</a:t>
            </a:r>
          </a:p>
          <a:p>
            <a:pPr lvl="1"/>
            <a:r>
              <a:rPr lang="en-US" sz="1400" dirty="0">
                <a:hlinkClick r:id="rId3"/>
              </a:rPr>
              <a:t>https://en.wikipedia.org/wiki/Global_Positioning_System</a:t>
            </a:r>
            <a:endParaRPr lang="en-US" sz="1400" dirty="0"/>
          </a:p>
          <a:p>
            <a:pPr lvl="1"/>
            <a:r>
              <a:rPr lang="en-US" sz="1400" dirty="0">
                <a:hlinkClick r:id="rId4"/>
              </a:rPr>
              <a:t>https://www.gps.gov/</a:t>
            </a:r>
            <a:endParaRPr lang="en-US" sz="1400" dirty="0"/>
          </a:p>
          <a:p>
            <a:pPr lvl="1"/>
            <a:r>
              <a:rPr lang="en-US" sz="1400" dirty="0"/>
              <a:t>Used for Navigation</a:t>
            </a:r>
          </a:p>
          <a:p>
            <a:pPr lvl="1"/>
            <a:r>
              <a:rPr lang="en-US" sz="1400" dirty="0"/>
              <a:t>Critical for Automated Driving and V2X Safety</a:t>
            </a:r>
          </a:p>
          <a:p>
            <a:pPr lvl="2"/>
            <a:r>
              <a:rPr lang="en-US" sz="1200" dirty="0"/>
              <a:t>Need lane level resolution of at least 1.5m using WAAS</a:t>
            </a:r>
          </a:p>
          <a:p>
            <a:pPr lvl="1"/>
            <a:r>
              <a:rPr lang="en-US" sz="1400" dirty="0"/>
              <a:t>1575.42Mhz, 1227.60Mhz, 1.023Mhz</a:t>
            </a:r>
          </a:p>
          <a:p>
            <a:pPr lvl="1"/>
            <a:r>
              <a:rPr lang="en-US" sz="1400" dirty="0"/>
              <a:t>Weak signal, easily jammed (jamming devices are illegal)</a:t>
            </a:r>
          </a:p>
          <a:p>
            <a:pPr lvl="1"/>
            <a:r>
              <a:rPr lang="en-US" sz="1400" dirty="0"/>
              <a:t>NDGPS stations retired by 2020, WAAS</a:t>
            </a:r>
          </a:p>
          <a:p>
            <a:r>
              <a:rPr lang="en-US" sz="1600" dirty="0"/>
              <a:t>GPS </a:t>
            </a:r>
            <a:r>
              <a:rPr lang="en-US" sz="1600" dirty="0" err="1"/>
              <a:t>Augumentation</a:t>
            </a:r>
            <a:endParaRPr lang="en-US" sz="1600" dirty="0"/>
          </a:p>
          <a:p>
            <a:pPr lvl="1"/>
            <a:r>
              <a:rPr lang="en-US" sz="1400" dirty="0">
                <a:hlinkClick r:id="rId5"/>
              </a:rPr>
              <a:t>https://en.wikipedia.org/wiki/GNSS_augmentation</a:t>
            </a:r>
            <a:endParaRPr lang="en-US" sz="1400" dirty="0"/>
          </a:p>
          <a:p>
            <a:pPr lvl="1"/>
            <a:r>
              <a:rPr lang="en-US" sz="1400" dirty="0">
                <a:hlinkClick r:id="rId6"/>
              </a:rPr>
              <a:t>https://en.wikipedia.org/wiki/Wide_Area_Augmentation_System</a:t>
            </a:r>
            <a:endParaRPr lang="en-US" sz="1400" dirty="0"/>
          </a:p>
          <a:p>
            <a:pPr lvl="1"/>
            <a:r>
              <a:rPr lang="en-US" sz="1400" dirty="0">
                <a:hlinkClick r:id="rId7"/>
              </a:rPr>
              <a:t>https://www.novatel.com/an-introduction-to-gnss/chapter-5-resolving-errors/satellite-based-augmentation-systems/</a:t>
            </a:r>
            <a:endParaRPr lang="en-US" sz="1400" dirty="0"/>
          </a:p>
          <a:p>
            <a:pPr lvl="1"/>
            <a:r>
              <a:rPr lang="en-US" sz="1400" dirty="0">
                <a:hlinkClick r:id="rId8"/>
              </a:rPr>
              <a:t>http://gpsworld.com/5g-cellulars-next-step-brings-new-positioning-capabilities/</a:t>
            </a:r>
            <a:endParaRPr lang="en-US" sz="1400" dirty="0"/>
          </a:p>
          <a:p>
            <a:pPr lvl="1"/>
            <a:endParaRPr lang="en-US" sz="1400" dirty="0"/>
          </a:p>
          <a:p>
            <a:pPr lvl="1"/>
            <a:endParaRPr lang="en-US" sz="1200" dirty="0"/>
          </a:p>
          <a:p>
            <a:pPr lvl="1"/>
            <a:endParaRPr lang="en-US" sz="1400" dirty="0"/>
          </a:p>
          <a:p>
            <a:pPr lvl="1"/>
            <a:endParaRPr lang="en-US" sz="1400" dirty="0"/>
          </a:p>
        </p:txBody>
      </p:sp>
    </p:spTree>
    <p:extLst>
      <p:ext uri="{BB962C8B-B14F-4D97-AF65-F5344CB8AC3E}">
        <p14:creationId xmlns:p14="http://schemas.microsoft.com/office/powerpoint/2010/main" val="264400242"/>
      </p:ext>
    </p:extLst>
  </p:cSld>
  <p:clrMapOvr>
    <a:masterClrMapping/>
  </p:clrMapOvr>
  <p:transition>
    <p:fade/>
  </p:transition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45" name="Title 1"/>
          <p:cNvSpPr>
            <a:spLocks noGrp="1"/>
          </p:cNvSpPr>
          <p:nvPr>
            <p:ph type="title"/>
          </p:nvPr>
        </p:nvSpPr>
        <p:spPr>
          <a:xfrm>
            <a:off x="1981200" y="274638"/>
            <a:ext cx="8229600" cy="698305"/>
          </a:xfrm>
        </p:spPr>
        <p:txBody>
          <a:bodyPr>
            <a:normAutofit fontScale="90000"/>
          </a:bodyPr>
          <a:lstStyle/>
          <a:p>
            <a:r>
              <a:rPr lang="en-US" dirty="0"/>
              <a:t>GPS Security</a:t>
            </a:r>
          </a:p>
        </p:txBody>
      </p:sp>
      <p:sp>
        <p:nvSpPr>
          <p:cNvPr id="17411" name="Content Placeholder 10"/>
          <p:cNvSpPr>
            <a:spLocks noGrp="1"/>
          </p:cNvSpPr>
          <p:nvPr>
            <p:ph idx="1"/>
          </p:nvPr>
        </p:nvSpPr>
        <p:spPr>
          <a:xfrm>
            <a:off x="1792288" y="972943"/>
            <a:ext cx="8699500" cy="5451671"/>
          </a:xfrm>
        </p:spPr>
        <p:txBody>
          <a:bodyPr>
            <a:normAutofit/>
          </a:bodyPr>
          <a:lstStyle/>
          <a:p>
            <a:r>
              <a:rPr lang="en-US" sz="1600" dirty="0"/>
              <a:t>Interference</a:t>
            </a:r>
          </a:p>
          <a:p>
            <a:pPr lvl="1"/>
            <a:r>
              <a:rPr lang="en-US" sz="1200" dirty="0"/>
              <a:t>Typically environmental</a:t>
            </a:r>
          </a:p>
          <a:p>
            <a:pPr lvl="1"/>
            <a:r>
              <a:rPr lang="en-US" sz="1200" dirty="0">
                <a:hlinkClick r:id="rId3"/>
              </a:rPr>
              <a:t>https://www.gps.gov/spectrum/</a:t>
            </a:r>
            <a:endParaRPr lang="en-US" sz="1200" dirty="0"/>
          </a:p>
          <a:p>
            <a:pPr lvl="1"/>
            <a:r>
              <a:rPr lang="en-US" sz="1200" dirty="0">
                <a:hlinkClick r:id="rId4"/>
              </a:rPr>
              <a:t>https://www.gps.gov/news/2012/03/solarstorm/</a:t>
            </a:r>
            <a:endParaRPr lang="en-US" sz="1200" dirty="0"/>
          </a:p>
          <a:p>
            <a:r>
              <a:rPr lang="en-US" sz="1600" dirty="0"/>
              <a:t>Jamming</a:t>
            </a:r>
          </a:p>
          <a:p>
            <a:pPr lvl="1"/>
            <a:r>
              <a:rPr lang="en-US" sz="1200" dirty="0"/>
              <a:t>Is illegal</a:t>
            </a:r>
          </a:p>
          <a:p>
            <a:pPr lvl="1"/>
            <a:r>
              <a:rPr lang="en-US" sz="1200" dirty="0">
                <a:hlinkClick r:id="rId5"/>
              </a:rPr>
              <a:t>https://www.gps.gov/spectrum/jamming/</a:t>
            </a:r>
          </a:p>
          <a:p>
            <a:pPr lvl="1"/>
            <a:r>
              <a:rPr lang="en-US" sz="1200" dirty="0">
                <a:hlinkClick r:id="rId5"/>
              </a:rPr>
              <a:t>http://gpsworld.com/tag/gps-jamming/</a:t>
            </a:r>
          </a:p>
          <a:p>
            <a:pPr lvl="1"/>
            <a:r>
              <a:rPr lang="en-US" sz="1200" dirty="0">
                <a:hlinkClick r:id="rId5"/>
              </a:rPr>
              <a:t>https://www.thesignaljammer.com/pages/How-GPS-Jammers-Work.html</a:t>
            </a:r>
            <a:endParaRPr lang="en-US" sz="1200" dirty="0"/>
          </a:p>
          <a:p>
            <a:pPr lvl="1"/>
            <a:r>
              <a:rPr lang="en-US" sz="1200" dirty="0">
                <a:hlinkClick r:id="rId6"/>
              </a:rPr>
              <a:t>https://gizmodo.com/jamming-gps-signals-is-illegal-dangerous-cheap-and-e-1796778955</a:t>
            </a:r>
            <a:endParaRPr lang="en-US" sz="1200" dirty="0"/>
          </a:p>
          <a:p>
            <a:r>
              <a:rPr lang="en-US" sz="1600" dirty="0"/>
              <a:t>Spoofing (broadcasting false information)</a:t>
            </a:r>
          </a:p>
          <a:p>
            <a:pPr lvl="1"/>
            <a:r>
              <a:rPr lang="en-US" sz="1200" dirty="0"/>
              <a:t>Is also illegal</a:t>
            </a:r>
            <a:endParaRPr lang="en-US" sz="1200" dirty="0">
              <a:hlinkClick r:id="rId7"/>
            </a:endParaRPr>
          </a:p>
          <a:p>
            <a:pPr lvl="1"/>
            <a:r>
              <a:rPr lang="en-US" sz="1200" dirty="0">
                <a:hlinkClick r:id="rId7"/>
              </a:rPr>
              <a:t>https://www.gps.gov/multimedia/presentations/2016/04/APEC/alexander-2.pdf</a:t>
            </a:r>
          </a:p>
          <a:p>
            <a:pPr lvl="1"/>
            <a:r>
              <a:rPr lang="en-US" sz="1200" dirty="0">
                <a:hlinkClick r:id="rId7"/>
              </a:rPr>
              <a:t>https://en.wikipedia.org/wiki/Spoofing_attack#GPS_spoofing</a:t>
            </a:r>
          </a:p>
          <a:p>
            <a:pPr lvl="1"/>
            <a:r>
              <a:rPr lang="en-US" sz="1200" dirty="0">
                <a:hlinkClick r:id="rId7"/>
              </a:rPr>
              <a:t>https://www.schneier.com/blog/archives/2017/09/gps_spoofing_at.html</a:t>
            </a:r>
          </a:p>
          <a:p>
            <a:pPr lvl="1"/>
            <a:r>
              <a:rPr lang="en-US" sz="1200" dirty="0">
                <a:hlinkClick r:id="rId7"/>
              </a:rPr>
              <a:t>https://www.spirent.com/Blogs/Positioning/2015/September/GPS_Spoofing_Is_a_Real_Threat</a:t>
            </a:r>
          </a:p>
          <a:p>
            <a:pPr lvl="1"/>
            <a:r>
              <a:rPr lang="en-US" sz="1200" dirty="0">
                <a:hlinkClick r:id="rId7"/>
              </a:rPr>
              <a:t>https://www.spirent.com/Blogs/Positioning/2017/September/DEFCON-25</a:t>
            </a:r>
          </a:p>
          <a:p>
            <a:pPr lvl="1"/>
            <a:r>
              <a:rPr lang="en-US" sz="1200" dirty="0">
                <a:hlinkClick r:id="rId7"/>
              </a:rPr>
              <a:t>https://www.digitaltrends.com/mobile/gps-spoofing/</a:t>
            </a:r>
            <a:endParaRPr lang="en-US" sz="1200" dirty="0"/>
          </a:p>
          <a:p>
            <a:pPr lvl="1"/>
            <a:endParaRPr lang="en-US" sz="1200" dirty="0"/>
          </a:p>
          <a:p>
            <a:endParaRPr lang="en-US" sz="1400" dirty="0"/>
          </a:p>
        </p:txBody>
      </p:sp>
    </p:spTree>
    <p:extLst>
      <p:ext uri="{BB962C8B-B14F-4D97-AF65-F5344CB8AC3E}">
        <p14:creationId xmlns:p14="http://schemas.microsoft.com/office/powerpoint/2010/main" val="2741046450"/>
      </p:ext>
    </p:extLst>
  </p:cSld>
  <p:clrMapOvr>
    <a:masterClrMapping/>
  </p:clrMapOvr>
  <p:transition>
    <p:fade/>
  </p:transition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PROJECT_OPEN" val="0"/>
  <p:tag name="ARTICULATE_SLIDE_COUNT" val="155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ags/tag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ags/tag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ags/tag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ags/tag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ags/tag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ags/tag1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heme/theme1.xml><?xml version="1.0" encoding="utf-8"?>
<a:theme xmlns:a="http://schemas.openxmlformats.org/drawingml/2006/main" name="Custom Design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_rels/item4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4.xml"/></Relationships>
</file>

<file path=customXml/item1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2.xml><?xml version="1.0" encoding="utf-8"?>
<?mso-contentType ?>
<spe:Receivers xmlns:spe="http://schemas.microsoft.com/sharepoint/events">
  <Receiver>
    <Name>Document ID Generator</Name>
    <Synchronization>Synchronous</Synchronization>
    <Type>10001</Type>
    <SequenceNumber>1000</SequenceNumber>
    <Url/>
    <Assembly>Microsoft.Office.DocumentManagement, Version=16.0.0.0, Culture=neutral, PublicKeyToken=71e9bce111e9429c</Assembly>
    <Class>Microsoft.Office.DocumentManagement.Internal.DocIdHandler</Class>
    <Data/>
    <Filter/>
  </Receiver>
  <Receiver>
    <Name>Document ID Generator</Name>
    <Synchronization>Synchronous</Synchronization>
    <Type>10002</Type>
    <SequenceNumber>1001</SequenceNumber>
    <Url/>
    <Assembly>Microsoft.Office.DocumentManagement, Version=16.0.0.0, Culture=neutral, PublicKeyToken=71e9bce111e9429c</Assembly>
    <Class>Microsoft.Office.DocumentManagement.Internal.DocIdHandler</Class>
    <Data/>
    <Filter/>
  </Receiver>
  <Receiver>
    <Name>Document ID Generator</Name>
    <Synchronization>Synchronous</Synchronization>
    <Type>10004</Type>
    <SequenceNumber>1002</SequenceNumber>
    <Url/>
    <Assembly>Microsoft.Office.DocumentManagement, Version=16.0.0.0, Culture=neutral, PublicKeyToken=71e9bce111e9429c</Assembly>
    <Class>Microsoft.Office.DocumentManagement.Internal.DocIdHandler</Class>
    <Data/>
    <Filter/>
  </Receiver>
  <Receiver>
    <Name>Document ID Generator</Name>
    <Synchronization>Synchronous</Synchronization>
    <Type>10006</Type>
    <SequenceNumber>1003</SequenceNumber>
    <Url/>
    <Assembly>Microsoft.Office.DocumentManagement, Version=16.0.0.0, Culture=neutral, PublicKeyToken=71e9bce111e9429c</Assembly>
    <Class>Microsoft.Office.DocumentManagement.Internal.DocIdHandler</Class>
    <Data/>
    <Filter/>
  </Receiver>
</spe:Receivers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_dlc_DocId xmlns="c7a77415-c4a3-4262-8430-671f3e8707b6">7J4PPY27XH2W-901365475-257158</_dlc_DocId>
    <_dlc_DocIdUrl xmlns="c7a77415-c4a3-4262-8430-671f3e8707b6">
      <Url>https://automotivei.sharepoint.com/sites/PMO/_layouts/15/DocIdRedir.aspx?ID=7J4PPY27XH2W-901365475-257158</Url>
      <Description>7J4PPY27XH2W-901365475-257158</Description>
    </_dlc_DocIdUrl>
    <TaxCatchAll xmlns="c7a77415-c4a3-4262-8430-671f3e8707b6" xsi:nil="true"/>
    <lcf76f155ced4ddcb4097134ff3c332f xmlns="69a7259e-7a2c-42d5-bc84-25eccf0dce8b">
      <Terms xmlns="http://schemas.microsoft.com/office/infopath/2007/PartnerControls"/>
    </lcf76f155ced4ddcb4097134ff3c332f>
  </documentManagement>
</p:properties>
</file>

<file path=customXml/item4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67B86F8708159745A0B6896184DE9576" ma:contentTypeVersion="19" ma:contentTypeDescription="Create a new document." ma:contentTypeScope="" ma:versionID="493bf26d373952ea1ae3b9e24cd19b33">
  <xsd:schema xmlns:xsd="http://www.w3.org/2001/XMLSchema" xmlns:xs="http://www.w3.org/2001/XMLSchema" xmlns:p="http://schemas.microsoft.com/office/2006/metadata/properties" xmlns:ns2="c7a77415-c4a3-4262-8430-671f3e8707b6" xmlns:ns3="69a7259e-7a2c-42d5-bc84-25eccf0dce8b" targetNamespace="http://schemas.microsoft.com/office/2006/metadata/properties" ma:root="true" ma:fieldsID="69c00e31f84d56e19bb090b7ea67ab52" ns2:_="" ns3:_="">
    <xsd:import namespace="c7a77415-c4a3-4262-8430-671f3e8707b6"/>
    <xsd:import namespace="69a7259e-7a2c-42d5-bc84-25eccf0dce8b"/>
    <xsd:element name="properties">
      <xsd:complexType>
        <xsd:sequence>
          <xsd:element name="documentManagement">
            <xsd:complexType>
              <xsd:all>
                <xsd:element ref="ns2:_dlc_DocId" minOccurs="0"/>
                <xsd:element ref="ns2:_dlc_DocIdUrl" minOccurs="0"/>
                <xsd:element ref="ns2:_dlc_DocIdPersistId" minOccurs="0"/>
                <xsd:element ref="ns3:MediaServiceMetadata" minOccurs="0"/>
                <xsd:element ref="ns3:MediaServiceFastMetadata" minOccurs="0"/>
                <xsd:element ref="ns3:MediaServiceAutoKeyPoints" minOccurs="0"/>
                <xsd:element ref="ns3:MediaServiceKeyPoints" minOccurs="0"/>
                <xsd:element ref="ns3:MediaServiceAutoTags" minOccurs="0"/>
                <xsd:element ref="ns3:MediaServiceOCR" minOccurs="0"/>
                <xsd:element ref="ns3:MediaServiceGenerationTime" minOccurs="0"/>
                <xsd:element ref="ns3:MediaServiceEventHashCode" minOccurs="0"/>
                <xsd:element ref="ns3:MediaServiceDateTaken" minOccurs="0"/>
                <xsd:element ref="ns3:MediaServiceLocation" minOccurs="0"/>
                <xsd:element ref="ns2:SharedWithUsers" minOccurs="0"/>
                <xsd:element ref="ns2:SharedWithDetails" minOccurs="0"/>
                <xsd:element ref="ns3:MediaLengthInSeconds" minOccurs="0"/>
                <xsd:element ref="ns3:lcf76f155ced4ddcb4097134ff3c332f" minOccurs="0"/>
                <xsd:element ref="ns2:TaxCatchAll" minOccurs="0"/>
                <xsd:element ref="ns3:MediaServiceObjectDetectorVersions" minOccurs="0"/>
                <xsd:element ref="ns3:MediaServiceSearchProperties" minOccurs="0"/>
                <xsd:element ref="ns3:MediaServiceBillingMetadata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c7a77415-c4a3-4262-8430-671f3e8707b6" elementFormDefault="qualified">
    <xsd:import namespace="http://schemas.microsoft.com/office/2006/documentManagement/types"/>
    <xsd:import namespace="http://schemas.microsoft.com/office/infopath/2007/PartnerControls"/>
    <xsd:element name="_dlc_DocId" ma:index="8" nillable="true" ma:displayName="Document ID Value" ma:description="The value of the document ID assigned to this item." ma:internalName="_dlc_DocId" ma:readOnly="true">
      <xsd:simpleType>
        <xsd:restriction base="dms:Text"/>
      </xsd:simpleType>
    </xsd:element>
    <xsd:element name="_dlc_DocIdUrl" ma:index="9" nillable="true" ma:displayName="Document ID" ma:description="Permanent link to this document." ma:hidden="true" ma:internalName="_dlc_DocIdUrl" ma:readOnly="true">
      <xsd:complexType>
        <xsd:complexContent>
          <xsd:extension base="dms:URL">
            <xsd:sequence>
              <xsd:element name="Url" type="dms:ValidUrl" minOccurs="0" nillable="true"/>
              <xsd:element name="Description" type="xsd:string" nillable="true"/>
            </xsd:sequence>
          </xsd:extension>
        </xsd:complexContent>
      </xsd:complexType>
    </xsd:element>
    <xsd:element name="_dlc_DocIdPersistId" ma:index="10" nillable="true" ma:displayName="Persist ID" ma:description="Keep ID on add." ma:hidden="true" ma:internalName="_dlc_DocIdPersistId" ma:readOnly="true">
      <xsd:simpleType>
        <xsd:restriction base="dms:Boolean"/>
      </xsd:simpleType>
    </xsd:element>
    <xsd:element name="SharedWithUsers" ma:index="21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22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  <xsd:element name="TaxCatchAll" ma:index="26" nillable="true" ma:displayName="Taxonomy Catch All Column" ma:hidden="true" ma:list="{d3a045ce-0abc-407a-a385-daab9685d46b}" ma:internalName="TaxCatchAll" ma:showField="CatchAllData" ma:web="c7a77415-c4a3-4262-8430-671f3e8707b6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69a7259e-7a2c-42d5-bc84-25eccf0dce8b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11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12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AutoKeyPoints" ma:index="13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4" nillable="true" ma:displayName="KeyPoints" ma:internalName="MediaServiceKeyPoints" ma:readOnly="true">
      <xsd:simpleType>
        <xsd:restriction base="dms:Note">
          <xsd:maxLength value="255"/>
        </xsd:restriction>
      </xsd:simpleType>
    </xsd:element>
    <xsd:element name="MediaServiceAutoTags" ma:index="15" nillable="true" ma:displayName="Tags" ma:internalName="MediaServiceAutoTags" ma:readOnly="true">
      <xsd:simpleType>
        <xsd:restriction base="dms:Text"/>
      </xsd:simpleType>
    </xsd:element>
    <xsd:element name="MediaServiceOCR" ma:index="16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GenerationTime" ma:index="17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8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DateTaken" ma:index="19" nillable="true" ma:displayName="MediaServiceDateTaken" ma:hidden="true" ma:internalName="MediaServiceDateTaken" ma:readOnly="true">
      <xsd:simpleType>
        <xsd:restriction base="dms:Text"/>
      </xsd:simpleType>
    </xsd:element>
    <xsd:element name="MediaServiceLocation" ma:index="20" nillable="true" ma:displayName="Location" ma:internalName="MediaServiceLocation" ma:readOnly="true">
      <xsd:simpleType>
        <xsd:restriction base="dms:Text"/>
      </xsd:simpleType>
    </xsd:element>
    <xsd:element name="MediaLengthInSeconds" ma:index="23" nillable="true" ma:displayName="Length (seconds)" ma:internalName="MediaLengthInSeconds" ma:readOnly="true">
      <xsd:simpleType>
        <xsd:restriction base="dms:Unknown"/>
      </xsd:simpleType>
    </xsd:element>
    <xsd:element name="lcf76f155ced4ddcb4097134ff3c332f" ma:index="25" nillable="true" ma:taxonomy="true" ma:internalName="lcf76f155ced4ddcb4097134ff3c332f" ma:taxonomyFieldName="MediaServiceImageTags" ma:displayName="Image Tags" ma:readOnly="false" ma:fieldId="{5cf76f15-5ced-4ddc-b409-7134ff3c332f}" ma:taxonomyMulti="true" ma:sspId="ca126d71-af09-421f-972c-d16e59c147a3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ObjectDetectorVersions" ma:index="27" nillable="true" ma:displayName="MediaServiceObjectDetectorVersions" ma:description="" ma:hidden="true" ma:indexed="true" ma:internalName="MediaServiceObjectDetectorVersions" ma:readOnly="true">
      <xsd:simpleType>
        <xsd:restriction base="dms:Text"/>
      </xsd:simpleType>
    </xsd:element>
    <xsd:element name="MediaServiceSearchProperties" ma:index="28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BillingMetadata" ma:index="29" nillable="true" ma:displayName="MediaServiceBillingMetadata" ma:hidden="true" ma:internalName="MediaServiceBillingMetadata" ma:readOnly="true">
      <xsd:simpleType>
        <xsd:restriction base="dms:Note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84EE72F3-C956-4A5B-833F-E761B5D8ACD8}">
  <ds:schemaRefs>
    <ds:schemaRef ds:uri="http://schemas.microsoft.com/sharepoint/v3/contenttype/forms"/>
  </ds:schemaRefs>
</ds:datastoreItem>
</file>

<file path=customXml/itemProps2.xml><?xml version="1.0" encoding="utf-8"?>
<ds:datastoreItem xmlns:ds="http://schemas.openxmlformats.org/officeDocument/2006/customXml" ds:itemID="{54C592EF-85C1-482B-896B-DED434B6FCCC}">
  <ds:schemaRefs>
    <ds:schemaRef ds:uri="http://schemas.microsoft.com/sharepoint/events"/>
  </ds:schemaRefs>
</ds:datastoreItem>
</file>

<file path=customXml/itemProps3.xml><?xml version="1.0" encoding="utf-8"?>
<ds:datastoreItem xmlns:ds="http://schemas.openxmlformats.org/officeDocument/2006/customXml" ds:itemID="{E71A463F-9F4B-47AC-91AA-3962FD8F3CE5}">
  <ds:schemaRefs>
    <ds:schemaRef ds:uri="http://schemas.microsoft.com/office/2006/metadata/properties"/>
    <ds:schemaRef ds:uri="http://schemas.microsoft.com/office/infopath/2007/PartnerControls"/>
    <ds:schemaRef ds:uri="c7a77415-c4a3-4262-8430-671f3e8707b6"/>
    <ds:schemaRef ds:uri="69a7259e-7a2c-42d5-bc84-25eccf0dce8b"/>
  </ds:schemaRefs>
</ds:datastoreItem>
</file>

<file path=customXml/itemProps4.xml><?xml version="1.0" encoding="utf-8"?>
<ds:datastoreItem xmlns:ds="http://schemas.openxmlformats.org/officeDocument/2006/customXml" ds:itemID="{8FEF19B7-7529-453B-A7D5-A8465340F17A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c7a77415-c4a3-4262-8430-671f3e8707b6"/>
    <ds:schemaRef ds:uri="69a7259e-7a2c-42d5-bc84-25eccf0dce8b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otalTime>1322</TotalTime>
  <Words>647</Words>
  <Application>Microsoft Office PowerPoint</Application>
  <PresentationFormat>Widescreen</PresentationFormat>
  <Paragraphs>94</Paragraphs>
  <Slides>15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21" baseType="lpstr">
      <vt:lpstr>Aptos</vt:lpstr>
      <vt:lpstr>Aptos Display</vt:lpstr>
      <vt:lpstr>Arial</vt:lpstr>
      <vt:lpstr>Courier New</vt:lpstr>
      <vt:lpstr>Roboto</vt:lpstr>
      <vt:lpstr>Custom Design</vt:lpstr>
      <vt:lpstr>GPS</vt:lpstr>
      <vt:lpstr>GPS Satellites</vt:lpstr>
      <vt:lpstr>GPS Satellites</vt:lpstr>
      <vt:lpstr>GPS Spooﬁng – Step 1 Plugin and ensure HackRF is working</vt:lpstr>
      <vt:lpstr>Backup - Install gps-sdr-sim</vt:lpstr>
      <vt:lpstr>GPS Spooﬁng – Step 2 Download latest GNSS archive</vt:lpstr>
      <vt:lpstr>GPS Spooﬁng – Step 3 Select a location to spoof</vt:lpstr>
      <vt:lpstr>GPS Spooﬁng – Step 5 Generate constellations</vt:lpstr>
      <vt:lpstr>GPS Spooﬁng – Step 6 Transmit Spoofed GPS Location</vt:lpstr>
      <vt:lpstr>GPS Installation  Install U-Center2 from https://www.u-blox.com/en/u-center-2 May need to register as a user Add COM# serial port as a source </vt:lpstr>
      <vt:lpstr>GPS Messages</vt:lpstr>
      <vt:lpstr>GPS View  See the constellation and where you are</vt:lpstr>
      <vt:lpstr>GPS Satellites</vt:lpstr>
      <vt:lpstr>GPS Information</vt:lpstr>
      <vt:lpstr>GPS Security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Carey Garback</dc:creator>
  <cp:lastModifiedBy>Probert, Neal</cp:lastModifiedBy>
  <cp:revision>13</cp:revision>
  <dcterms:created xsi:type="dcterms:W3CDTF">2026-03-11T18:02:03Z</dcterms:created>
  <dcterms:modified xsi:type="dcterms:W3CDTF">2026-10-27T13:53:51Z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ArticulateGUID">
    <vt:lpwstr>9C55993E-2489-4B16-A624-642EE1CF50C1</vt:lpwstr>
  </property>
  <property fmtid="{D5CDD505-2E9C-101B-9397-08002B2CF9AE}" pid="3" name="ArticulatePath">
    <vt:lpwstr>Presentation1</vt:lpwstr>
  </property>
  <property fmtid="{D5CDD505-2E9C-101B-9397-08002B2CF9AE}" pid="4" name="_dlc_DocIdItemGuid">
    <vt:lpwstr>93579079-5068-410a-b208-65d154b95cd0</vt:lpwstr>
  </property>
  <property fmtid="{D5CDD505-2E9C-101B-9397-08002B2CF9AE}" pid="5" name="ContentTypeId">
    <vt:lpwstr>0x01010067B86F8708159745A0B6896184DE9576</vt:lpwstr>
  </property>
  <property fmtid="{D5CDD505-2E9C-101B-9397-08002B2CF9AE}" pid="6" name="MediaServiceImageTags">
    <vt:lpwstr/>
  </property>
</Properties>
</file>