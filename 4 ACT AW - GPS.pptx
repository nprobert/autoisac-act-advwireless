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5"/>
  </p:sldMasterIdLst>
  <p:notesMasterIdLst>
    <p:notesMasterId r:id="rId14"/>
  </p:notesMasterIdLst>
  <p:sldIdLst>
    <p:sldId id="757" r:id="rId6"/>
    <p:sldId id="368" r:id="rId7"/>
    <p:sldId id="369" r:id="rId8"/>
    <p:sldId id="759" r:id="rId9"/>
    <p:sldId id="758" r:id="rId10"/>
    <p:sldId id="760" r:id="rId11"/>
    <p:sldId id="755" r:id="rId12"/>
    <p:sldId id="756" r:id="rId13"/>
  </p:sldIdLst>
  <p:sldSz cx="12192000" cy="6858000"/>
  <p:notesSz cx="6858000" cy="9144000"/>
  <p:custDataLst>
    <p:tags r:id="rId1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PS" id="{DA5DB707-DA32-41D9-9E25-196ED6615AA7}">
          <p14:sldIdLst>
            <p14:sldId id="757"/>
            <p14:sldId id="368"/>
          </p14:sldIdLst>
        </p14:section>
        <p14:section name="GPS Viewing" id="{0232622A-D73C-488C-9472-06D36E450D2A}">
          <p14:sldIdLst>
            <p14:sldId id="369"/>
            <p14:sldId id="759"/>
            <p14:sldId id="758"/>
            <p14:sldId id="760"/>
          </p14:sldIdLst>
        </p14:section>
        <p14:section name="Appendix" id="{9767354D-BE9E-4F2F-8046-9D9ABD2D4757}">
          <p14:sldIdLst>
            <p14:sldId id="755"/>
            <p14:sldId id="7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A02856-269D-4F17-A7F6-0B8C7D84C0B3}" v="7" dt="2026-03-11T21:04:40.8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1.xml"/><Relationship Id="rId15" Type="http://schemas.openxmlformats.org/officeDocument/2006/relationships/tags" Target="tags/tag1.xml"/><Relationship Id="rId10" Type="http://schemas.openxmlformats.org/officeDocument/2006/relationships/slide" Target="slides/slide5.xml"/><Relationship Id="rId19" Type="http://schemas.openxmlformats.org/officeDocument/2006/relationships/tableStyles" Target="tableStyle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ey Garback" userId="dc25ffa4-de89-4779-8381-34524c87e417" providerId="ADAL" clId="{6E1D5EB8-13F6-40DF-B512-351F8F358EAF}"/>
    <pc:docChg chg="undo custSel delSld modSld addMainMaster delMainMaster modMainMaster">
      <pc:chgData name="Carey Garback" userId="dc25ffa4-de89-4779-8381-34524c87e417" providerId="ADAL" clId="{6E1D5EB8-13F6-40DF-B512-351F8F358EAF}" dt="2026-03-11T21:17:14.370" v="429" actId="478"/>
      <pc:docMkLst>
        <pc:docMk/>
      </pc:docMkLst>
      <pc:sldChg chg="modSp mod modClrScheme chgLayout">
        <pc:chgData name="Carey Garback" userId="dc25ffa4-de89-4779-8381-34524c87e417" providerId="ADAL" clId="{6E1D5EB8-13F6-40DF-B512-351F8F358EAF}" dt="2026-03-11T21:16:21.167" v="425" actId="1036"/>
        <pc:sldMkLst>
          <pc:docMk/>
          <pc:sldMk cId="0" sldId="272"/>
        </pc:sldMkLst>
        <pc:spChg chg="mod ord">
          <ac:chgData name="Carey Garback" userId="dc25ffa4-de89-4779-8381-34524c87e417" providerId="ADAL" clId="{6E1D5EB8-13F6-40DF-B512-351F8F358EAF}" dt="2026-03-11T21:16:09.261" v="398" actId="404"/>
          <ac:spMkLst>
            <pc:docMk/>
            <pc:sldMk cId="0" sldId="27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2"/>
            <ac:spMk id="4" creationId="{00000000-0000-0000-0000-000000000000}"/>
          </ac:spMkLst>
        </pc:spChg>
        <pc:graphicFrameChg chg="mod">
          <ac:chgData name="Carey Garback" userId="dc25ffa4-de89-4779-8381-34524c87e417" providerId="ADAL" clId="{6E1D5EB8-13F6-40DF-B512-351F8F358EAF}" dt="2026-03-11T21:16:21.167" v="425" actId="1036"/>
          <ac:graphicFrameMkLst>
            <pc:docMk/>
            <pc:sldMk cId="0" sldId="272"/>
            <ac:graphicFrameMk id="2" creationId="{00000000-0000-0000-0000-000000000000}"/>
          </ac:graphicFrameMkLst>
        </pc:graphicFrame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6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6.747" v="53" actId="478"/>
          <ac:spMkLst>
            <pc:docMk/>
            <pc:sldMk cId="0" sldId="277"/>
            <ac:spMk id="237" creationId="{00000000-0000-0000-0000-000000000000}"/>
          </ac:spMkLst>
        </pc:spChg>
      </pc:sldChg>
      <pc:sldChg chg="addSp delSp modSp del mod modClrScheme chgLayout">
        <pc:chgData name="Carey Garback" userId="dc25ffa4-de89-4779-8381-34524c87e417" providerId="ADAL" clId="{6E1D5EB8-13F6-40DF-B512-351F8F358EAF}" dt="2026-03-11T21:02:37.558" v="179" actId="47"/>
        <pc:sldMkLst>
          <pc:docMk/>
          <pc:sldMk cId="0" sldId="283"/>
        </pc:sldMkLst>
        <pc:spChg chg="mod">
          <ac:chgData name="Carey Garback" userId="dc25ffa4-de89-4779-8381-34524c87e417" providerId="ADAL" clId="{6E1D5EB8-13F6-40DF-B512-351F8F358EAF}" dt="2026-03-11T20:48:16.823" v="26" actId="122"/>
          <ac:spMkLst>
            <pc:docMk/>
            <pc:sldMk cId="0" sldId="28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7:34.307" v="11" actId="478"/>
          <ac:spMkLst>
            <pc:docMk/>
            <pc:sldMk cId="0" sldId="283"/>
            <ac:spMk id="3" creationId="{00000000-0000-0000-0000-000000000000}"/>
          </ac:spMkLst>
        </pc:spChg>
        <pc:spChg chg="add del mod ord">
          <ac:chgData name="Carey Garback" userId="dc25ffa4-de89-4779-8381-34524c87e417" providerId="ADAL" clId="{6E1D5EB8-13F6-40DF-B512-351F8F358EAF}" dt="2026-03-11T20:47:04.265" v="2" actId="478"/>
          <ac:spMkLst>
            <pc:docMk/>
            <pc:sldMk cId="0" sldId="283"/>
            <ac:spMk id="4" creationId="{97632196-89BD-C7F0-DBD2-2D6818DF3201}"/>
          </ac:spMkLst>
        </pc:spChg>
        <pc:spChg chg="add del mod ord">
          <ac:chgData name="Carey Garback" userId="dc25ffa4-de89-4779-8381-34524c87e417" providerId="ADAL" clId="{6E1D5EB8-13F6-40DF-B512-351F8F358EAF}" dt="2026-03-11T20:47:09.019" v="3" actId="478"/>
          <ac:spMkLst>
            <pc:docMk/>
            <pc:sldMk cId="0" sldId="283"/>
            <ac:spMk id="5" creationId="{F109EC6E-FF5E-0D09-3536-67771EBDC5DA}"/>
          </ac:spMkLst>
        </pc:spChg>
      </pc:sldChg>
      <pc:sldChg chg="addSp modSp mod modClrScheme chgLayout">
        <pc:chgData name="Carey Garback" userId="dc25ffa4-de89-4779-8381-34524c87e417" providerId="ADAL" clId="{6E1D5EB8-13F6-40DF-B512-351F8F358EAF}" dt="2026-03-11T21:02:41.265" v="181" actId="20577"/>
        <pc:sldMkLst>
          <pc:docMk/>
          <pc:sldMk cId="0" sldId="284"/>
        </pc:sldMkLst>
        <pc:spChg chg="mod ord">
          <ac:chgData name="Carey Garback" userId="dc25ffa4-de89-4779-8381-34524c87e417" providerId="ADAL" clId="{6E1D5EB8-13F6-40DF-B512-351F8F358EAF}" dt="2026-03-11T21:00:46.152" v="149" actId="1076"/>
          <ac:spMkLst>
            <pc:docMk/>
            <pc:sldMk cId="0" sldId="28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0:42.106" v="148" actId="1036"/>
          <ac:spMkLst>
            <pc:docMk/>
            <pc:sldMk cId="0" sldId="284"/>
            <ac:spMk id="3" creationId="{00000000-0000-0000-0000-000000000000}"/>
          </ac:spMkLst>
        </pc:spChg>
        <pc:spChg chg="add mod">
          <ac:chgData name="Carey Garback" userId="dc25ffa4-de89-4779-8381-34524c87e417" providerId="ADAL" clId="{6E1D5EB8-13F6-40DF-B512-351F8F358EAF}" dt="2026-03-11T21:02:41.265" v="181" actId="20577"/>
          <ac:spMkLst>
            <pc:docMk/>
            <pc:sldMk cId="0" sldId="284"/>
            <ac:spMk id="5" creationId="{0A99B574-4EB3-874B-D372-0652085B8A06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2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34.897" v="212" actId="14100"/>
        <pc:sldMkLst>
          <pc:docMk/>
          <pc:sldMk cId="0" sldId="301"/>
        </pc:sldMkLst>
        <pc:spChg chg="mod ord">
          <ac:chgData name="Carey Garback" userId="dc25ffa4-de89-4779-8381-34524c87e417" providerId="ADAL" clId="{6E1D5EB8-13F6-40DF-B512-351F8F358EAF}" dt="2026-03-11T21:05:29.945" v="211" actId="1038"/>
          <ac:spMkLst>
            <pc:docMk/>
            <pc:sldMk cId="0" sldId="301"/>
            <ac:spMk id="30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5:34.897" v="212" actId="14100"/>
          <ac:spMkLst>
            <pc:docMk/>
            <pc:sldMk cId="0" sldId="301"/>
            <ac:spMk id="30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9:36.646" v="112" actId="1076"/>
        <pc:sldMkLst>
          <pc:docMk/>
          <pc:sldMk cId="0" sldId="302"/>
        </pc:sldMkLst>
        <pc:spChg chg="mod ord">
          <ac:chgData name="Carey Garback" userId="dc25ffa4-de89-4779-8381-34524c87e417" providerId="ADAL" clId="{6E1D5EB8-13F6-40DF-B512-351F8F358EAF}" dt="2026-03-11T20:59:36.646" v="112" actId="1076"/>
          <ac:spMkLst>
            <pc:docMk/>
            <pc:sldMk cId="0" sldId="302"/>
            <ac:spMk id="30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2"/>
            <ac:spMk id="3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3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13.525" v="323" actId="1076"/>
        <pc:sldMkLst>
          <pc:docMk/>
          <pc:sldMk cId="0" sldId="304"/>
        </pc:sldMkLst>
        <pc:spChg chg="mod ord">
          <ac:chgData name="Carey Garback" userId="dc25ffa4-de89-4779-8381-34524c87e417" providerId="ADAL" clId="{6E1D5EB8-13F6-40DF-B512-351F8F358EAF}" dt="2026-03-11T21:11:13.525" v="323" actId="1076"/>
          <ac:spMkLst>
            <pc:docMk/>
            <pc:sldMk cId="0" sldId="30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4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1.393" v="325" actId="1076"/>
        <pc:sldMkLst>
          <pc:docMk/>
          <pc:sldMk cId="0" sldId="305"/>
        </pc:sldMkLst>
        <pc:spChg chg="mod ord">
          <ac:chgData name="Carey Garback" userId="dc25ffa4-de89-4779-8381-34524c87e417" providerId="ADAL" clId="{6E1D5EB8-13F6-40DF-B512-351F8F358EAF}" dt="2026-03-11T21:11:21.393" v="325" actId="1076"/>
          <ac:spMkLst>
            <pc:docMk/>
            <pc:sldMk cId="0" sldId="305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5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9.020" v="327" actId="1076"/>
        <pc:sldMkLst>
          <pc:docMk/>
          <pc:sldMk cId="0" sldId="306"/>
        </pc:sldMkLst>
        <pc:spChg chg="mod ord">
          <ac:chgData name="Carey Garback" userId="dc25ffa4-de89-4779-8381-34524c87e417" providerId="ADAL" clId="{6E1D5EB8-13F6-40DF-B512-351F8F358EAF}" dt="2026-03-11T21:11:29.020" v="327" actId="1076"/>
          <ac:spMkLst>
            <pc:docMk/>
            <pc:sldMk cId="0" sldId="306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6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9:43.671" v="113" actId="1076"/>
        <pc:sldMkLst>
          <pc:docMk/>
          <pc:sldMk cId="0" sldId="307"/>
        </pc:sldMkLst>
        <pc:spChg chg="mod ord">
          <ac:chgData name="Carey Garback" userId="dc25ffa4-de89-4779-8381-34524c87e417" providerId="ADAL" clId="{6E1D5EB8-13F6-40DF-B512-351F8F358EAF}" dt="2026-03-11T20:59:43.671" v="113" actId="1076"/>
          <ac:spMkLst>
            <pc:docMk/>
            <pc:sldMk cId="0" sldId="307"/>
            <ac:spMk id="47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7"/>
            <ac:spMk id="480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0.979" v="52" actId="478"/>
          <ac:spMkLst>
            <pc:docMk/>
            <pc:sldMk cId="0" sldId="307"/>
            <ac:spMk id="48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8" creationId="{00000000-0000-0000-0000-000000000000}"/>
          </ac:spMkLst>
        </pc:spChg>
      </pc:sldChg>
      <pc:sldChg chg="del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9"/>
        </pc:sldMkLst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6:03.065" v="216" actId="14100"/>
        <pc:sldMkLst>
          <pc:docMk/>
          <pc:sldMk cId="0" sldId="310"/>
        </pc:sldMkLst>
        <pc:spChg chg="mod ord">
          <ac:chgData name="Carey Garback" userId="dc25ffa4-de89-4779-8381-34524c87e417" providerId="ADAL" clId="{6E1D5EB8-13F6-40DF-B512-351F8F358EAF}" dt="2026-03-11T21:06:03.065" v="216" actId="14100"/>
          <ac:spMkLst>
            <pc:docMk/>
            <pc:sldMk cId="0" sldId="31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54.010" v="215" actId="1076"/>
        <pc:sldMkLst>
          <pc:docMk/>
          <pc:sldMk cId="0" sldId="311"/>
        </pc:sldMkLst>
        <pc:spChg chg="mod ord">
          <ac:chgData name="Carey Garback" userId="dc25ffa4-de89-4779-8381-34524c87e417" providerId="ADAL" clId="{6E1D5EB8-13F6-40DF-B512-351F8F358EAF}" dt="2026-03-11T21:05:54.010" v="215" actId="1076"/>
          <ac:spMkLst>
            <pc:docMk/>
            <pc:sldMk cId="0" sldId="31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2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26.356" v="366" actId="1076"/>
        <pc:sldMkLst>
          <pc:docMk/>
          <pc:sldMk cId="0" sldId="313"/>
        </pc:sldMkLst>
        <pc:spChg chg="mod ord">
          <ac:chgData name="Carey Garback" userId="dc25ffa4-de89-4779-8381-34524c87e417" providerId="ADAL" clId="{6E1D5EB8-13F6-40DF-B512-351F8F358EAF}" dt="2026-03-11T21:12:26.356" v="366" actId="1076"/>
          <ac:spMkLst>
            <pc:docMk/>
            <pc:sldMk cId="0" sldId="31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3"/>
            <ac:spMk id="18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37.002" v="369" actId="1076"/>
        <pc:sldMkLst>
          <pc:docMk/>
          <pc:sldMk cId="0" sldId="314"/>
        </pc:sldMkLst>
        <pc:spChg chg="del">
          <ac:chgData name="Carey Garback" userId="dc25ffa4-de89-4779-8381-34524c87e417" providerId="ADAL" clId="{6E1D5EB8-13F6-40DF-B512-351F8F358EAF}" dt="2026-03-11T21:12:30.155" v="367" actId="478"/>
          <ac:spMkLst>
            <pc:docMk/>
            <pc:sldMk cId="0" sldId="31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7.002" v="369" actId="1076"/>
          <ac:spMkLst>
            <pc:docMk/>
            <pc:sldMk cId="0" sldId="314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46.091" v="371" actId="1076"/>
        <pc:sldMkLst>
          <pc:docMk/>
          <pc:sldMk cId="0" sldId="316"/>
        </pc:sldMkLst>
        <pc:spChg chg="mod ord">
          <ac:chgData name="Carey Garback" userId="dc25ffa4-de89-4779-8381-34524c87e417" providerId="ADAL" clId="{6E1D5EB8-13F6-40DF-B512-351F8F358EAF}" dt="2026-03-11T21:12:46.091" v="371" actId="1076"/>
          <ac:spMkLst>
            <pc:docMk/>
            <pc:sldMk cId="0" sldId="31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55.325" v="373" actId="1076"/>
        <pc:sldMkLst>
          <pc:docMk/>
          <pc:sldMk cId="0" sldId="317"/>
        </pc:sldMkLst>
        <pc:spChg chg="mod ord">
          <ac:chgData name="Carey Garback" userId="dc25ffa4-de89-4779-8381-34524c87e417" providerId="ADAL" clId="{6E1D5EB8-13F6-40DF-B512-351F8F358EAF}" dt="2026-03-11T21:12:55.325" v="373" actId="1076"/>
          <ac:spMkLst>
            <pc:docMk/>
            <pc:sldMk cId="0" sldId="317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7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06.442" v="375" actId="1076"/>
        <pc:sldMkLst>
          <pc:docMk/>
          <pc:sldMk cId="0" sldId="319"/>
        </pc:sldMkLst>
        <pc:spChg chg="mod ord">
          <ac:chgData name="Carey Garback" userId="dc25ffa4-de89-4779-8381-34524c87e417" providerId="ADAL" clId="{6E1D5EB8-13F6-40DF-B512-351F8F358EAF}" dt="2026-03-11T21:13:06.442" v="375" actId="1076"/>
          <ac:spMkLst>
            <pc:docMk/>
            <pc:sldMk cId="0" sldId="31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9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21.197" v="243" actId="1035"/>
        <pc:sldMkLst>
          <pc:docMk/>
          <pc:sldMk cId="0" sldId="320"/>
        </pc:sldMkLst>
        <pc:spChg chg="del">
          <ac:chgData name="Carey Garback" userId="dc25ffa4-de89-4779-8381-34524c87e417" providerId="ADAL" clId="{6E1D5EB8-13F6-40DF-B512-351F8F358EAF}" dt="2026-03-11T20:51:58.859" v="59" actId="478"/>
          <ac:spMkLst>
            <pc:docMk/>
            <pc:sldMk cId="0" sldId="32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10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0:52:16.188" v="62" actId="478"/>
          <ac:spMkLst>
            <pc:docMk/>
            <pc:sldMk cId="0" sldId="320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2:14.243" v="61" actId="478"/>
          <ac:spMkLst>
            <pc:docMk/>
            <pc:sldMk cId="0" sldId="320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2:19.283" v="63" actId="478"/>
          <ac:grpSpMkLst>
            <pc:docMk/>
            <pc:sldMk cId="0" sldId="320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1"/>
        </pc:sldMkLst>
        <pc:spChg chg="del">
          <ac:chgData name="Carey Garback" userId="dc25ffa4-de89-4779-8381-34524c87e417" providerId="ADAL" clId="{6E1D5EB8-13F6-40DF-B512-351F8F358EAF}" dt="2026-03-11T20:52:36.269" v="65" actId="478"/>
          <ac:spMkLst>
            <pc:docMk/>
            <pc:sldMk cId="0" sldId="321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53.179" v="68" actId="478"/>
          <ac:spMkLst>
            <pc:docMk/>
            <pc:sldMk cId="0" sldId="321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01.539" v="83" actId="478"/>
          <ac:spMkLst>
            <pc:docMk/>
            <pc:sldMk cId="0" sldId="321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05.284" v="69" actId="478"/>
          <ac:spMkLst>
            <pc:docMk/>
            <pc:sldMk cId="0" sldId="32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1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39.323" v="66" actId="478"/>
          <ac:spMkLst>
            <pc:docMk/>
            <pc:sldMk cId="0" sldId="321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3:58.875" v="82" actId="478"/>
          <ac:spMkLst>
            <pc:docMk/>
            <pc:sldMk cId="0" sldId="32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0:52:48.410" v="67" actId="1076"/>
          <ac:grpSpMkLst>
            <pc:docMk/>
            <pc:sldMk cId="0" sldId="321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2"/>
        </pc:sldMkLst>
        <pc:spChg chg="del">
          <ac:chgData name="Carey Garback" userId="dc25ffa4-de89-4779-8381-34524c87e417" providerId="ADAL" clId="{6E1D5EB8-13F6-40DF-B512-351F8F358EAF}" dt="2026-03-11T20:53:21.947" v="71" actId="478"/>
          <ac:spMkLst>
            <pc:docMk/>
            <pc:sldMk cId="0" sldId="3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8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25.307" v="72" actId="478"/>
          <ac:spMkLst>
            <pc:docMk/>
            <pc:sldMk cId="0" sldId="322"/>
            <ac:spMk id="19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3:18.674" v="70" actId="478"/>
          <ac:grpSpMkLst>
            <pc:docMk/>
            <pc:sldMk cId="0" sldId="322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3"/>
        </pc:sldMkLst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25.451" v="88" actId="478"/>
          <ac:spMkLst>
            <pc:docMk/>
            <pc:sldMk cId="0" sldId="323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47.401" v="92" actId="478"/>
          <ac:spMkLst>
            <pc:docMk/>
            <pc:sldMk cId="0" sldId="323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53.236" v="94" actId="478"/>
          <ac:spMkLst>
            <pc:docMk/>
            <pc:sldMk cId="0" sldId="32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3"/>
            <ac:spMk id="9" creationId="{00000000-0000-0000-0000-000000000000}"/>
          </ac:spMkLst>
        </pc:spChg>
        <pc:spChg chg="add del">
          <ac:chgData name="Carey Garback" userId="dc25ffa4-de89-4779-8381-34524c87e417" providerId="ADAL" clId="{6E1D5EB8-13F6-40DF-B512-351F8F358EAF}" dt="2026-03-11T20:54:51.299" v="93" actId="478"/>
          <ac:spMkLst>
            <pc:docMk/>
            <pc:sldMk cId="0" sldId="323"/>
            <ac:spMk id="11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4:44.007" v="91" actId="478"/>
          <ac:grpSpMkLst>
            <pc:docMk/>
            <pc:sldMk cId="0" sldId="323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4"/>
        </pc:sldMkLst>
        <pc:spChg chg="del">
          <ac:chgData name="Carey Garback" userId="dc25ffa4-de89-4779-8381-34524c87e417" providerId="ADAL" clId="{6E1D5EB8-13F6-40DF-B512-351F8F358EAF}" dt="2026-03-11T20:55:04.982" v="96" actId="478"/>
          <ac:spMkLst>
            <pc:docMk/>
            <pc:sldMk cId="0" sldId="32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4"/>
            <ac:spMk id="7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06.218" v="97" actId="478"/>
          <ac:spMkLst>
            <pc:docMk/>
            <pc:sldMk cId="0" sldId="324"/>
            <ac:spMk id="16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03.088" v="95" actId="478"/>
          <ac:grpSpMkLst>
            <pc:docMk/>
            <pc:sldMk cId="0" sldId="324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5"/>
        </pc:sldMkLst>
        <pc:spChg chg="del">
          <ac:chgData name="Carey Garback" userId="dc25ffa4-de89-4779-8381-34524c87e417" providerId="ADAL" clId="{6E1D5EB8-13F6-40DF-B512-351F8F358EAF}" dt="2026-03-11T20:55:18.164" v="101" actId="478"/>
          <ac:spMkLst>
            <pc:docMk/>
            <pc:sldMk cId="0" sldId="325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6.635" v="105" actId="478"/>
          <ac:spMkLst>
            <pc:docMk/>
            <pc:sldMk cId="0" sldId="325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2.875" v="103" actId="478"/>
          <ac:spMkLst>
            <pc:docMk/>
            <pc:sldMk cId="0" sldId="325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16.399" v="100" actId="478"/>
          <ac:spMkLst>
            <pc:docMk/>
            <pc:sldMk cId="0" sldId="32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5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4.178" v="104" actId="478"/>
          <ac:spMkLst>
            <pc:docMk/>
            <pc:sldMk cId="0" sldId="325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19.986" v="102" actId="6549"/>
          <ac:spMkLst>
            <pc:docMk/>
            <pc:sldMk cId="0" sldId="325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5:13.521" v="99" actId="478"/>
          <ac:grpSpMkLst>
            <pc:docMk/>
            <pc:sldMk cId="0" sldId="325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00.556" v="390" actId="207"/>
        <pc:sldMkLst>
          <pc:docMk/>
          <pc:sldMk cId="0" sldId="327"/>
        </pc:sldMkLst>
        <pc:spChg chg="mod ord">
          <ac:chgData name="Carey Garback" userId="dc25ffa4-de89-4779-8381-34524c87e417" providerId="ADAL" clId="{6E1D5EB8-13F6-40DF-B512-351F8F358EAF}" dt="2026-03-11T21:15:00.556" v="390" actId="207"/>
          <ac:spMkLst>
            <pc:docMk/>
            <pc:sldMk cId="0" sldId="32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19.054" v="392" actId="14100"/>
        <pc:sldMkLst>
          <pc:docMk/>
          <pc:sldMk cId="0" sldId="336"/>
        </pc:sldMkLst>
        <pc:spChg chg="mod ord">
          <ac:chgData name="Carey Garback" userId="dc25ffa4-de89-4779-8381-34524c87e417" providerId="ADAL" clId="{6E1D5EB8-13F6-40DF-B512-351F8F358EAF}" dt="2026-03-11T21:15:19.054" v="392" actId="14100"/>
          <ac:spMkLst>
            <pc:docMk/>
            <pc:sldMk cId="0" sldId="33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41.464" v="286" actId="1037"/>
        <pc:sldMkLst>
          <pc:docMk/>
          <pc:sldMk cId="0" sldId="339"/>
        </pc:sldMkLst>
        <pc:spChg chg="del">
          <ac:chgData name="Carey Garback" userId="dc25ffa4-de89-4779-8381-34524c87e417" providerId="ADAL" clId="{6E1D5EB8-13F6-40DF-B512-351F8F358EAF}" dt="2026-03-11T20:55:34.711" v="106" actId="478"/>
          <ac:spMkLst>
            <pc:docMk/>
            <pc:sldMk cId="0" sldId="33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10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5:53.610" v="109" actId="478"/>
          <ac:spMkLst>
            <pc:docMk/>
            <pc:sldMk cId="0" sldId="339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56.315" v="110" actId="478"/>
          <ac:grpSpMkLst>
            <pc:docMk/>
            <pc:sldMk cId="0" sldId="339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07:36.243" v="294" actId="14100"/>
        <pc:sldMkLst>
          <pc:docMk/>
          <pc:sldMk cId="0" sldId="340"/>
        </pc:sldMkLst>
        <pc:spChg chg="mod ord">
          <ac:chgData name="Carey Garback" userId="dc25ffa4-de89-4779-8381-34524c87e417" providerId="ADAL" clId="{6E1D5EB8-13F6-40DF-B512-351F8F358EAF}" dt="2026-03-11T21:07:36.243" v="294" actId="14100"/>
          <ac:spMkLst>
            <pc:docMk/>
            <pc:sldMk cId="0" sldId="34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28.121" v="293" actId="1076"/>
        <pc:sldMkLst>
          <pc:docMk/>
          <pc:sldMk cId="0" sldId="341"/>
        </pc:sldMkLst>
        <pc:spChg chg="mod ord">
          <ac:chgData name="Carey Garback" userId="dc25ffa4-de89-4779-8381-34524c87e417" providerId="ADAL" clId="{6E1D5EB8-13F6-40DF-B512-351F8F358EAF}" dt="2026-03-11T21:07:05.598" v="290" actId="1076"/>
          <ac:spMkLst>
            <pc:docMk/>
            <pc:sldMk cId="0" sldId="34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7:28.121" v="293" actId="1076"/>
          <ac:spMkLst>
            <pc:docMk/>
            <pc:sldMk cId="0" sldId="341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1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49.745" v="296" actId="1076"/>
        <pc:sldMkLst>
          <pc:docMk/>
          <pc:sldMk cId="0" sldId="345"/>
        </pc:sldMkLst>
        <pc:spChg chg="mod ord">
          <ac:chgData name="Carey Garback" userId="dc25ffa4-de89-4779-8381-34524c87e417" providerId="ADAL" clId="{6E1D5EB8-13F6-40DF-B512-351F8F358EAF}" dt="2026-03-11T21:07:49.745" v="296" actId="1076"/>
          <ac:spMkLst>
            <pc:docMk/>
            <pc:sldMk cId="0" sldId="34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5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7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8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0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8:26.903" v="301" actId="14100"/>
        <pc:sldMkLst>
          <pc:docMk/>
          <pc:sldMk cId="0" sldId="351"/>
        </pc:sldMkLst>
        <pc:spChg chg="del">
          <ac:chgData name="Carey Garback" userId="dc25ffa4-de89-4779-8381-34524c87e417" providerId="ADAL" clId="{6E1D5EB8-13F6-40DF-B512-351F8F358EAF}" dt="2026-03-11T21:08:07.410" v="297" actId="478"/>
          <ac:spMkLst>
            <pc:docMk/>
            <pc:sldMk cId="0" sldId="35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6.903" v="301" actId="14100"/>
          <ac:spMkLst>
            <pc:docMk/>
            <pc:sldMk cId="0" sldId="35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08:21.268" v="300" actId="14100"/>
          <ac:grpSpMkLst>
            <pc:docMk/>
            <pc:sldMk cId="0" sldId="351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37.952" v="303" actId="1076"/>
        <pc:sldMkLst>
          <pc:docMk/>
          <pc:sldMk cId="0" sldId="35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37.952" v="303" actId="1076"/>
          <ac:spMkLst>
            <pc:docMk/>
            <pc:sldMk cId="0" sldId="353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4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6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54.612" v="304" actId="14100"/>
        <pc:sldMkLst>
          <pc:docMk/>
          <pc:sldMk cId="0" sldId="359"/>
        </pc:sldMkLst>
        <pc:spChg chg="mod">
          <ac:chgData name="Carey Garback" userId="dc25ffa4-de89-4779-8381-34524c87e417" providerId="ADAL" clId="{6E1D5EB8-13F6-40DF-B512-351F8F358EAF}" dt="2026-03-11T21:08:54.612" v="304" actId="14100"/>
          <ac:spMkLst>
            <pc:docMk/>
            <pc:sldMk cId="0" sldId="359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12.492" v="308" actId="1076"/>
        <pc:sldMkLst>
          <pc:docMk/>
          <pc:sldMk cId="0" sldId="360"/>
        </pc:sldMkLst>
        <pc:spChg chg="del">
          <ac:chgData name="Carey Garback" userId="dc25ffa4-de89-4779-8381-34524c87e417" providerId="ADAL" clId="{6E1D5EB8-13F6-40DF-B512-351F8F358EAF}" dt="2026-03-11T21:08:59.763" v="305" actId="478"/>
          <ac:spMkLst>
            <pc:docMk/>
            <pc:sldMk cId="0" sldId="36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12.492" v="308" actId="1076"/>
          <ac:spMkLst>
            <pc:docMk/>
            <pc:sldMk cId="0" sldId="36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39.136" v="312" actId="1076"/>
        <pc:sldMkLst>
          <pc:docMk/>
          <pc:sldMk cId="0" sldId="368"/>
        </pc:sldMkLst>
        <pc:spChg chg="del">
          <ac:chgData name="Carey Garback" userId="dc25ffa4-de89-4779-8381-34524c87e417" providerId="ADAL" clId="{6E1D5EB8-13F6-40DF-B512-351F8F358EAF}" dt="2026-03-11T21:09:27.923" v="309" actId="478"/>
          <ac:spMkLst>
            <pc:docMk/>
            <pc:sldMk cId="0" sldId="368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9.136" v="312" actId="1076"/>
          <ac:spMkLst>
            <pc:docMk/>
            <pc:sldMk cId="0" sldId="368"/>
            <ac:spMk id="9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0.463" v="314" actId="1076"/>
        <pc:sldMkLst>
          <pc:docMk/>
          <pc:sldMk cId="0" sldId="370"/>
        </pc:sldMkLst>
        <pc:spChg chg="mod ord">
          <ac:chgData name="Carey Garback" userId="dc25ffa4-de89-4779-8381-34524c87e417" providerId="ADAL" clId="{6E1D5EB8-13F6-40DF-B512-351F8F358EAF}" dt="2026-03-11T21:10:00.463" v="314" actId="1076"/>
          <ac:spMkLst>
            <pc:docMk/>
            <pc:sldMk cId="0" sldId="37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8.482" v="315" actId="404"/>
        <pc:sldMkLst>
          <pc:docMk/>
          <pc:sldMk cId="0" sldId="37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0:08.482" v="315" actId="404"/>
          <ac:spMkLst>
            <pc:docMk/>
            <pc:sldMk cId="0" sldId="37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34.473" v="316" actId="14100"/>
        <pc:sldMkLst>
          <pc:docMk/>
          <pc:sldMk cId="0" sldId="3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5"/>
            <ac:spMk id="7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34.473" v="316" actId="14100"/>
          <ac:grpSpMkLst>
            <pc:docMk/>
            <pc:sldMk cId="0" sldId="385"/>
            <ac:grpSpMk id="4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10:41.577" v="317" actId="1076"/>
        <pc:sldMkLst>
          <pc:docMk/>
          <pc:sldMk cId="0" sldId="3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6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41.577" v="317" actId="1076"/>
          <ac:grpSpMkLst>
            <pc:docMk/>
            <pc:sldMk cId="0" sldId="386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7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8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54.298" v="319" actId="1076"/>
        <pc:sldMkLst>
          <pc:docMk/>
          <pc:sldMk cId="0" sldId="389"/>
        </pc:sldMkLst>
        <pc:spChg chg="mod ord">
          <ac:chgData name="Carey Garback" userId="dc25ffa4-de89-4779-8381-34524c87e417" providerId="ADAL" clId="{6E1D5EB8-13F6-40DF-B512-351F8F358EAF}" dt="2026-03-11T21:10:54.298" v="319" actId="1076"/>
          <ac:spMkLst>
            <pc:docMk/>
            <pc:sldMk cId="0" sldId="38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9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03.377" v="321" actId="1076"/>
        <pc:sldMkLst>
          <pc:docMk/>
          <pc:sldMk cId="0" sldId="390"/>
        </pc:sldMkLst>
        <pc:spChg chg="mod ord">
          <ac:chgData name="Carey Garback" userId="dc25ffa4-de89-4779-8381-34524c87e417" providerId="ADAL" clId="{6E1D5EB8-13F6-40DF-B512-351F8F358EAF}" dt="2026-03-11T21:11:03.377" v="321" actId="1076"/>
          <ac:spMkLst>
            <pc:docMk/>
            <pc:sldMk cId="0" sldId="39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36.943" v="329" actId="1076"/>
        <pc:sldMkLst>
          <pc:docMk/>
          <pc:sldMk cId="0" sldId="391"/>
        </pc:sldMkLst>
        <pc:spChg chg="mod ord">
          <ac:chgData name="Carey Garback" userId="dc25ffa4-de89-4779-8381-34524c87e417" providerId="ADAL" clId="{6E1D5EB8-13F6-40DF-B512-351F8F358EAF}" dt="2026-03-11T21:11:36.943" v="329" actId="1076"/>
          <ac:spMkLst>
            <pc:docMk/>
            <pc:sldMk cId="0" sldId="39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1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44.411" v="331" actId="1076"/>
        <pc:sldMkLst>
          <pc:docMk/>
          <pc:sldMk cId="0" sldId="392"/>
        </pc:sldMkLst>
        <pc:spChg chg="mod ord">
          <ac:chgData name="Carey Garback" userId="dc25ffa4-de89-4779-8381-34524c87e417" providerId="ADAL" clId="{6E1D5EB8-13F6-40DF-B512-351F8F358EAF}" dt="2026-03-11T21:11:44.411" v="331" actId="1076"/>
          <ac:spMkLst>
            <pc:docMk/>
            <pc:sldMk cId="0" sldId="39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1.379" v="333" actId="1076"/>
        <pc:sldMkLst>
          <pc:docMk/>
          <pc:sldMk cId="0" sldId="393"/>
        </pc:sldMkLst>
        <pc:spChg chg="mod ord">
          <ac:chgData name="Carey Garback" userId="dc25ffa4-de89-4779-8381-34524c87e417" providerId="ADAL" clId="{6E1D5EB8-13F6-40DF-B512-351F8F358EAF}" dt="2026-03-11T21:11:51.379" v="333" actId="1076"/>
          <ac:spMkLst>
            <pc:docMk/>
            <pc:sldMk cId="0" sldId="39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3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8.779" v="335" actId="1076"/>
        <pc:sldMkLst>
          <pc:docMk/>
          <pc:sldMk cId="0" sldId="394"/>
        </pc:sldMkLst>
        <pc:spChg chg="mod ord">
          <ac:chgData name="Carey Garback" userId="dc25ffa4-de89-4779-8381-34524c87e417" providerId="ADAL" clId="{6E1D5EB8-13F6-40DF-B512-351F8F358EAF}" dt="2026-03-11T21:11:58.779" v="335" actId="1076"/>
          <ac:spMkLst>
            <pc:docMk/>
            <pc:sldMk cId="0" sldId="39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4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13.763" v="364" actId="1035"/>
        <pc:sldMkLst>
          <pc:docMk/>
          <pc:sldMk cId="0" sldId="395"/>
        </pc:sldMkLst>
        <pc:spChg chg="del">
          <ac:chgData name="Carey Garback" userId="dc25ffa4-de89-4779-8381-34524c87e417" providerId="ADAL" clId="{6E1D5EB8-13F6-40DF-B512-351F8F358EAF}" dt="2026-03-11T21:12:02.808" v="336" actId="478"/>
          <ac:spMkLst>
            <pc:docMk/>
            <pc:sldMk cId="0" sldId="395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13.763" v="364" actId="1035"/>
          <ac:spMkLst>
            <pc:docMk/>
            <pc:sldMk cId="0" sldId="395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28.199" v="380" actId="1076"/>
        <pc:sldMkLst>
          <pc:docMk/>
          <pc:sldMk cId="0" sldId="397"/>
        </pc:sldMkLst>
        <pc:spChg chg="mod ord">
          <ac:chgData name="Carey Garback" userId="dc25ffa4-de89-4779-8381-34524c87e417" providerId="ADAL" clId="{6E1D5EB8-13F6-40DF-B512-351F8F358EAF}" dt="2026-03-11T21:13:28.199" v="380" actId="1076"/>
          <ac:spMkLst>
            <pc:docMk/>
            <pc:sldMk cId="0" sldId="397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7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17.096" v="377" actId="1076"/>
        <pc:sldMkLst>
          <pc:docMk/>
          <pc:sldMk cId="0" sldId="398"/>
        </pc:sldMkLst>
        <pc:spChg chg="mod ord">
          <ac:chgData name="Carey Garback" userId="dc25ffa4-de89-4779-8381-34524c87e417" providerId="ADAL" clId="{6E1D5EB8-13F6-40DF-B512-351F8F358EAF}" dt="2026-03-11T21:13:17.096" v="377" actId="1076"/>
          <ac:spMkLst>
            <pc:docMk/>
            <pc:sldMk cId="0" sldId="39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8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06.161" v="384" actId="1076"/>
        <pc:sldMkLst>
          <pc:docMk/>
          <pc:sldMk cId="0" sldId="399"/>
        </pc:sldMkLst>
        <pc:spChg chg="del">
          <ac:chgData name="Carey Garback" userId="dc25ffa4-de89-4779-8381-34524c87e417" providerId="ADAL" clId="{6E1D5EB8-13F6-40DF-B512-351F8F358EAF}" dt="2026-03-11T21:13:38.722" v="381" actId="478"/>
          <ac:spMkLst>
            <pc:docMk/>
            <pc:sldMk cId="0" sldId="39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6.161" v="384" actId="1076"/>
          <ac:spMkLst>
            <pc:docMk/>
            <pc:sldMk cId="0" sldId="399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14.233" v="386" actId="1076"/>
        <pc:sldMkLst>
          <pc:docMk/>
          <pc:sldMk cId="0" sldId="400"/>
        </pc:sldMkLst>
        <pc:spChg chg="del">
          <ac:chgData name="Carey Garback" userId="dc25ffa4-de89-4779-8381-34524c87e417" providerId="ADAL" clId="{6E1D5EB8-13F6-40DF-B512-351F8F358EAF}" dt="2026-03-11T21:13:42.561" v="382" actId="478"/>
          <ac:spMkLst>
            <pc:docMk/>
            <pc:sldMk cId="0" sldId="40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4.233" v="386" actId="1076"/>
          <ac:spMkLst>
            <pc:docMk/>
            <pc:sldMk cId="0" sldId="400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22.529" v="388" actId="1076"/>
        <pc:sldMkLst>
          <pc:docMk/>
          <pc:sldMk cId="0" sldId="401"/>
        </pc:sldMkLst>
        <pc:spChg chg="mod ord">
          <ac:chgData name="Carey Garback" userId="dc25ffa4-de89-4779-8381-34524c87e417" providerId="ADAL" clId="{6E1D5EB8-13F6-40DF-B512-351F8F358EAF}" dt="2026-03-11T21:14:22.529" v="388" actId="1076"/>
          <ac:spMkLst>
            <pc:docMk/>
            <pc:sldMk cId="0" sldId="40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31.769" v="389" actId="207"/>
        <pc:sldMkLst>
          <pc:docMk/>
          <pc:sldMk cId="0" sldId="403"/>
        </pc:sldMkLst>
        <pc:spChg chg="mod ord">
          <ac:chgData name="Carey Garback" userId="dc25ffa4-de89-4779-8381-34524c87e417" providerId="ADAL" clId="{6E1D5EB8-13F6-40DF-B512-351F8F358EAF}" dt="2026-03-11T21:14:31.769" v="389" actId="207"/>
          <ac:spMkLst>
            <pc:docMk/>
            <pc:sldMk cId="0" sldId="40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34.989" v="395" actId="14100"/>
        <pc:sldMkLst>
          <pc:docMk/>
          <pc:sldMk cId="0" sldId="409"/>
        </pc:sldMkLst>
        <pc:spChg chg="mod ord">
          <ac:chgData name="Carey Garback" userId="dc25ffa4-de89-4779-8381-34524c87e417" providerId="ADAL" clId="{6E1D5EB8-13F6-40DF-B512-351F8F358EAF}" dt="2026-03-11T21:15:34.989" v="395" actId="14100"/>
          <ac:spMkLst>
            <pc:docMk/>
            <pc:sldMk cId="0" sldId="40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46.035" v="396" actId="207"/>
        <pc:sldMkLst>
          <pc:docMk/>
          <pc:sldMk cId="0" sldId="414"/>
        </pc:sldMkLst>
        <pc:spChg chg="mod ord">
          <ac:chgData name="Carey Garback" userId="dc25ffa4-de89-4779-8381-34524c87e417" providerId="ADAL" clId="{6E1D5EB8-13F6-40DF-B512-351F8F358EAF}" dt="2026-03-11T21:15:46.035" v="396" actId="207"/>
          <ac:spMkLst>
            <pc:docMk/>
            <pc:sldMk cId="0" sldId="41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6:43.044" v="427" actId="1076"/>
        <pc:sldMkLst>
          <pc:docMk/>
          <pc:sldMk cId="0" sldId="423"/>
        </pc:sldMkLst>
        <pc:spChg chg="mod ord">
          <ac:chgData name="Carey Garback" userId="dc25ffa4-de89-4779-8381-34524c87e417" providerId="ADAL" clId="{6E1D5EB8-13F6-40DF-B512-351F8F358EAF}" dt="2026-03-11T21:16:43.044" v="427" actId="1076"/>
          <ac:spMkLst>
            <pc:docMk/>
            <pc:sldMk cId="0" sldId="423"/>
            <ac:spMk id="2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09.192" v="428" actId="478"/>
        <pc:sldMkLst>
          <pc:docMk/>
          <pc:sldMk cId="0" sldId="42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4"/>
            <ac:spMk id="3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09.192" v="428" actId="478"/>
          <ac:spMkLst>
            <pc:docMk/>
            <pc:sldMk cId="0" sldId="424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14.370" v="429" actId="478"/>
        <pc:sldMkLst>
          <pc:docMk/>
          <pc:sldMk cId="0" sldId="42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5"/>
            <ac:spMk id="5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14.370" v="429" actId="478"/>
          <ac:spMkLst>
            <pc:docMk/>
            <pc:sldMk cId="0" sldId="425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3"/>
            <ac:spMk id="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4" creationId="{00000000-0000-0000-0000-000000000000}"/>
          </ac:spMkLst>
        </pc:spChg>
      </pc:sldChg>
      <pc:sldMasterChg chg="del delSldLayout">
        <pc:chgData name="Carey Garback" userId="dc25ffa4-de89-4779-8381-34524c87e417" providerId="ADAL" clId="{6E1D5EB8-13F6-40DF-B512-351F8F358EAF}" dt="2026-03-11T20:48:42.898" v="27" actId="700"/>
        <pc:sldMasterMkLst>
          <pc:docMk/>
          <pc:sldMasterMk cId="3235924352" sldId="2147483660"/>
        </pc:sldMasterMkLst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1035141377" sldId="2147483661"/>
          </pc:sldLayoutMkLst>
        </pc:sldLayoutChg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4027653642" sldId="2147483662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49:21.684" v="28" actId="700"/>
        <pc:sldMasterMkLst>
          <pc:docMk/>
          <pc:sldMasterMk cId="923368649" sldId="2147483666"/>
        </pc:sldMasterMkLst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141453576" sldId="2147483667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456915426" sldId="2147483668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2183310103" sldId="214748366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1401809999" sldId="2147483679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09978897" sldId="2147483680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15061967" sldId="2147483681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1914343070" sldId="214748368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365608168" sldId="2147483683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917995300" sldId="2147483685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57960484" sldId="2147483686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738163252" sldId="2147483687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3981737369" sldId="214748368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36164671" sldId="214748368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4040483893" sldId="2147483691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62507525" sldId="214748369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3087094166" sldId="2147483693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500174963" sldId="2147483695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833956046" sldId="2147483697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345404786" sldId="214748369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048282712" sldId="2147483699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843714748" sldId="2147483701"/>
          </pc:sldLayoutMkLst>
        </pc:sldLayoutChg>
      </pc:sldMasterChg>
      <pc:sldMasterChg chg="new mod addSldLayout">
        <pc:chgData name="Carey Garback" userId="dc25ffa4-de89-4779-8381-34524c87e417" providerId="ADAL" clId="{6E1D5EB8-13F6-40DF-B512-351F8F358EAF}" dt="2026-03-11T20:45:54.864" v="0" actId="6938"/>
        <pc:sldMasterMkLst>
          <pc:docMk/>
          <pc:sldMasterMk cId="3768917275" sldId="2147483702"/>
        </pc:sldMasterMkLst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4122042031" sldId="2147483703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9336987" sldId="2147483704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999859724" sldId="2147483705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046803670" sldId="2147483706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27527939" sldId="2147483707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568196630" sldId="2147483708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38423179" sldId="2147483709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639641599" sldId="2147483710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727792376" sldId="2147483711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1994235" sldId="2147483712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774246442" sldId="214748371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C2648E-2733-4EC8-BEDA-1577DE2D3D01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CA796C-48E4-4AB2-BF9A-20773E9CD2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432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7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4844981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8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32577823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CA380C-F67F-EFBA-3B70-375AF924B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61943-3342-4554-8403-118C8C1529D5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4AFDB8-8FC5-F48F-B4AE-DA7846B5D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92BEB7-8480-87E5-785A-0C311E8BB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423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04177450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95542D-E5F5-D09D-EEA0-06051D45B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12CF76-9965-422C-D7AA-934E02A1E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C11D16-F5A9-231C-545E-6906C5F1DE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F61943-3342-4554-8403-118C8C1529D5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8B990-6EF6-E39E-EF31-38B044D069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B0DDA7-C73D-4678-0FED-6404D4AF2D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917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-blox.com/en/u-center-2" TargetMode="Externa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://gpsworld.com/5g-cellulars-next-step-brings-new-positioning-capabilities/" TargetMode="External"/><Relationship Id="rId3" Type="http://schemas.openxmlformats.org/officeDocument/2006/relationships/hyperlink" Target="https://en.wikipedia.org/wiki/Global_Positioning_System" TargetMode="External"/><Relationship Id="rId7" Type="http://schemas.openxmlformats.org/officeDocument/2006/relationships/hyperlink" Target="https://www.novatel.com/an-introduction-to-gnss/chapter-5-resolving-errors/satellite-based-augmentation-systems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Wide_Area_Augmentation_System" TargetMode="External"/><Relationship Id="rId5" Type="http://schemas.openxmlformats.org/officeDocument/2006/relationships/hyperlink" Target="https://en.wikipedia.org/wiki/GNSS_augmentation" TargetMode="External"/><Relationship Id="rId4" Type="http://schemas.openxmlformats.org/officeDocument/2006/relationships/hyperlink" Target="https://www.gps.gov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ps.gov/spectrum/" TargetMode="External"/><Relationship Id="rId7" Type="http://schemas.openxmlformats.org/officeDocument/2006/relationships/hyperlink" Target="https://www.digitaltrends.com/mobile/gps-spoofing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zmodo.com/jamming-gps-signals-is-illegal-dangerous-cheap-and-e-1796778955" TargetMode="External"/><Relationship Id="rId5" Type="http://schemas.openxmlformats.org/officeDocument/2006/relationships/hyperlink" Target="https://www.thesignaljammer.com/pages/How-GPS-Jammers-Work.html" TargetMode="External"/><Relationship Id="rId4" Type="http://schemas.openxmlformats.org/officeDocument/2006/relationships/hyperlink" Target="https://www.gps.gov/news/2012/03/solarstor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>
          <a:xfrm>
            <a:off x="2582863" y="2990851"/>
            <a:ext cx="7046912" cy="911225"/>
          </a:xfrm>
        </p:spPr>
        <p:txBody>
          <a:bodyPr/>
          <a:lstStyle/>
          <a:p>
            <a:pPr algn="ctr"/>
            <a:r>
              <a:rPr lang="en-US" b="1" dirty="0"/>
              <a:t>GPS</a:t>
            </a:r>
          </a:p>
        </p:txBody>
      </p:sp>
      <p:pic>
        <p:nvPicPr>
          <p:cNvPr id="1026" name="Picture 2" descr="Image result for gps log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7972" y="1984261"/>
            <a:ext cx="2266185" cy="22661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mage result for gps 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29955" y="322810"/>
            <a:ext cx="1121839" cy="11218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57861496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8131171" y="5"/>
            <a:ext cx="4061460" cy="2707640"/>
            <a:chOff x="6098378" y="4"/>
            <a:chExt cx="3046095" cy="2030730"/>
          </a:xfrm>
        </p:grpSpPr>
        <p:sp>
          <p:nvSpPr>
            <p:cNvPr id="4" name="object 4"/>
            <p:cNvSpPr/>
            <p:nvPr/>
          </p:nvSpPr>
          <p:spPr>
            <a:xfrm>
              <a:off x="8128803" y="15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0" y="0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212D73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5" name="object 5"/>
            <p:cNvSpPr/>
            <p:nvPr/>
          </p:nvSpPr>
          <p:spPr>
            <a:xfrm>
              <a:off x="7113463" y="4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3849AB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6" name="object 6"/>
            <p:cNvSpPr/>
            <p:nvPr/>
          </p:nvSpPr>
          <p:spPr>
            <a:xfrm>
              <a:off x="7113588" y="106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0" y="1015199"/>
                  </a:moveTo>
                  <a:lnTo>
                    <a:pt x="0" y="0"/>
                  </a:lnTo>
                  <a:lnTo>
                    <a:pt x="1015199" y="0"/>
                  </a:lnTo>
                  <a:lnTo>
                    <a:pt x="0" y="1015199"/>
                  </a:lnTo>
                  <a:close/>
                </a:path>
              </a:pathLst>
            </a:custGeom>
            <a:solidFill>
              <a:srgbClr val="7890C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7" name="object 7"/>
            <p:cNvSpPr/>
            <p:nvPr/>
          </p:nvSpPr>
          <p:spPr>
            <a:xfrm>
              <a:off x="6098378" y="96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0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212D73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8" name="object 8"/>
            <p:cNvSpPr/>
            <p:nvPr/>
          </p:nvSpPr>
          <p:spPr>
            <a:xfrm>
              <a:off x="8128789" y="1015375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4">
                  <a:moveTo>
                    <a:pt x="1015199" y="1015200"/>
                  </a:moveTo>
                  <a:lnTo>
                    <a:pt x="0" y="0"/>
                  </a:lnTo>
                  <a:lnTo>
                    <a:pt x="1015199" y="0"/>
                  </a:lnTo>
                  <a:lnTo>
                    <a:pt x="1015199" y="1015200"/>
                  </a:lnTo>
                  <a:close/>
                </a:path>
              </a:pathLst>
            </a:custGeom>
            <a:solidFill>
              <a:srgbClr val="7890C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sldNum" sz="quarter" idx="12"/>
          </p:nvPr>
        </p:nvSpPr>
        <p:spPr>
          <a:xfrm>
            <a:off x="8610600" y="6411826"/>
            <a:ext cx="2743200" cy="25417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chemeClr val="tx1"/>
                </a:solidFill>
              </a:rPr>
              <a:pPr marL="50799" defTabSz="1219170">
                <a:lnSpc>
                  <a:spcPts val="2193"/>
                </a:lnSpc>
              </a:pPr>
              <a:t>2</a:t>
            </a:fld>
            <a:endParaRPr kern="0" spc="-33" dirty="0">
              <a:solidFill>
                <a:schemeClr val="tx1"/>
              </a:solidFill>
            </a:endParaRPr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ctrTitle" idx="4294967295"/>
          </p:nvPr>
        </p:nvSpPr>
        <p:spPr>
          <a:xfrm>
            <a:off x="0" y="3363194"/>
            <a:ext cx="10166350" cy="797697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5600" dirty="0"/>
              <a:t>GPS</a:t>
            </a:r>
            <a:r>
              <a:rPr sz="5600" spc="-120" dirty="0"/>
              <a:t> </a:t>
            </a:r>
            <a:r>
              <a:rPr sz="5600" spc="-13" dirty="0"/>
              <a:t>Satellites</a:t>
            </a:r>
            <a:endParaRPr sz="5600" dirty="0"/>
          </a:p>
        </p:txBody>
      </p:sp>
      <p:sp>
        <p:nvSpPr>
          <p:cNvPr id="10" name="object 10"/>
          <p:cNvSpPr txBox="1"/>
          <p:nvPr/>
        </p:nvSpPr>
        <p:spPr>
          <a:xfrm>
            <a:off x="894834" y="4292901"/>
            <a:ext cx="3026833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kern="0" dirty="0">
                <a:latin typeface="Roboto"/>
                <a:cs typeface="Roboto"/>
              </a:rPr>
              <a:t>Overview</a:t>
            </a:r>
            <a:r>
              <a:rPr sz="3200" kern="0" spc="-93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of</a:t>
            </a:r>
            <a:r>
              <a:rPr sz="3200" kern="0" spc="-93" dirty="0">
                <a:latin typeface="Roboto"/>
                <a:cs typeface="Roboto"/>
              </a:rPr>
              <a:t> </a:t>
            </a:r>
            <a:r>
              <a:rPr sz="3200" kern="0" spc="-33" dirty="0">
                <a:latin typeface="Roboto"/>
                <a:cs typeface="Roboto"/>
              </a:rPr>
              <a:t>GPS</a:t>
            </a:r>
            <a:endParaRPr sz="3200" kern="0" dirty="0"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7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/>
              <a:pPr marL="50799" defTabSz="1219170">
                <a:lnSpc>
                  <a:spcPts val="2193"/>
                </a:lnSpc>
              </a:pPr>
              <a:t>3</a:t>
            </a:fld>
            <a:endParaRPr kern="0" spc="-33" dirty="0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-262302"/>
            <a:ext cx="11558016" cy="2901093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3600" dirty="0"/>
              <a:t>GPS</a:t>
            </a:r>
            <a:r>
              <a:rPr sz="3600" spc="-33" dirty="0"/>
              <a:t> </a:t>
            </a:r>
            <a:r>
              <a:rPr lang="en-US" sz="3600" dirty="0"/>
              <a:t>Installation</a:t>
            </a:r>
            <a:br>
              <a:rPr lang="en-US" sz="3600" dirty="0"/>
            </a:br>
            <a:br>
              <a:rPr lang="en-US" sz="3600" dirty="0"/>
            </a:br>
            <a:r>
              <a:rPr lang="en-US" sz="3600" dirty="0"/>
              <a:t>Install U-Center2 from </a:t>
            </a:r>
            <a:r>
              <a:rPr lang="en-US" sz="3600" dirty="0">
                <a:hlinkClick r:id="rId3"/>
              </a:rPr>
              <a:t>https://www.u-blox.com/en/u-center-2</a:t>
            </a:r>
            <a:br>
              <a:rPr lang="en-US" sz="3600" dirty="0"/>
            </a:br>
            <a:r>
              <a:rPr lang="en-US" sz="3200" dirty="0"/>
              <a:t>May need to register as a user</a:t>
            </a:r>
            <a:br>
              <a:rPr lang="en-US" sz="3200" dirty="0"/>
            </a:br>
            <a:r>
              <a:rPr lang="en-US" sz="3200" dirty="0"/>
              <a:t>Add COM# serial port as a source</a:t>
            </a:r>
            <a:br>
              <a:rPr lang="en-US" sz="3600" dirty="0"/>
            </a:br>
            <a:endParaRPr sz="36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A9036FA-12F1-EBD6-8614-D7824DA0EA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3100" y="2231001"/>
            <a:ext cx="8115300" cy="4307911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D2FA3-69E4-E045-0B0C-7836DE4C7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GPS Messages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0169FC-CAFD-B4F9-ED17-1F60623207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GPS Messages</a:t>
            </a:r>
          </a:p>
          <a:p>
            <a:pPr lvl="1"/>
            <a:r>
              <a:rPr lang="en-US" dirty="0"/>
              <a:t>Text messages in ASCII sent by serial port to you</a:t>
            </a:r>
          </a:p>
          <a:p>
            <a:pPr lvl="1"/>
            <a:r>
              <a:rPr lang="en-US" dirty="0"/>
              <a:t>Many message types</a:t>
            </a:r>
          </a:p>
          <a:p>
            <a:pPr lvl="1"/>
            <a:r>
              <a:rPr lang="en-US" dirty="0"/>
              <a:t>Show satellite constellation</a:t>
            </a:r>
          </a:p>
          <a:p>
            <a:pPr lvl="1"/>
            <a:r>
              <a:rPr lang="en-US" dirty="0"/>
              <a:t>Give you position and movement</a:t>
            </a:r>
          </a:p>
          <a:p>
            <a:r>
              <a:rPr lang="en-US" dirty="0"/>
              <a:t>Where are we?</a:t>
            </a:r>
          </a:p>
          <a:p>
            <a:pPr lvl="1"/>
            <a:r>
              <a:rPr lang="en-US" dirty="0"/>
              <a:t>Latitude &amp; Longitude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8458323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2D98400-DAC5-B95F-D542-2C4B4CDAB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7">
            <a:extLst>
              <a:ext uri="{FF2B5EF4-FFF2-40B4-BE49-F238E27FC236}">
                <a16:creationId xmlns:a16="http://schemas.microsoft.com/office/drawing/2014/main" id="{18D58AD4-9DFF-B37A-8F0F-3A5112F02718}"/>
              </a:ext>
            </a:extLst>
          </p:cNvPr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/>
              <a:pPr marL="50799" defTabSz="1219170">
                <a:lnSpc>
                  <a:spcPts val="2193"/>
                </a:lnSpc>
              </a:pPr>
              <a:t>5</a:t>
            </a:fld>
            <a:endParaRPr kern="0" spc="-33" dirty="0"/>
          </a:p>
        </p:txBody>
      </p:sp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46EDA983-D330-1B62-1696-3268D82949C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430195"/>
            <a:ext cx="11558016" cy="151609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3600" dirty="0"/>
              <a:t>GPS</a:t>
            </a:r>
            <a:r>
              <a:rPr sz="3600" spc="-33" dirty="0"/>
              <a:t> </a:t>
            </a:r>
            <a:r>
              <a:rPr lang="en-US" sz="3600" dirty="0"/>
              <a:t>View</a:t>
            </a:r>
            <a:br>
              <a:rPr lang="en-US" sz="3600" dirty="0"/>
            </a:br>
            <a:br>
              <a:rPr lang="en-US" sz="3600" dirty="0"/>
            </a:br>
            <a:r>
              <a:rPr lang="en-US" sz="3600" dirty="0"/>
              <a:t>See the constellation and where you are</a:t>
            </a:r>
            <a:endParaRPr sz="3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426EB1-02EA-E903-4575-925785FDCF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8933" y="1946293"/>
            <a:ext cx="8820150" cy="468310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188033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8B71F-2888-933E-537B-DC15DFCC6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C9BE7-CDB3-7737-E169-8ED3F6F35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GPS Satellites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8FF5E-2139-9C2C-F46C-0106670582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GPS Constellations</a:t>
            </a:r>
          </a:p>
          <a:p>
            <a:pPr lvl="1"/>
            <a:r>
              <a:rPr lang="en-US" dirty="0"/>
              <a:t>US GPS with SBAS corrections</a:t>
            </a:r>
          </a:p>
          <a:p>
            <a:pPr lvl="1"/>
            <a:r>
              <a:rPr lang="en-US" dirty="0"/>
              <a:t>European Galileo</a:t>
            </a:r>
          </a:p>
          <a:p>
            <a:pPr lvl="1"/>
            <a:r>
              <a:rPr lang="en-US" dirty="0"/>
              <a:t>Chinese BeiDou</a:t>
            </a:r>
          </a:p>
          <a:p>
            <a:pPr lvl="1"/>
            <a:r>
              <a:rPr lang="en-US" dirty="0"/>
              <a:t>Russian GLONAS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0366231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GPS Information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/>
          </a:bodyPr>
          <a:lstStyle/>
          <a:p>
            <a:r>
              <a:rPr lang="en-US" sz="1600" dirty="0"/>
              <a:t>Basics</a:t>
            </a:r>
          </a:p>
          <a:p>
            <a:pPr lvl="1"/>
            <a:r>
              <a:rPr lang="en-US" sz="1400" dirty="0"/>
              <a:t>Global Navigation Satellite System (GNSS)</a:t>
            </a:r>
          </a:p>
          <a:p>
            <a:pPr lvl="1"/>
            <a:r>
              <a:rPr lang="en-US" sz="1400" dirty="0">
                <a:hlinkClick r:id="rId3"/>
              </a:rPr>
              <a:t>https://en.wikipedia.org/wiki/Global_Positioning_System</a:t>
            </a:r>
            <a:endParaRPr lang="en-US" sz="1400" dirty="0"/>
          </a:p>
          <a:p>
            <a:pPr lvl="1"/>
            <a:r>
              <a:rPr lang="en-US" sz="1400" dirty="0">
                <a:hlinkClick r:id="rId4"/>
              </a:rPr>
              <a:t>https://www.gps.gov/</a:t>
            </a:r>
            <a:endParaRPr lang="en-US" sz="1400" dirty="0"/>
          </a:p>
          <a:p>
            <a:pPr lvl="1"/>
            <a:r>
              <a:rPr lang="en-US" sz="1400" dirty="0"/>
              <a:t>Used for Navigation</a:t>
            </a:r>
          </a:p>
          <a:p>
            <a:pPr lvl="1"/>
            <a:r>
              <a:rPr lang="en-US" sz="1400" dirty="0"/>
              <a:t>Critical for Automated Driving and V2X Safety</a:t>
            </a:r>
          </a:p>
          <a:p>
            <a:pPr lvl="2"/>
            <a:r>
              <a:rPr lang="en-US" sz="1200" dirty="0"/>
              <a:t>Need lane level resolution of at least 1.5m using WAAS</a:t>
            </a:r>
          </a:p>
          <a:p>
            <a:pPr lvl="1"/>
            <a:r>
              <a:rPr lang="en-US" sz="1400" dirty="0"/>
              <a:t>1575.42Mhz, 1227.60Mhz, 1.023Mhz</a:t>
            </a:r>
          </a:p>
          <a:p>
            <a:pPr lvl="1"/>
            <a:r>
              <a:rPr lang="en-US" sz="1400" dirty="0"/>
              <a:t>Weak signal, easily jammed (jamming devices are illegal)</a:t>
            </a:r>
          </a:p>
          <a:p>
            <a:pPr lvl="1"/>
            <a:r>
              <a:rPr lang="en-US" sz="1400" dirty="0"/>
              <a:t>NDGPS stations retired by 2020, WAAS</a:t>
            </a:r>
          </a:p>
          <a:p>
            <a:r>
              <a:rPr lang="en-US" sz="1600" dirty="0"/>
              <a:t>GPS </a:t>
            </a:r>
            <a:r>
              <a:rPr lang="en-US" sz="1600" dirty="0" err="1"/>
              <a:t>Augumentation</a:t>
            </a:r>
            <a:endParaRPr lang="en-US" sz="1600" dirty="0"/>
          </a:p>
          <a:p>
            <a:pPr lvl="1"/>
            <a:r>
              <a:rPr lang="en-US" sz="1400" dirty="0">
                <a:hlinkClick r:id="rId5"/>
              </a:rPr>
              <a:t>https://en.wikipedia.org/wiki/GNSS_augmentation</a:t>
            </a:r>
            <a:endParaRPr lang="en-US" sz="1400" dirty="0"/>
          </a:p>
          <a:p>
            <a:pPr lvl="1"/>
            <a:r>
              <a:rPr lang="en-US" sz="1400" dirty="0">
                <a:hlinkClick r:id="rId6"/>
              </a:rPr>
              <a:t>https://en.wikipedia.org/wiki/Wide_Area_Augmentation_System</a:t>
            </a:r>
            <a:endParaRPr lang="en-US" sz="1400" dirty="0"/>
          </a:p>
          <a:p>
            <a:pPr lvl="1"/>
            <a:r>
              <a:rPr lang="en-US" sz="1400" dirty="0">
                <a:hlinkClick r:id="rId7"/>
              </a:rPr>
              <a:t>https://www.novatel.com/an-introduction-to-gnss/chapter-5-resolving-errors/satellite-based-augmentation-systems/</a:t>
            </a:r>
            <a:endParaRPr lang="en-US" sz="1400" dirty="0"/>
          </a:p>
          <a:p>
            <a:pPr lvl="1"/>
            <a:r>
              <a:rPr lang="en-US" sz="1400" dirty="0">
                <a:hlinkClick r:id="rId8"/>
              </a:rPr>
              <a:t>http://gpsworld.com/5g-cellulars-next-step-brings-new-positioning-capabilities/</a:t>
            </a:r>
            <a:endParaRPr lang="en-US" sz="1400" dirty="0"/>
          </a:p>
          <a:p>
            <a:pPr lvl="1"/>
            <a:endParaRPr lang="en-US" sz="1400" dirty="0"/>
          </a:p>
          <a:p>
            <a:pPr lvl="1"/>
            <a:endParaRPr lang="en-US" sz="1200" dirty="0"/>
          </a:p>
          <a:p>
            <a:pPr lvl="1"/>
            <a:endParaRPr lang="en-US" sz="1400" dirty="0"/>
          </a:p>
          <a:p>
            <a:pPr lvl="1"/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64400242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GPS Security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/>
          </a:bodyPr>
          <a:lstStyle/>
          <a:p>
            <a:r>
              <a:rPr lang="en-US" sz="1600" dirty="0"/>
              <a:t>Interference</a:t>
            </a:r>
          </a:p>
          <a:p>
            <a:pPr lvl="1"/>
            <a:r>
              <a:rPr lang="en-US" sz="1200" dirty="0"/>
              <a:t>Typically environmental</a:t>
            </a:r>
          </a:p>
          <a:p>
            <a:pPr lvl="1"/>
            <a:r>
              <a:rPr lang="en-US" sz="1200" dirty="0">
                <a:hlinkClick r:id="rId3"/>
              </a:rPr>
              <a:t>https://www.gps.gov/spectrum/</a:t>
            </a:r>
            <a:endParaRPr lang="en-US" sz="1200" dirty="0"/>
          </a:p>
          <a:p>
            <a:pPr lvl="1"/>
            <a:r>
              <a:rPr lang="en-US" sz="1200" dirty="0">
                <a:hlinkClick r:id="rId4"/>
              </a:rPr>
              <a:t>https://www.gps.gov/news/2012/03/solarstorm/</a:t>
            </a:r>
            <a:endParaRPr lang="en-US" sz="1200" dirty="0"/>
          </a:p>
          <a:p>
            <a:r>
              <a:rPr lang="en-US" sz="1600" dirty="0"/>
              <a:t>Jamming</a:t>
            </a:r>
          </a:p>
          <a:p>
            <a:pPr lvl="1"/>
            <a:r>
              <a:rPr lang="en-US" sz="1200" dirty="0"/>
              <a:t>Is illegal</a:t>
            </a:r>
          </a:p>
          <a:p>
            <a:pPr lvl="1"/>
            <a:r>
              <a:rPr lang="en-US" sz="1200" dirty="0">
                <a:hlinkClick r:id="rId5"/>
              </a:rPr>
              <a:t>https://www.gps.gov/spectrum/jamming/</a:t>
            </a:r>
          </a:p>
          <a:p>
            <a:pPr lvl="1"/>
            <a:r>
              <a:rPr lang="en-US" sz="1200" dirty="0">
                <a:hlinkClick r:id="rId5"/>
              </a:rPr>
              <a:t>http://gpsworld.com/tag/gps-jamming/</a:t>
            </a:r>
          </a:p>
          <a:p>
            <a:pPr lvl="1"/>
            <a:r>
              <a:rPr lang="en-US" sz="1200" dirty="0">
                <a:hlinkClick r:id="rId5"/>
              </a:rPr>
              <a:t>https://www.thesignaljammer.com/pages/How-GPS-Jammers-Work.html</a:t>
            </a:r>
            <a:endParaRPr lang="en-US" sz="1200" dirty="0"/>
          </a:p>
          <a:p>
            <a:pPr lvl="1"/>
            <a:r>
              <a:rPr lang="en-US" sz="1200" dirty="0">
                <a:hlinkClick r:id="rId6"/>
              </a:rPr>
              <a:t>https://gizmodo.com/jamming-gps-signals-is-illegal-dangerous-cheap-and-e-1796778955</a:t>
            </a:r>
            <a:endParaRPr lang="en-US" sz="1200" dirty="0"/>
          </a:p>
          <a:p>
            <a:r>
              <a:rPr lang="en-US" sz="1600" dirty="0"/>
              <a:t>Spoofing (broadcasting false information)</a:t>
            </a:r>
          </a:p>
          <a:p>
            <a:pPr lvl="1"/>
            <a:r>
              <a:rPr lang="en-US" sz="1200" dirty="0"/>
              <a:t>Is also illegal</a:t>
            </a:r>
            <a:endParaRPr lang="en-US" sz="1200" dirty="0">
              <a:hlinkClick r:id="rId7"/>
            </a:endParaRPr>
          </a:p>
          <a:p>
            <a:pPr lvl="1"/>
            <a:r>
              <a:rPr lang="en-US" sz="1200" dirty="0">
                <a:hlinkClick r:id="rId7"/>
              </a:rPr>
              <a:t>https://www.gps.gov/multimedia/presentations/2016/04/APEC/alexander-2.pdf</a:t>
            </a:r>
          </a:p>
          <a:p>
            <a:pPr lvl="1"/>
            <a:r>
              <a:rPr lang="en-US" sz="1200" dirty="0">
                <a:hlinkClick r:id="rId7"/>
              </a:rPr>
              <a:t>https://en.wikipedia.org/wiki/Spoofing_attack#GPS_spoofing</a:t>
            </a:r>
          </a:p>
          <a:p>
            <a:pPr lvl="1"/>
            <a:r>
              <a:rPr lang="en-US" sz="1200" dirty="0">
                <a:hlinkClick r:id="rId7"/>
              </a:rPr>
              <a:t>https://www.schneier.com/blog/archives/2017/09/gps_spoofing_at.html</a:t>
            </a:r>
          </a:p>
          <a:p>
            <a:pPr lvl="1"/>
            <a:r>
              <a:rPr lang="en-US" sz="1200" dirty="0">
                <a:hlinkClick r:id="rId7"/>
              </a:rPr>
              <a:t>https://www.spirent.com/Blogs/Positioning/2015/September/GPS_Spoofing_Is_a_Real_Threat</a:t>
            </a:r>
          </a:p>
          <a:p>
            <a:pPr lvl="1"/>
            <a:r>
              <a:rPr lang="en-US" sz="1200" dirty="0">
                <a:hlinkClick r:id="rId7"/>
              </a:rPr>
              <a:t>https://www.spirent.com/Blogs/Positioning/2017/September/DEFCON-25</a:t>
            </a:r>
          </a:p>
          <a:p>
            <a:pPr lvl="1"/>
            <a:r>
              <a:rPr lang="en-US" sz="1200" dirty="0">
                <a:hlinkClick r:id="rId7"/>
              </a:rPr>
              <a:t>https://www.digitaltrends.com/mobile/gps-spoofing/</a:t>
            </a:r>
            <a:endParaRPr lang="en-US" sz="1200" dirty="0"/>
          </a:p>
          <a:p>
            <a:pPr lvl="1"/>
            <a:endParaRPr lang="en-US" sz="12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741046450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15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7B86F8708159745A0B6896184DE9576" ma:contentTypeVersion="19" ma:contentTypeDescription="Create a new document." ma:contentTypeScope="" ma:versionID="493bf26d373952ea1ae3b9e24cd19b33">
  <xsd:schema xmlns:xsd="http://www.w3.org/2001/XMLSchema" xmlns:xs="http://www.w3.org/2001/XMLSchema" xmlns:p="http://schemas.microsoft.com/office/2006/metadata/properties" xmlns:ns2="c7a77415-c4a3-4262-8430-671f3e8707b6" xmlns:ns3="69a7259e-7a2c-42d5-bc84-25eccf0dce8b" targetNamespace="http://schemas.microsoft.com/office/2006/metadata/properties" ma:root="true" ma:fieldsID="69c00e31f84d56e19bb090b7ea67ab52" ns2:_="" ns3:_="">
    <xsd:import namespace="c7a77415-c4a3-4262-8430-671f3e8707b6"/>
    <xsd:import namespace="69a7259e-7a2c-42d5-bc84-25eccf0dce8b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2:SharedWithUsers" minOccurs="0"/>
                <xsd:element ref="ns2:SharedWithDetail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7a77415-c4a3-4262-8430-671f3e8707b6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6" nillable="true" ma:displayName="Taxonomy Catch All Column" ma:hidden="true" ma:list="{d3a045ce-0abc-407a-a385-daab9685d46b}" ma:internalName="TaxCatchAll" ma:showField="CatchAllData" ma:web="c7a77415-c4a3-4262-8430-671f3e8707b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7259e-7a2c-42d5-bc84-25eccf0dce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3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5" nillable="true" ma:taxonomy="true" ma:internalName="lcf76f155ced4ddcb4097134ff3c332f" ma:taxonomyFieldName="MediaServiceImageTags" ma:displayName="Image Tags" ma:readOnly="false" ma:fieldId="{5cf76f15-5ced-4ddc-b409-7134ff3c332f}" ma:taxonomyMulti="true" ma:sspId="ca126d71-af09-421f-972c-d16e59c147a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c7a77415-c4a3-4262-8430-671f3e8707b6">7J4PPY27XH2W-901365475-257158</_dlc_DocId>
    <_dlc_DocIdUrl xmlns="c7a77415-c4a3-4262-8430-671f3e8707b6">
      <Url>https://automotivei.sharepoint.com/sites/PMO/_layouts/15/DocIdRedir.aspx?ID=7J4PPY27XH2W-901365475-257158</Url>
      <Description>7J4PPY27XH2W-901365475-257158</Description>
    </_dlc_DocIdUrl>
    <TaxCatchAll xmlns="c7a77415-c4a3-4262-8430-671f3e8707b6" xsi:nil="true"/>
    <lcf76f155ced4ddcb4097134ff3c332f xmlns="69a7259e-7a2c-42d5-bc84-25eccf0dce8b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54C592EF-85C1-482B-896B-DED434B6FCCC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84EE72F3-C956-4A5B-833F-E761B5D8ACD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FEF19B7-7529-453B-A7D5-A8465340F17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7a77415-c4a3-4262-8430-671f3e8707b6"/>
    <ds:schemaRef ds:uri="69a7259e-7a2c-42d5-bc84-25eccf0dce8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E71A463F-9F4B-47AC-91AA-3962FD8F3CE5}">
  <ds:schemaRefs>
    <ds:schemaRef ds:uri="http://schemas.microsoft.com/office/2006/metadata/properties"/>
    <ds:schemaRef ds:uri="http://schemas.microsoft.com/office/infopath/2007/PartnerControls"/>
    <ds:schemaRef ds:uri="c7a77415-c4a3-4262-8430-671f3e8707b6"/>
    <ds:schemaRef ds:uri="69a7259e-7a2c-42d5-bc84-25eccf0dce8b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1320</TotalTime>
  <Words>431</Words>
  <Application>Microsoft Office PowerPoint</Application>
  <PresentationFormat>Widescreen</PresentationFormat>
  <Paragraphs>61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Roboto</vt:lpstr>
      <vt:lpstr>Custom Design</vt:lpstr>
      <vt:lpstr>GPS</vt:lpstr>
      <vt:lpstr>GPS Satellites</vt:lpstr>
      <vt:lpstr>GPS Installation  Install U-Center2 from https://www.u-blox.com/en/u-center-2 May need to register as a user Add COM# serial port as a source </vt:lpstr>
      <vt:lpstr>GPS Messages</vt:lpstr>
      <vt:lpstr>GPS View  See the constellation and where you are</vt:lpstr>
      <vt:lpstr>GPS Satellites</vt:lpstr>
      <vt:lpstr>GPS Information</vt:lpstr>
      <vt:lpstr>GPS Security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Carey Garback</dc:creator>
  <cp:lastModifiedBy>Neal Probert</cp:lastModifiedBy>
  <cp:revision>12</cp:revision>
  <dcterms:created xsi:type="dcterms:W3CDTF">2026-03-11T18:02:03Z</dcterms:created>
  <dcterms:modified xsi:type="dcterms:W3CDTF">2026-10-16T18:34:10Z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9C55993E-2489-4B16-A624-642EE1CF50C1</vt:lpwstr>
  </property>
  <property fmtid="{D5CDD505-2E9C-101B-9397-08002B2CF9AE}" pid="3" name="ArticulatePath">
    <vt:lpwstr>Presentation1</vt:lpwstr>
  </property>
  <property fmtid="{D5CDD505-2E9C-101B-9397-08002B2CF9AE}" pid="4" name="_dlc_DocIdItemGuid">
    <vt:lpwstr>93579079-5068-410a-b208-65d154b95cd0</vt:lpwstr>
  </property>
  <property fmtid="{D5CDD505-2E9C-101B-9397-08002B2CF9AE}" pid="5" name="ContentTypeId">
    <vt:lpwstr>0x01010067B86F8708159745A0B6896184DE9576</vt:lpwstr>
  </property>
  <property fmtid="{D5CDD505-2E9C-101B-9397-08002B2CF9AE}" pid="6" name="MediaServiceImageTags">
    <vt:lpwstr/>
  </property>
</Properties>
</file>