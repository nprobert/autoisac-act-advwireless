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23"/>
  </p:notesMasterIdLst>
  <p:sldIdLst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luetooth" id="{CE274DD4-88AE-4FF5-8622-BD38CA4270E3}">
          <p14:sldIdLst>
            <p14:sldId id="284"/>
            <p14:sldId id="285"/>
            <p14:sldId id="286"/>
            <p14:sldId id="287"/>
          </p14:sldIdLst>
        </p14:section>
        <p14:section name=" Bluetooth Scanning" id="{68166EB0-8075-43B7-ADC5-9D86910720E9}">
          <p14:sldIdLst>
            <p14:sldId id="288"/>
            <p14:sldId id="289"/>
            <p14:sldId id="290"/>
            <p14:sldId id="291"/>
          </p14:sldIdLst>
        </p14:section>
        <p14:section name="Bluetooth Services" id="{5A79DE84-06D5-4FB9-8C5A-73BC5BFAEEB0}">
          <p14:sldIdLst>
            <p14:sldId id="292"/>
            <p14:sldId id="293"/>
            <p14:sldId id="294"/>
            <p14:sldId id="295"/>
          </p14:sldIdLst>
        </p14:section>
        <p14:section name="Bluetooth Pairing" id="{C6B06CB6-A763-4B09-A261-C79BD8740F77}">
          <p14:sldIdLst>
            <p14:sldId id="296"/>
            <p14:sldId id="297"/>
            <p14:sldId id="298"/>
          </p14:sldIdLst>
        </p14:section>
        <p14:section name="Bluetooth Data" id="{2BC74A79-D2CC-4608-B0DC-841A54C94B1F}">
          <p14:sldIdLst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gs" Target="tags/tag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118873" y="1774081"/>
            <a:ext cx="458851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200" dirty="0"/>
              <a:t> </a:t>
            </a:r>
            <a:r>
              <a:rPr spc="-55" dirty="0"/>
              <a:t>Getting</a:t>
            </a:r>
            <a:r>
              <a:rPr spc="-195" dirty="0"/>
              <a:t> </a:t>
            </a:r>
            <a:r>
              <a:rPr spc="-40" dirty="0"/>
              <a:t>Started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2803474"/>
            <a:ext cx="6352540" cy="29336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virtual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machine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adapter!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ts val="259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begin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hands-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portion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platforms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1435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making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running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page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inquiry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nearby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 descr="Text  Description automatically generated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6247" y="950975"/>
            <a:ext cx="5516880" cy="5061204"/>
          </a:xfrm>
          <a:prstGeom prst="rect">
            <a:avLst/>
          </a:prstGeom>
        </p:spPr>
      </p:pic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0A99B574-4EB3-874B-D372-0652085B8A06}"/>
              </a:ext>
            </a:extLst>
          </p:cNvPr>
          <p:cNvSpPr txBox="1"/>
          <p:nvPr/>
        </p:nvSpPr>
        <p:spPr>
          <a:xfrm>
            <a:off x="78739" y="0"/>
            <a:ext cx="9940672" cy="804772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 marR="5080" lvl="0" indent="142875" algn="ctr" defTabSz="914400" eaLnBrk="1" fontAlgn="auto" latinLnBrk="0" hangingPunct="1">
              <a:lnSpc>
                <a:spcPts val="5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-4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Bluetooth</a:t>
            </a:r>
            <a:r>
              <a:rPr kumimoji="0" sz="3600" b="1" i="0" u="none" strike="noStrike" kern="0" cap="none" spc="-409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1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</a:t>
            </a:r>
            <a:r>
              <a:rPr kumimoji="0" sz="3600" b="1" i="0" u="none" strike="noStrike" kern="0" cap="none" spc="-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Hands-</a:t>
            </a:r>
            <a:r>
              <a:rPr kumimoji="0" sz="3600" b="1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kumimoji="0" sz="3600" b="1" i="0" u="none" strike="noStrike" kern="0" cap="none" spc="-19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6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Exercises</a:t>
            </a:r>
            <a:r>
              <a:rPr lang="en-US" sz="3600" b="1" kern="0" spc="-65" dirty="0">
                <a:solidFill>
                  <a:srgbClr val="25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Slides 1-17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5621020" cy="23926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325755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type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security assessment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searching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nearby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area.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1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98517"/>
            <a:ext cx="5446395" cy="10502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3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Scanning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proximity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5973445" cy="23926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3302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Scanning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Modern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usually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non-discoverable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default,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connecting/pairing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98517"/>
            <a:ext cx="521525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intentionally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put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mode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2344928"/>
            <a:ext cx="5926455" cy="1734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along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36220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should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able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detect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(and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fellow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students)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00981"/>
            <a:ext cx="575119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4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device’s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You’ll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023350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10" dirty="0"/>
              <a:t> </a:t>
            </a:r>
            <a:r>
              <a:rPr spc="-20" dirty="0"/>
              <a:t>Note</a:t>
            </a:r>
            <a:r>
              <a:rPr spc="-204" dirty="0"/>
              <a:t> </a:t>
            </a:r>
            <a:r>
              <a:rPr dirty="0"/>
              <a:t>on</a:t>
            </a:r>
            <a:r>
              <a:rPr spc="-200" dirty="0"/>
              <a:t> </a:t>
            </a:r>
            <a:r>
              <a:rPr spc="-50" dirty="0"/>
              <a:t>BT</a:t>
            </a:r>
            <a:r>
              <a:rPr spc="-200" dirty="0"/>
              <a:t> </a:t>
            </a:r>
            <a:r>
              <a:rPr spc="-60" dirty="0"/>
              <a:t>Addresses</a:t>
            </a:r>
            <a:r>
              <a:rPr spc="-200" dirty="0"/>
              <a:t> </a:t>
            </a:r>
            <a:r>
              <a:rPr dirty="0"/>
              <a:t>and</a:t>
            </a:r>
            <a:r>
              <a:rPr spc="-190" dirty="0"/>
              <a:t> </a:t>
            </a:r>
            <a:r>
              <a:rPr spc="-10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2700" y="1210817"/>
            <a:ext cx="8030845" cy="4799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48-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bit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“unique”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AA:BB</a:t>
            </a: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:</a:t>
            </a: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>
                  <a:solidFill>
                    <a:srgbClr val="FFC000"/>
                  </a:solidFill>
                </a:uFill>
                <a:latin typeface="Calibri"/>
                <a:cs typeface="Calibri"/>
              </a:rPr>
              <a:t>CC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libri"/>
                <a:cs typeface="Calibri"/>
              </a:rPr>
              <a:t>DD:EE:FF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Bytes: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Organizationally</a:t>
            </a:r>
            <a:r>
              <a:rPr kumimoji="0" sz="2800" b="0" i="0" u="none" strike="noStrike" kern="0" cap="none" spc="-10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Unique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Identifier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(OUI)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79120" marR="0" lvl="1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57912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2: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Non-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significant.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79120" marR="0" lvl="1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57912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Third: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Upper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Bytes: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Lower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 typeface="Calibri"/>
              <a:buChar char="◦"/>
              <a:tabLst>
                <a:tab pos="396240" algn="l"/>
              </a:tabLst>
              <a:defRPr/>
            </a:pPr>
            <a:r>
              <a:rPr kumimoji="0" sz="28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Normally</a:t>
            </a:r>
            <a:r>
              <a:rPr kumimoji="0" sz="2800" b="0" i="1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invisible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*OUI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=/=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Chip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manufacturer!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185" dirty="0"/>
              <a:t> </a:t>
            </a:r>
            <a:r>
              <a:rPr spc="-70" dirty="0"/>
              <a:t>Enumerating</a:t>
            </a:r>
            <a:r>
              <a:rPr spc="-175" dirty="0"/>
              <a:t> </a:t>
            </a:r>
            <a:r>
              <a:rPr spc="-55" dirty="0"/>
              <a:t>Bluetooth</a:t>
            </a:r>
            <a:r>
              <a:rPr spc="-180" dirty="0"/>
              <a:t> </a:t>
            </a:r>
            <a:r>
              <a:rPr spc="-3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569150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device.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requests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454654"/>
            <a:ext cx="595503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much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possible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798517"/>
            <a:ext cx="562546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“info”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tool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“hcitool”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suite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65669" y="2850655"/>
            <a:ext cx="3775710" cy="1743075"/>
            <a:chOff x="6265669" y="2850655"/>
            <a:chExt cx="3775710" cy="1743075"/>
          </a:xfrm>
        </p:grpSpPr>
        <p:sp>
          <p:nvSpPr>
            <p:cNvPr id="7" name="object 7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3"/>
                  </a:lnTo>
                  <a:lnTo>
                    <a:pt x="90297" y="180593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3"/>
                  </a:lnTo>
                  <a:lnTo>
                    <a:pt x="361187" y="180593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3"/>
                  </a:lnTo>
                  <a:lnTo>
                    <a:pt x="0" y="180593"/>
                  </a:lnTo>
                  <a:lnTo>
                    <a:pt x="180594" y="0"/>
                  </a:lnTo>
                  <a:lnTo>
                    <a:pt x="361187" y="180593"/>
                  </a:lnTo>
                  <a:lnTo>
                    <a:pt x="270890" y="180593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95044" y="285066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4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4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4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4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4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4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4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4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4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4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4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4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4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4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4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4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4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4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4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4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4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4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4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4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4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4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41399" y="3922928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65659" y="3821315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3"/>
                  </a:lnTo>
                  <a:lnTo>
                    <a:pt x="480822" y="481203"/>
                  </a:lnTo>
                  <a:lnTo>
                    <a:pt x="480822" y="641604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4"/>
                  </a:lnTo>
                  <a:lnTo>
                    <a:pt x="480822" y="481203"/>
                  </a:lnTo>
                  <a:lnTo>
                    <a:pt x="0" y="481203"/>
                  </a:lnTo>
                  <a:lnTo>
                    <a:pt x="0" y="160400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992723" y="2258678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08055" y="3706228"/>
            <a:ext cx="915035" cy="619125"/>
            <a:chOff x="10308055" y="3706228"/>
            <a:chExt cx="915035" cy="619125"/>
          </a:xfrm>
        </p:grpSpPr>
        <p:sp>
          <p:nvSpPr>
            <p:cNvPr id="18" name="object 18"/>
            <p:cNvSpPr/>
            <p:nvPr/>
          </p:nvSpPr>
          <p:spPr>
            <a:xfrm>
              <a:off x="10308055" y="3706228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15804" y="15813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598714" y="3845909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146645" y="4379142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1183677" y="80749"/>
                </a:lnTo>
                <a:lnTo>
                  <a:pt x="1204568" y="76502"/>
                </a:lnTo>
                <a:lnTo>
                  <a:pt x="1221676" y="64936"/>
                </a:lnTo>
                <a:lnTo>
                  <a:pt x="1233235" y="47819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2895" y="3502152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11150" marR="0" lvl="0" indent="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185" dirty="0"/>
              <a:t> </a:t>
            </a:r>
            <a:r>
              <a:rPr spc="-70" dirty="0"/>
              <a:t>Enumerating</a:t>
            </a:r>
            <a:r>
              <a:rPr spc="-175" dirty="0"/>
              <a:t> </a:t>
            </a:r>
            <a:r>
              <a:rPr spc="-55" dirty="0"/>
              <a:t>Bluetooth</a:t>
            </a:r>
            <a:r>
              <a:rPr spc="-180" dirty="0"/>
              <a:t> </a:t>
            </a:r>
            <a:r>
              <a:rPr spc="-3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6054725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along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4.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Take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454654"/>
            <a:ext cx="587375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Keep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mind,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obtained before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authentication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5128386"/>
            <a:ext cx="4481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65669" y="2850655"/>
            <a:ext cx="3775710" cy="1743075"/>
            <a:chOff x="6265669" y="2850655"/>
            <a:chExt cx="3775710" cy="1743075"/>
          </a:xfrm>
        </p:grpSpPr>
        <p:sp>
          <p:nvSpPr>
            <p:cNvPr id="7" name="object 7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3"/>
                  </a:lnTo>
                  <a:lnTo>
                    <a:pt x="90297" y="180593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3"/>
                  </a:lnTo>
                  <a:lnTo>
                    <a:pt x="361187" y="180593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3"/>
                  </a:lnTo>
                  <a:lnTo>
                    <a:pt x="0" y="180593"/>
                  </a:lnTo>
                  <a:lnTo>
                    <a:pt x="180594" y="0"/>
                  </a:lnTo>
                  <a:lnTo>
                    <a:pt x="361187" y="180593"/>
                  </a:lnTo>
                  <a:lnTo>
                    <a:pt x="270890" y="180593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95044" y="285066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4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4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4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4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4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4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4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4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4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4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4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4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4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4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4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4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4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4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4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4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4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4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4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4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4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4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41399" y="3922928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65659" y="3821315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3"/>
                  </a:lnTo>
                  <a:lnTo>
                    <a:pt x="480822" y="481203"/>
                  </a:lnTo>
                  <a:lnTo>
                    <a:pt x="480822" y="641604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4"/>
                  </a:lnTo>
                  <a:lnTo>
                    <a:pt x="480822" y="481203"/>
                  </a:lnTo>
                  <a:lnTo>
                    <a:pt x="0" y="481203"/>
                  </a:lnTo>
                  <a:lnTo>
                    <a:pt x="0" y="160400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992723" y="2258678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08055" y="3706228"/>
            <a:ext cx="915035" cy="619125"/>
            <a:chOff x="10308055" y="3706228"/>
            <a:chExt cx="915035" cy="619125"/>
          </a:xfrm>
        </p:grpSpPr>
        <p:sp>
          <p:nvSpPr>
            <p:cNvPr id="18" name="object 18"/>
            <p:cNvSpPr/>
            <p:nvPr/>
          </p:nvSpPr>
          <p:spPr>
            <a:xfrm>
              <a:off x="10308055" y="3706228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15804" y="15813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598714" y="3845909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146645" y="4379142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1183677" y="80749"/>
                </a:lnTo>
                <a:lnTo>
                  <a:pt x="1204568" y="76502"/>
                </a:lnTo>
                <a:lnTo>
                  <a:pt x="1221676" y="64936"/>
                </a:lnTo>
                <a:lnTo>
                  <a:pt x="1233235" y="47819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2895" y="3502152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11150" marR="0" lvl="0" indent="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185" dirty="0"/>
              <a:t> </a:t>
            </a:r>
            <a:r>
              <a:rPr spc="-70" dirty="0"/>
              <a:t>Enumerating</a:t>
            </a:r>
            <a:r>
              <a:rPr spc="-175" dirty="0"/>
              <a:t> </a:t>
            </a:r>
            <a:r>
              <a:rPr spc="-55" dirty="0"/>
              <a:t>Bluetooth</a:t>
            </a:r>
            <a:r>
              <a:rPr spc="-180" dirty="0"/>
              <a:t> </a:t>
            </a:r>
            <a:r>
              <a:rPr spc="-3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602234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take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of: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obtained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mostly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about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itself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454654"/>
            <a:ext cx="55664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isn’t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much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1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doing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resides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798517"/>
            <a:ext cx="511810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next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give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regarding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hoping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65669" y="2850655"/>
            <a:ext cx="3775710" cy="1743075"/>
            <a:chOff x="6265669" y="2850655"/>
            <a:chExt cx="3775710" cy="1743075"/>
          </a:xfrm>
        </p:grpSpPr>
        <p:sp>
          <p:nvSpPr>
            <p:cNvPr id="7" name="object 7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3"/>
                  </a:lnTo>
                  <a:lnTo>
                    <a:pt x="90297" y="180593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3"/>
                  </a:lnTo>
                  <a:lnTo>
                    <a:pt x="361187" y="180593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3"/>
                  </a:lnTo>
                  <a:lnTo>
                    <a:pt x="0" y="180593"/>
                  </a:lnTo>
                  <a:lnTo>
                    <a:pt x="180594" y="0"/>
                  </a:lnTo>
                  <a:lnTo>
                    <a:pt x="361187" y="180593"/>
                  </a:lnTo>
                  <a:lnTo>
                    <a:pt x="270890" y="180593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95044" y="285066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4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4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4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4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4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4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4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4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4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4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4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4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4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4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4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4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4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4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4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4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4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4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4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4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4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4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41399" y="3922928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65659" y="3821315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3"/>
                  </a:lnTo>
                  <a:lnTo>
                    <a:pt x="480822" y="481203"/>
                  </a:lnTo>
                  <a:lnTo>
                    <a:pt x="480822" y="641604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4"/>
                  </a:lnTo>
                  <a:lnTo>
                    <a:pt x="480822" y="481203"/>
                  </a:lnTo>
                  <a:lnTo>
                    <a:pt x="0" y="481203"/>
                  </a:lnTo>
                  <a:lnTo>
                    <a:pt x="0" y="160400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992723" y="2258678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08055" y="3706228"/>
            <a:ext cx="915035" cy="619125"/>
            <a:chOff x="10308055" y="3706228"/>
            <a:chExt cx="915035" cy="619125"/>
          </a:xfrm>
        </p:grpSpPr>
        <p:sp>
          <p:nvSpPr>
            <p:cNvPr id="18" name="object 18"/>
            <p:cNvSpPr/>
            <p:nvPr/>
          </p:nvSpPr>
          <p:spPr>
            <a:xfrm>
              <a:off x="10308055" y="3706228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15804" y="15813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598714" y="3845909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146645" y="4379142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1183677" y="80749"/>
                </a:lnTo>
                <a:lnTo>
                  <a:pt x="1204568" y="76502"/>
                </a:lnTo>
                <a:lnTo>
                  <a:pt x="1221676" y="64936"/>
                </a:lnTo>
                <a:lnTo>
                  <a:pt x="1233235" y="47819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2895" y="3502152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11150" marR="0" lvl="0" indent="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200" dirty="0"/>
              <a:t> </a:t>
            </a:r>
            <a:r>
              <a:rPr spc="-55" dirty="0"/>
              <a:t>Identifying</a:t>
            </a:r>
            <a:r>
              <a:rPr spc="-200" dirty="0"/>
              <a:t> </a:t>
            </a:r>
            <a:r>
              <a:rPr spc="-35" dirty="0"/>
              <a:t>BT</a:t>
            </a:r>
            <a:r>
              <a:rPr spc="-18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5724525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applications.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applications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individual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support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discovered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using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1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Discovery</a:t>
            </a:r>
            <a:r>
              <a:rPr kumimoji="0" sz="2400" b="0" i="1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Protocol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222447"/>
            <a:ext cx="5803900" cy="10502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special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protocol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meant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1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interact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895215"/>
            <a:ext cx="536511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result,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often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shared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encryption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authentication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8" name="object 18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200" dirty="0"/>
              <a:t> </a:t>
            </a:r>
            <a:r>
              <a:rPr spc="-55" dirty="0"/>
              <a:t>Identifying</a:t>
            </a:r>
            <a:r>
              <a:rPr spc="-200" dirty="0"/>
              <a:t> </a:t>
            </a:r>
            <a:r>
              <a:rPr spc="-35" dirty="0"/>
              <a:t>BT</a:t>
            </a:r>
            <a:r>
              <a:rPr spc="-18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27149"/>
            <a:ext cx="5899785" cy="10502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checking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r>
              <a:rPr kumimoji="0" sz="2400" b="0" i="0" u="none" strike="noStrike" kern="0" cap="none" spc="6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399790"/>
            <a:ext cx="5535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seen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“port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scan”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414773"/>
            <a:ext cx="571246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device’s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8" name="object 18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215" dirty="0"/>
              <a:t> </a:t>
            </a:r>
            <a:r>
              <a:rPr spc="-50" dirty="0"/>
              <a:t>Analyzing</a:t>
            </a:r>
            <a:r>
              <a:rPr spc="-200" dirty="0"/>
              <a:t> </a:t>
            </a:r>
            <a:r>
              <a:rPr dirty="0"/>
              <a:t>SDP</a:t>
            </a:r>
            <a:r>
              <a:rPr spc="-215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27149"/>
            <a:ext cx="558165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Depending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complex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give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070047"/>
            <a:ext cx="584898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special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purpose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414773"/>
            <a:ext cx="5909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perform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tests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8" name="object 18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215" dirty="0"/>
              <a:t> </a:t>
            </a:r>
            <a:r>
              <a:rPr spc="-50" dirty="0"/>
              <a:t>Analyzing</a:t>
            </a:r>
            <a:r>
              <a:rPr spc="-200" dirty="0"/>
              <a:t> </a:t>
            </a:r>
            <a:r>
              <a:rPr dirty="0"/>
              <a:t>SDP</a:t>
            </a:r>
            <a:r>
              <a:rPr spc="-215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191005"/>
            <a:ext cx="5532120" cy="22098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110489" lvl="0" indent="0" algn="just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Analyze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received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You’ll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RFCOMM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channel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custom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able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951478"/>
            <a:ext cx="5650230" cy="9766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There’s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hints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custom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keep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track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5477357"/>
            <a:ext cx="5367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Proceed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6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01420" y="2823569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9" name="object 19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85" dirty="0"/>
              <a:t> </a:t>
            </a:r>
            <a:r>
              <a:rPr spc="-60" dirty="0"/>
              <a:t>Pairing</a:t>
            </a:r>
            <a:r>
              <a:rPr spc="-175" dirty="0"/>
              <a:t> </a:t>
            </a:r>
            <a:r>
              <a:rPr spc="-45" dirty="0"/>
              <a:t>Devices</a:t>
            </a:r>
            <a:r>
              <a:rPr spc="-20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661616"/>
            <a:ext cx="6132195" cy="40290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27050" lvl="0" indent="0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hosted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started interacting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31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designed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interact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 however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33274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hints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previous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tools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available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Linux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8861" y="2593098"/>
            <a:ext cx="3775710" cy="1743075"/>
            <a:chOff x="6388861" y="2593098"/>
            <a:chExt cx="3775710" cy="1743075"/>
          </a:xfrm>
        </p:grpSpPr>
        <p:sp>
          <p:nvSpPr>
            <p:cNvPr id="5" name="object 5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179831" y="0"/>
                  </a:moveTo>
                  <a:lnTo>
                    <a:pt x="0" y="179832"/>
                  </a:lnTo>
                  <a:lnTo>
                    <a:pt x="89915" y="179832"/>
                  </a:lnTo>
                  <a:lnTo>
                    <a:pt x="89915" y="679704"/>
                  </a:lnTo>
                  <a:lnTo>
                    <a:pt x="269747" y="679704"/>
                  </a:lnTo>
                  <a:lnTo>
                    <a:pt x="269747" y="179832"/>
                  </a:lnTo>
                  <a:lnTo>
                    <a:pt x="359663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89915" y="679704"/>
                  </a:moveTo>
                  <a:lnTo>
                    <a:pt x="89915" y="179832"/>
                  </a:lnTo>
                  <a:lnTo>
                    <a:pt x="0" y="179832"/>
                  </a:lnTo>
                  <a:lnTo>
                    <a:pt x="179831" y="0"/>
                  </a:lnTo>
                  <a:lnTo>
                    <a:pt x="359663" y="179832"/>
                  </a:lnTo>
                  <a:lnTo>
                    <a:pt x="269747" y="179832"/>
                  </a:lnTo>
                  <a:lnTo>
                    <a:pt x="269747" y="679704"/>
                  </a:lnTo>
                  <a:lnTo>
                    <a:pt x="89915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16964" y="25931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64843" y="36653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88849" y="3563759"/>
              <a:ext cx="648970" cy="772795"/>
            </a:xfrm>
            <a:custGeom>
              <a:avLst/>
              <a:gdLst/>
              <a:ahLst/>
              <a:cxnLst/>
              <a:rect l="l" t="t" r="r" b="b"/>
              <a:pathLst>
                <a:path w="648970" h="772795">
                  <a:moveTo>
                    <a:pt x="486714" y="243852"/>
                  </a:moveTo>
                  <a:lnTo>
                    <a:pt x="480885" y="200761"/>
                  </a:lnTo>
                  <a:lnTo>
                    <a:pt x="464477" y="161963"/>
                  </a:lnTo>
                  <a:lnTo>
                    <a:pt x="439051" y="129044"/>
                  </a:lnTo>
                  <a:lnTo>
                    <a:pt x="406196" y="103568"/>
                  </a:lnTo>
                  <a:lnTo>
                    <a:pt x="367474" y="87122"/>
                  </a:lnTo>
                  <a:lnTo>
                    <a:pt x="324472" y="81292"/>
                  </a:lnTo>
                  <a:lnTo>
                    <a:pt x="281482" y="87122"/>
                  </a:lnTo>
                  <a:lnTo>
                    <a:pt x="242760" y="103568"/>
                  </a:lnTo>
                  <a:lnTo>
                    <a:pt x="209892" y="129044"/>
                  </a:lnTo>
                  <a:lnTo>
                    <a:pt x="184467" y="161963"/>
                  </a:lnTo>
                  <a:lnTo>
                    <a:pt x="168059" y="200761"/>
                  </a:lnTo>
                  <a:lnTo>
                    <a:pt x="162242" y="243852"/>
                  </a:lnTo>
                  <a:lnTo>
                    <a:pt x="168059" y="286943"/>
                  </a:lnTo>
                  <a:lnTo>
                    <a:pt x="184467" y="325742"/>
                  </a:lnTo>
                  <a:lnTo>
                    <a:pt x="209892" y="358660"/>
                  </a:lnTo>
                  <a:lnTo>
                    <a:pt x="242760" y="384136"/>
                  </a:lnTo>
                  <a:lnTo>
                    <a:pt x="281482" y="400583"/>
                  </a:lnTo>
                  <a:lnTo>
                    <a:pt x="324472" y="406412"/>
                  </a:lnTo>
                  <a:lnTo>
                    <a:pt x="331571" y="406412"/>
                  </a:lnTo>
                  <a:lnTo>
                    <a:pt x="334619" y="405396"/>
                  </a:lnTo>
                  <a:lnTo>
                    <a:pt x="334619" y="355612"/>
                  </a:lnTo>
                  <a:lnTo>
                    <a:pt x="335000" y="348754"/>
                  </a:lnTo>
                  <a:lnTo>
                    <a:pt x="355028" y="309511"/>
                  </a:lnTo>
                  <a:lnTo>
                    <a:pt x="485698" y="261124"/>
                  </a:lnTo>
                  <a:lnTo>
                    <a:pt x="486714" y="255028"/>
                  </a:lnTo>
                  <a:lnTo>
                    <a:pt x="486714" y="243852"/>
                  </a:lnTo>
                  <a:close/>
                </a:path>
                <a:path w="648970" h="772795">
                  <a:moveTo>
                    <a:pt x="599262" y="203212"/>
                  </a:moveTo>
                  <a:lnTo>
                    <a:pt x="597662" y="195326"/>
                  </a:lnTo>
                  <a:lnTo>
                    <a:pt x="593305" y="188861"/>
                  </a:lnTo>
                  <a:lnTo>
                    <a:pt x="586854" y="184492"/>
                  </a:lnTo>
                  <a:lnTo>
                    <a:pt x="578980" y="182892"/>
                  </a:lnTo>
                  <a:lnTo>
                    <a:pt x="560730" y="182892"/>
                  </a:lnTo>
                  <a:lnTo>
                    <a:pt x="544982" y="139801"/>
                  </a:lnTo>
                  <a:lnTo>
                    <a:pt x="521792" y="100863"/>
                  </a:lnTo>
                  <a:lnTo>
                    <a:pt x="492010" y="66967"/>
                  </a:lnTo>
                  <a:lnTo>
                    <a:pt x="458571" y="40640"/>
                  </a:lnTo>
                  <a:lnTo>
                    <a:pt x="416191" y="17957"/>
                  </a:lnTo>
                  <a:lnTo>
                    <a:pt x="371881" y="4648"/>
                  </a:lnTo>
                  <a:lnTo>
                    <a:pt x="324472" y="0"/>
                  </a:lnTo>
                  <a:lnTo>
                    <a:pt x="276326" y="4800"/>
                  </a:lnTo>
                  <a:lnTo>
                    <a:pt x="231317" y="18542"/>
                  </a:lnTo>
                  <a:lnTo>
                    <a:pt x="190296" y="40297"/>
                  </a:lnTo>
                  <a:lnTo>
                    <a:pt x="149059" y="73152"/>
                  </a:lnTo>
                  <a:lnTo>
                    <a:pt x="146011" y="78244"/>
                  </a:lnTo>
                  <a:lnTo>
                    <a:pt x="146037" y="85432"/>
                  </a:lnTo>
                  <a:lnTo>
                    <a:pt x="180492" y="99580"/>
                  </a:lnTo>
                  <a:lnTo>
                    <a:pt x="210972" y="74930"/>
                  </a:lnTo>
                  <a:lnTo>
                    <a:pt x="245643" y="56388"/>
                  </a:lnTo>
                  <a:lnTo>
                    <a:pt x="283730" y="44704"/>
                  </a:lnTo>
                  <a:lnTo>
                    <a:pt x="324472" y="40640"/>
                  </a:lnTo>
                  <a:lnTo>
                    <a:pt x="370827" y="46037"/>
                  </a:lnTo>
                  <a:lnTo>
                    <a:pt x="413461" y="61379"/>
                  </a:lnTo>
                  <a:lnTo>
                    <a:pt x="451116" y="85432"/>
                  </a:lnTo>
                  <a:lnTo>
                    <a:pt x="482574" y="116954"/>
                  </a:lnTo>
                  <a:lnTo>
                    <a:pt x="506577" y="154686"/>
                  </a:lnTo>
                  <a:lnTo>
                    <a:pt x="521893" y="197408"/>
                  </a:lnTo>
                  <a:lnTo>
                    <a:pt x="527265" y="243852"/>
                  </a:lnTo>
                  <a:lnTo>
                    <a:pt x="527265" y="290588"/>
                  </a:lnTo>
                  <a:lnTo>
                    <a:pt x="410667" y="329196"/>
                  </a:lnTo>
                  <a:lnTo>
                    <a:pt x="400519" y="325132"/>
                  </a:lnTo>
                  <a:lnTo>
                    <a:pt x="395452" y="325132"/>
                  </a:lnTo>
                  <a:lnTo>
                    <a:pt x="383425" y="327469"/>
                  </a:lnTo>
                  <a:lnTo>
                    <a:pt x="373786" y="333895"/>
                  </a:lnTo>
                  <a:lnTo>
                    <a:pt x="367360" y="343573"/>
                  </a:lnTo>
                  <a:lnTo>
                    <a:pt x="365036" y="355612"/>
                  </a:lnTo>
                  <a:lnTo>
                    <a:pt x="367360" y="367665"/>
                  </a:lnTo>
                  <a:lnTo>
                    <a:pt x="373786" y="377329"/>
                  </a:lnTo>
                  <a:lnTo>
                    <a:pt x="383425" y="383768"/>
                  </a:lnTo>
                  <a:lnTo>
                    <a:pt x="395452" y="386092"/>
                  </a:lnTo>
                  <a:lnTo>
                    <a:pt x="404317" y="384810"/>
                  </a:lnTo>
                  <a:lnTo>
                    <a:pt x="412318" y="381139"/>
                  </a:lnTo>
                  <a:lnTo>
                    <a:pt x="418985" y="375386"/>
                  </a:lnTo>
                  <a:lnTo>
                    <a:pt x="423849" y="367804"/>
                  </a:lnTo>
                  <a:lnTo>
                    <a:pt x="539445" y="329196"/>
                  </a:lnTo>
                  <a:lnTo>
                    <a:pt x="585063" y="313956"/>
                  </a:lnTo>
                  <a:lnTo>
                    <a:pt x="593178" y="310908"/>
                  </a:lnTo>
                  <a:lnTo>
                    <a:pt x="599262" y="303796"/>
                  </a:lnTo>
                  <a:lnTo>
                    <a:pt x="599262" y="203212"/>
                  </a:lnTo>
                  <a:close/>
                </a:path>
                <a:path w="648970" h="772795">
                  <a:moveTo>
                    <a:pt x="648944" y="609625"/>
                  </a:moveTo>
                  <a:lnTo>
                    <a:pt x="630123" y="558190"/>
                  </a:lnTo>
                  <a:lnTo>
                    <a:pt x="580948" y="519391"/>
                  </a:lnTo>
                  <a:lnTo>
                    <a:pt x="541972" y="498373"/>
                  </a:lnTo>
                  <a:lnTo>
                    <a:pt x="500722" y="481164"/>
                  </a:lnTo>
                  <a:lnTo>
                    <a:pt x="458317" y="467385"/>
                  </a:lnTo>
                  <a:lnTo>
                    <a:pt x="394436" y="452653"/>
                  </a:lnTo>
                  <a:lnTo>
                    <a:pt x="324472" y="447065"/>
                  </a:lnTo>
                  <a:lnTo>
                    <a:pt x="291020" y="448525"/>
                  </a:lnTo>
                  <a:lnTo>
                    <a:pt x="224091" y="459066"/>
                  </a:lnTo>
                  <a:lnTo>
                    <a:pt x="148234" y="481736"/>
                  </a:lnTo>
                  <a:lnTo>
                    <a:pt x="106984" y="499897"/>
                  </a:lnTo>
                  <a:lnTo>
                    <a:pt x="68008" y="521106"/>
                  </a:lnTo>
                  <a:lnTo>
                    <a:pt x="32448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8944" y="772198"/>
                  </a:lnTo>
                  <a:lnTo>
                    <a:pt x="648944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482346" y="0"/>
                  </a:moveTo>
                  <a:lnTo>
                    <a:pt x="482346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2346" y="481202"/>
                  </a:lnTo>
                  <a:lnTo>
                    <a:pt x="482346" y="641603"/>
                  </a:lnTo>
                  <a:lnTo>
                    <a:pt x="803148" y="32080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0" y="160400"/>
                  </a:moveTo>
                  <a:lnTo>
                    <a:pt x="482346" y="160400"/>
                  </a:lnTo>
                  <a:lnTo>
                    <a:pt x="482346" y="0"/>
                  </a:lnTo>
                  <a:lnTo>
                    <a:pt x="803148" y="320801"/>
                  </a:lnTo>
                  <a:lnTo>
                    <a:pt x="482346" y="641603"/>
                  </a:lnTo>
                  <a:lnTo>
                    <a:pt x="482346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05936" y="3562797"/>
              <a:ext cx="280092" cy="214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47686" y="3296097"/>
              <a:ext cx="188200" cy="224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51327" y="290215"/>
                  </a:moveTo>
                  <a:lnTo>
                    <a:pt x="299473" y="290215"/>
                  </a:lnTo>
                  <a:lnTo>
                    <a:pt x="306345" y="290760"/>
                  </a:lnTo>
                  <a:lnTo>
                    <a:pt x="312775" y="292453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78013" y="363711"/>
                  </a:lnTo>
                  <a:lnTo>
                    <a:pt x="407126" y="338948"/>
                  </a:lnTo>
                  <a:lnTo>
                    <a:pt x="408715" y="323194"/>
                  </a:lnTo>
                  <a:lnTo>
                    <a:pt x="421333" y="323194"/>
                  </a:lnTo>
                  <a:lnTo>
                    <a:pt x="450446" y="298431"/>
                  </a:lnTo>
                  <a:lnTo>
                    <a:pt x="451125" y="292100"/>
                  </a:lnTo>
                  <a:lnTo>
                    <a:pt x="451226" y="291158"/>
                  </a:lnTo>
                  <a:lnTo>
                    <a:pt x="451327" y="290215"/>
                  </a:lnTo>
                  <a:close/>
                </a:path>
                <a:path w="504825" h="406400">
                  <a:moveTo>
                    <a:pt x="378013" y="363711"/>
                  </a:moveTo>
                  <a:lnTo>
                    <a:pt x="365395" y="363711"/>
                  </a:lnTo>
                  <a:lnTo>
                    <a:pt x="368220" y="364654"/>
                  </a:lnTo>
                  <a:lnTo>
                    <a:pt x="374812" y="364654"/>
                  </a:lnTo>
                  <a:lnTo>
                    <a:pt x="378013" y="363711"/>
                  </a:lnTo>
                  <a:close/>
                </a:path>
                <a:path w="504825" h="406400">
                  <a:moveTo>
                    <a:pt x="421333" y="323194"/>
                  </a:moveTo>
                  <a:lnTo>
                    <a:pt x="408715" y="323194"/>
                  </a:lnTo>
                  <a:lnTo>
                    <a:pt x="411540" y="324137"/>
                  </a:lnTo>
                  <a:lnTo>
                    <a:pt x="418132" y="324137"/>
                  </a:lnTo>
                  <a:lnTo>
                    <a:pt x="421333" y="323194"/>
                  </a:lnTo>
                  <a:close/>
                </a:path>
                <a:path w="504825" h="406400">
                  <a:moveTo>
                    <a:pt x="503559" y="252525"/>
                  </a:moveTo>
                  <a:lnTo>
                    <a:pt x="246736" y="252525"/>
                  </a:lnTo>
                  <a:lnTo>
                    <a:pt x="254328" y="253217"/>
                  </a:lnTo>
                  <a:lnTo>
                    <a:pt x="261568" y="255234"/>
                  </a:lnTo>
                  <a:lnTo>
                    <a:pt x="287626" y="283619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451327" y="290215"/>
                  </a:lnTo>
                  <a:lnTo>
                    <a:pt x="452013" y="283826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96297" y="268543"/>
                  </a:lnTo>
                  <a:lnTo>
                    <a:pt x="503357" y="254409"/>
                  </a:lnTo>
                  <a:lnTo>
                    <a:pt x="503458" y="253467"/>
                  </a:lnTo>
                  <a:lnTo>
                    <a:pt x="503559" y="252525"/>
                  </a:lnTo>
                  <a:close/>
                </a:path>
                <a:path w="504825" h="406400">
                  <a:moveTo>
                    <a:pt x="483672" y="277966"/>
                  </a:move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3672" y="277966"/>
                  </a:lnTo>
                  <a:close/>
                </a:path>
                <a:path w="504825" h="406400">
                  <a:moveTo>
                    <a:pt x="485624" y="208239"/>
                  </a:moveTo>
                  <a:lnTo>
                    <a:pt x="187406" y="208239"/>
                  </a:lnTo>
                  <a:lnTo>
                    <a:pt x="195837" y="208945"/>
                  </a:lnTo>
                  <a:lnTo>
                    <a:pt x="204004" y="211065"/>
                  </a:lnTo>
                  <a:lnTo>
                    <a:pt x="233448" y="244722"/>
                  </a:lnTo>
                  <a:lnTo>
                    <a:pt x="234290" y="252525"/>
                  </a:lnTo>
                  <a:lnTo>
                    <a:pt x="234391" y="253467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503559" y="252525"/>
                  </a:lnTo>
                  <a:lnTo>
                    <a:pt x="504773" y="241218"/>
                  </a:lnTo>
                  <a:lnTo>
                    <a:pt x="504548" y="235564"/>
                  </a:lnTo>
                  <a:lnTo>
                    <a:pt x="504478" y="233798"/>
                  </a:lnTo>
                  <a:lnTo>
                    <a:pt x="502427" y="227113"/>
                  </a:lnTo>
                  <a:lnTo>
                    <a:pt x="498945" y="221077"/>
                  </a:lnTo>
                  <a:lnTo>
                    <a:pt x="494413" y="215777"/>
                  </a:lnTo>
                  <a:lnTo>
                    <a:pt x="485624" y="208239"/>
                  </a:lnTo>
                  <a:close/>
                </a:path>
                <a:path w="504825" h="406400">
                  <a:moveTo>
                    <a:pt x="204473" y="165837"/>
                  </a:moveTo>
                  <a:lnTo>
                    <a:pt x="124309" y="165837"/>
                  </a:lnTo>
                  <a:lnTo>
                    <a:pt x="132741" y="166544"/>
                  </a:lnTo>
                  <a:lnTo>
                    <a:pt x="141035" y="168723"/>
                  </a:lnTo>
                  <a:lnTo>
                    <a:pt x="169954" y="201393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485624" y="208239"/>
                  </a:lnTo>
                  <a:lnTo>
                    <a:pt x="440577" y="169606"/>
                  </a:lnTo>
                  <a:lnTo>
                    <a:pt x="225076" y="169606"/>
                  </a:lnTo>
                  <a:lnTo>
                    <a:pt x="214702" y="168723"/>
                  </a:lnTo>
                  <a:lnTo>
                    <a:pt x="204946" y="166073"/>
                  </a:lnTo>
                  <a:lnTo>
                    <a:pt x="204473" y="165837"/>
                  </a:lnTo>
                  <a:close/>
                </a:path>
                <a:path w="504825" h="406400">
                  <a:moveTo>
                    <a:pt x="81931" y="0"/>
                  </a:move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204473" y="165837"/>
                  </a:lnTo>
                  <a:lnTo>
                    <a:pt x="196073" y="161656"/>
                  </a:lnTo>
                  <a:lnTo>
                    <a:pt x="188348" y="155472"/>
                  </a:lnTo>
                  <a:lnTo>
                    <a:pt x="174751" y="137525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5808" y="14133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close/>
                </a:path>
                <a:path w="504825" h="406400">
                  <a:moveTo>
                    <a:pt x="332434" y="76323"/>
                  </a:moveTo>
                  <a:lnTo>
                    <a:pt x="267454" y="150761"/>
                  </a:lnTo>
                  <a:lnTo>
                    <a:pt x="229784" y="169606"/>
                  </a:lnTo>
                  <a:lnTo>
                    <a:pt x="440577" y="169606"/>
                  </a:lnTo>
                  <a:lnTo>
                    <a:pt x="342793" y="85745"/>
                  </a:lnTo>
                  <a:lnTo>
                    <a:pt x="332434" y="76323"/>
                  </a:lnTo>
                  <a:close/>
                </a:path>
                <a:path w="504825" h="406400">
                  <a:moveTo>
                    <a:pt x="203636" y="11130"/>
                  </a:moveTo>
                  <a:lnTo>
                    <a:pt x="165393" y="14133"/>
                  </a:lnTo>
                  <a:lnTo>
                    <a:pt x="235808" y="14133"/>
                  </a:lnTo>
                  <a:lnTo>
                    <a:pt x="238260" y="11307"/>
                  </a:lnTo>
                  <a:lnTo>
                    <a:pt x="203636" y="1113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94413" y="215777"/>
                  </a:moveTo>
                  <a:lnTo>
                    <a:pt x="342793" y="85745"/>
                  </a:lnTo>
                  <a:lnTo>
                    <a:pt x="332434" y="76323"/>
                  </a:lnTo>
                  <a:lnTo>
                    <a:pt x="267454" y="150761"/>
                  </a:lnTo>
                  <a:lnTo>
                    <a:pt x="259714" y="158343"/>
                  </a:lnTo>
                  <a:lnTo>
                    <a:pt x="250738" y="164070"/>
                  </a:lnTo>
                  <a:lnTo>
                    <a:pt x="240703" y="167854"/>
                  </a:lnTo>
                  <a:lnTo>
                    <a:pt x="229784" y="169606"/>
                  </a:lnTo>
                  <a:lnTo>
                    <a:pt x="227901" y="169606"/>
                  </a:lnTo>
                  <a:lnTo>
                    <a:pt x="226017" y="169606"/>
                  </a:lnTo>
                  <a:lnTo>
                    <a:pt x="225076" y="169606"/>
                  </a:lnTo>
                  <a:lnTo>
                    <a:pt x="188348" y="155472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8260" y="11307"/>
                  </a:lnTo>
                  <a:lnTo>
                    <a:pt x="203636" y="11130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162126" y="184167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187406" y="208239"/>
                  </a:lnTo>
                  <a:lnTo>
                    <a:pt x="195837" y="208945"/>
                  </a:lnTo>
                  <a:lnTo>
                    <a:pt x="230373" y="235564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246736" y="252525"/>
                  </a:lnTo>
                  <a:lnTo>
                    <a:pt x="284876" y="276081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299473" y="290215"/>
                  </a:lnTo>
                  <a:lnTo>
                    <a:pt x="333023" y="311298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68220" y="364654"/>
                  </a:lnTo>
                  <a:lnTo>
                    <a:pt x="371987" y="364654"/>
                  </a:lnTo>
                  <a:lnTo>
                    <a:pt x="407126" y="338948"/>
                  </a:lnTo>
                  <a:lnTo>
                    <a:pt x="408715" y="324137"/>
                  </a:lnTo>
                  <a:lnTo>
                    <a:pt x="408715" y="323194"/>
                  </a:lnTo>
                  <a:lnTo>
                    <a:pt x="411540" y="324137"/>
                  </a:lnTo>
                  <a:lnTo>
                    <a:pt x="415307" y="324137"/>
                  </a:lnTo>
                  <a:lnTo>
                    <a:pt x="450446" y="298431"/>
                  </a:lnTo>
                  <a:lnTo>
                    <a:pt x="452035" y="283619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5173" y="277524"/>
                  </a:lnTo>
                  <a:lnTo>
                    <a:pt x="496297" y="268543"/>
                  </a:lnTo>
                  <a:lnTo>
                    <a:pt x="503183" y="256029"/>
                  </a:lnTo>
                  <a:lnTo>
                    <a:pt x="504773" y="241218"/>
                  </a:lnTo>
                  <a:lnTo>
                    <a:pt x="504478" y="233798"/>
                  </a:lnTo>
                  <a:lnTo>
                    <a:pt x="502418" y="227084"/>
                  </a:lnTo>
                  <a:lnTo>
                    <a:pt x="498945" y="221077"/>
                  </a:lnTo>
                  <a:lnTo>
                    <a:pt x="494413" y="215777"/>
                  </a:lnTo>
                  <a:close/>
                </a:path>
              </a:pathLst>
            </a:custGeom>
            <a:ln w="109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915" y="3296097"/>
              <a:ext cx="188201" cy="224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45950" y="57477"/>
                  </a:moveTo>
                  <a:lnTo>
                    <a:pt x="144086" y="57477"/>
                  </a:lnTo>
                  <a:lnTo>
                    <a:pt x="320191" y="209181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45950" y="57477"/>
                  </a:lnTo>
                  <a:close/>
                </a:path>
                <a:path w="398779" h="221614">
                  <a:moveTo>
                    <a:pt x="115833" y="0"/>
                  </a:move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144086" y="57477"/>
                  </a:lnTo>
                  <a:lnTo>
                    <a:pt x="345950" y="57477"/>
                  </a:lnTo>
                  <a:lnTo>
                    <a:pt x="325569" y="24130"/>
                  </a:ln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close/>
                </a:path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325569" y="24130"/>
                  </a:lnTo>
                  <a:lnTo>
                    <a:pt x="318308" y="12249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lnTo>
                    <a:pt x="107255" y="191"/>
                  </a:lnTo>
                  <a:lnTo>
                    <a:pt x="98764" y="2237"/>
                  </a:ln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78929" y="132210"/>
                  </a:lnTo>
                  <a:lnTo>
                    <a:pt x="105474" y="101763"/>
                  </a:lnTo>
                  <a:lnTo>
                    <a:pt x="132020" y="71317"/>
                  </a:lnTo>
                  <a:lnTo>
                    <a:pt x="144086" y="57477"/>
                  </a:lnTo>
                  <a:lnTo>
                    <a:pt x="320191" y="209181"/>
                  </a:lnTo>
                  <a:lnTo>
                    <a:pt x="324900" y="213892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18308" y="12249"/>
                  </a:lnTo>
                  <a:close/>
                </a:path>
              </a:pathLst>
            </a:custGeom>
            <a:ln w="10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7116167" y="20011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2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7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5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3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3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431499" y="3448672"/>
            <a:ext cx="915035" cy="619125"/>
            <a:chOff x="10431499" y="3448672"/>
            <a:chExt cx="915035" cy="619125"/>
          </a:xfrm>
        </p:grpSpPr>
        <p:sp>
          <p:nvSpPr>
            <p:cNvPr id="23" name="object 23"/>
            <p:cNvSpPr/>
            <p:nvPr/>
          </p:nvSpPr>
          <p:spPr>
            <a:xfrm>
              <a:off x="10431499" y="34486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0720635" y="3588352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5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3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8" y="85853"/>
                  </a:lnTo>
                  <a:lnTo>
                    <a:pt x="145961" y="72341"/>
                  </a:lnTo>
                  <a:lnTo>
                    <a:pt x="170476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8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3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6" y="67379"/>
                  </a:lnTo>
                  <a:lnTo>
                    <a:pt x="195020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3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" name="object 25"/>
          <p:cNvSpPr/>
          <p:nvPr/>
        </p:nvSpPr>
        <p:spPr>
          <a:xfrm>
            <a:off x="10270089" y="41215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85" dirty="0"/>
              <a:t> </a:t>
            </a:r>
            <a:r>
              <a:rPr spc="-60" dirty="0"/>
              <a:t>Pairing</a:t>
            </a:r>
            <a:r>
              <a:rPr spc="-175" dirty="0"/>
              <a:t> </a:t>
            </a:r>
            <a:r>
              <a:rPr spc="-45" dirty="0"/>
              <a:t>Devices</a:t>
            </a:r>
            <a:r>
              <a:rPr spc="-20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5987415" cy="43961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9525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general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forms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Legacy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Simple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(SSP)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41910" lvl="0" indent="0" defTabSz="914400" eaLnBrk="1" fontAlgn="auto" latinLnBrk="0" hangingPunct="1">
              <a:lnSpc>
                <a:spcPts val="25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SSP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version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far,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configured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legacy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Older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supported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legacy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PIN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code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devices,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manufacturer-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default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code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like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0000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1234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8861" y="2593098"/>
            <a:ext cx="3775710" cy="1743075"/>
            <a:chOff x="6388861" y="2593098"/>
            <a:chExt cx="3775710" cy="1743075"/>
          </a:xfrm>
        </p:grpSpPr>
        <p:sp>
          <p:nvSpPr>
            <p:cNvPr id="5" name="object 5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179831" y="0"/>
                  </a:moveTo>
                  <a:lnTo>
                    <a:pt x="0" y="179832"/>
                  </a:lnTo>
                  <a:lnTo>
                    <a:pt x="89915" y="179832"/>
                  </a:lnTo>
                  <a:lnTo>
                    <a:pt x="89915" y="679704"/>
                  </a:lnTo>
                  <a:lnTo>
                    <a:pt x="269747" y="679704"/>
                  </a:lnTo>
                  <a:lnTo>
                    <a:pt x="269747" y="179832"/>
                  </a:lnTo>
                  <a:lnTo>
                    <a:pt x="359663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89915" y="679704"/>
                  </a:moveTo>
                  <a:lnTo>
                    <a:pt x="89915" y="179832"/>
                  </a:lnTo>
                  <a:lnTo>
                    <a:pt x="0" y="179832"/>
                  </a:lnTo>
                  <a:lnTo>
                    <a:pt x="179831" y="0"/>
                  </a:lnTo>
                  <a:lnTo>
                    <a:pt x="359663" y="179832"/>
                  </a:lnTo>
                  <a:lnTo>
                    <a:pt x="269747" y="179832"/>
                  </a:lnTo>
                  <a:lnTo>
                    <a:pt x="269747" y="679704"/>
                  </a:lnTo>
                  <a:lnTo>
                    <a:pt x="89915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16964" y="25931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64843" y="36653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88849" y="3563759"/>
              <a:ext cx="648970" cy="772795"/>
            </a:xfrm>
            <a:custGeom>
              <a:avLst/>
              <a:gdLst/>
              <a:ahLst/>
              <a:cxnLst/>
              <a:rect l="l" t="t" r="r" b="b"/>
              <a:pathLst>
                <a:path w="648970" h="772795">
                  <a:moveTo>
                    <a:pt x="486714" y="243852"/>
                  </a:moveTo>
                  <a:lnTo>
                    <a:pt x="480885" y="200761"/>
                  </a:lnTo>
                  <a:lnTo>
                    <a:pt x="464477" y="161963"/>
                  </a:lnTo>
                  <a:lnTo>
                    <a:pt x="439051" y="129044"/>
                  </a:lnTo>
                  <a:lnTo>
                    <a:pt x="406196" y="103568"/>
                  </a:lnTo>
                  <a:lnTo>
                    <a:pt x="367474" y="87122"/>
                  </a:lnTo>
                  <a:lnTo>
                    <a:pt x="324472" y="81292"/>
                  </a:lnTo>
                  <a:lnTo>
                    <a:pt x="281482" y="87122"/>
                  </a:lnTo>
                  <a:lnTo>
                    <a:pt x="242760" y="103568"/>
                  </a:lnTo>
                  <a:lnTo>
                    <a:pt x="209892" y="129044"/>
                  </a:lnTo>
                  <a:lnTo>
                    <a:pt x="184467" y="161963"/>
                  </a:lnTo>
                  <a:lnTo>
                    <a:pt x="168059" y="200761"/>
                  </a:lnTo>
                  <a:lnTo>
                    <a:pt x="162242" y="243852"/>
                  </a:lnTo>
                  <a:lnTo>
                    <a:pt x="168059" y="286943"/>
                  </a:lnTo>
                  <a:lnTo>
                    <a:pt x="184467" y="325742"/>
                  </a:lnTo>
                  <a:lnTo>
                    <a:pt x="209892" y="358660"/>
                  </a:lnTo>
                  <a:lnTo>
                    <a:pt x="242760" y="384136"/>
                  </a:lnTo>
                  <a:lnTo>
                    <a:pt x="281482" y="400583"/>
                  </a:lnTo>
                  <a:lnTo>
                    <a:pt x="324472" y="406412"/>
                  </a:lnTo>
                  <a:lnTo>
                    <a:pt x="331571" y="406412"/>
                  </a:lnTo>
                  <a:lnTo>
                    <a:pt x="334619" y="405396"/>
                  </a:lnTo>
                  <a:lnTo>
                    <a:pt x="334619" y="355612"/>
                  </a:lnTo>
                  <a:lnTo>
                    <a:pt x="335000" y="348754"/>
                  </a:lnTo>
                  <a:lnTo>
                    <a:pt x="355028" y="309511"/>
                  </a:lnTo>
                  <a:lnTo>
                    <a:pt x="485698" y="261124"/>
                  </a:lnTo>
                  <a:lnTo>
                    <a:pt x="486714" y="255028"/>
                  </a:lnTo>
                  <a:lnTo>
                    <a:pt x="486714" y="243852"/>
                  </a:lnTo>
                  <a:close/>
                </a:path>
                <a:path w="648970" h="772795">
                  <a:moveTo>
                    <a:pt x="599262" y="203212"/>
                  </a:moveTo>
                  <a:lnTo>
                    <a:pt x="597662" y="195326"/>
                  </a:lnTo>
                  <a:lnTo>
                    <a:pt x="593305" y="188861"/>
                  </a:lnTo>
                  <a:lnTo>
                    <a:pt x="586854" y="184492"/>
                  </a:lnTo>
                  <a:lnTo>
                    <a:pt x="578980" y="182892"/>
                  </a:lnTo>
                  <a:lnTo>
                    <a:pt x="560730" y="182892"/>
                  </a:lnTo>
                  <a:lnTo>
                    <a:pt x="544982" y="139801"/>
                  </a:lnTo>
                  <a:lnTo>
                    <a:pt x="521792" y="100863"/>
                  </a:lnTo>
                  <a:lnTo>
                    <a:pt x="492010" y="66967"/>
                  </a:lnTo>
                  <a:lnTo>
                    <a:pt x="458571" y="40640"/>
                  </a:lnTo>
                  <a:lnTo>
                    <a:pt x="416191" y="17957"/>
                  </a:lnTo>
                  <a:lnTo>
                    <a:pt x="371881" y="4648"/>
                  </a:lnTo>
                  <a:lnTo>
                    <a:pt x="324472" y="0"/>
                  </a:lnTo>
                  <a:lnTo>
                    <a:pt x="276326" y="4800"/>
                  </a:lnTo>
                  <a:lnTo>
                    <a:pt x="231317" y="18542"/>
                  </a:lnTo>
                  <a:lnTo>
                    <a:pt x="190296" y="40297"/>
                  </a:lnTo>
                  <a:lnTo>
                    <a:pt x="149059" y="73152"/>
                  </a:lnTo>
                  <a:lnTo>
                    <a:pt x="146011" y="78244"/>
                  </a:lnTo>
                  <a:lnTo>
                    <a:pt x="146037" y="85432"/>
                  </a:lnTo>
                  <a:lnTo>
                    <a:pt x="180492" y="99580"/>
                  </a:lnTo>
                  <a:lnTo>
                    <a:pt x="210972" y="74930"/>
                  </a:lnTo>
                  <a:lnTo>
                    <a:pt x="245643" y="56388"/>
                  </a:lnTo>
                  <a:lnTo>
                    <a:pt x="283730" y="44704"/>
                  </a:lnTo>
                  <a:lnTo>
                    <a:pt x="324472" y="40640"/>
                  </a:lnTo>
                  <a:lnTo>
                    <a:pt x="370827" y="46037"/>
                  </a:lnTo>
                  <a:lnTo>
                    <a:pt x="413461" y="61379"/>
                  </a:lnTo>
                  <a:lnTo>
                    <a:pt x="451116" y="85432"/>
                  </a:lnTo>
                  <a:lnTo>
                    <a:pt x="482574" y="116954"/>
                  </a:lnTo>
                  <a:lnTo>
                    <a:pt x="506577" y="154686"/>
                  </a:lnTo>
                  <a:lnTo>
                    <a:pt x="521893" y="197408"/>
                  </a:lnTo>
                  <a:lnTo>
                    <a:pt x="527265" y="243852"/>
                  </a:lnTo>
                  <a:lnTo>
                    <a:pt x="527265" y="290588"/>
                  </a:lnTo>
                  <a:lnTo>
                    <a:pt x="410667" y="329196"/>
                  </a:lnTo>
                  <a:lnTo>
                    <a:pt x="400519" y="325132"/>
                  </a:lnTo>
                  <a:lnTo>
                    <a:pt x="395452" y="325132"/>
                  </a:lnTo>
                  <a:lnTo>
                    <a:pt x="383425" y="327469"/>
                  </a:lnTo>
                  <a:lnTo>
                    <a:pt x="373786" y="333895"/>
                  </a:lnTo>
                  <a:lnTo>
                    <a:pt x="367360" y="343573"/>
                  </a:lnTo>
                  <a:lnTo>
                    <a:pt x="365036" y="355612"/>
                  </a:lnTo>
                  <a:lnTo>
                    <a:pt x="367360" y="367665"/>
                  </a:lnTo>
                  <a:lnTo>
                    <a:pt x="373786" y="377329"/>
                  </a:lnTo>
                  <a:lnTo>
                    <a:pt x="383425" y="383768"/>
                  </a:lnTo>
                  <a:lnTo>
                    <a:pt x="395452" y="386092"/>
                  </a:lnTo>
                  <a:lnTo>
                    <a:pt x="404317" y="384810"/>
                  </a:lnTo>
                  <a:lnTo>
                    <a:pt x="412318" y="381139"/>
                  </a:lnTo>
                  <a:lnTo>
                    <a:pt x="418985" y="375386"/>
                  </a:lnTo>
                  <a:lnTo>
                    <a:pt x="423849" y="367804"/>
                  </a:lnTo>
                  <a:lnTo>
                    <a:pt x="539445" y="329196"/>
                  </a:lnTo>
                  <a:lnTo>
                    <a:pt x="585063" y="313956"/>
                  </a:lnTo>
                  <a:lnTo>
                    <a:pt x="593178" y="310908"/>
                  </a:lnTo>
                  <a:lnTo>
                    <a:pt x="599262" y="303796"/>
                  </a:lnTo>
                  <a:lnTo>
                    <a:pt x="599262" y="203212"/>
                  </a:lnTo>
                  <a:close/>
                </a:path>
                <a:path w="648970" h="772795">
                  <a:moveTo>
                    <a:pt x="648944" y="609625"/>
                  </a:moveTo>
                  <a:lnTo>
                    <a:pt x="630123" y="558190"/>
                  </a:lnTo>
                  <a:lnTo>
                    <a:pt x="580948" y="519391"/>
                  </a:lnTo>
                  <a:lnTo>
                    <a:pt x="541972" y="498373"/>
                  </a:lnTo>
                  <a:lnTo>
                    <a:pt x="500722" y="481164"/>
                  </a:lnTo>
                  <a:lnTo>
                    <a:pt x="458317" y="467385"/>
                  </a:lnTo>
                  <a:lnTo>
                    <a:pt x="394436" y="452653"/>
                  </a:lnTo>
                  <a:lnTo>
                    <a:pt x="324472" y="447065"/>
                  </a:lnTo>
                  <a:lnTo>
                    <a:pt x="291020" y="448525"/>
                  </a:lnTo>
                  <a:lnTo>
                    <a:pt x="224091" y="459066"/>
                  </a:lnTo>
                  <a:lnTo>
                    <a:pt x="148234" y="481736"/>
                  </a:lnTo>
                  <a:lnTo>
                    <a:pt x="106984" y="499897"/>
                  </a:lnTo>
                  <a:lnTo>
                    <a:pt x="68008" y="521106"/>
                  </a:lnTo>
                  <a:lnTo>
                    <a:pt x="32448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8944" y="772198"/>
                  </a:lnTo>
                  <a:lnTo>
                    <a:pt x="648944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482346" y="0"/>
                  </a:moveTo>
                  <a:lnTo>
                    <a:pt x="482346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2346" y="481202"/>
                  </a:lnTo>
                  <a:lnTo>
                    <a:pt x="482346" y="641603"/>
                  </a:lnTo>
                  <a:lnTo>
                    <a:pt x="803148" y="32080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0" y="160400"/>
                  </a:moveTo>
                  <a:lnTo>
                    <a:pt x="482346" y="160400"/>
                  </a:lnTo>
                  <a:lnTo>
                    <a:pt x="482346" y="0"/>
                  </a:lnTo>
                  <a:lnTo>
                    <a:pt x="803148" y="320801"/>
                  </a:lnTo>
                  <a:lnTo>
                    <a:pt x="482346" y="641603"/>
                  </a:lnTo>
                  <a:lnTo>
                    <a:pt x="482346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05936" y="3562797"/>
              <a:ext cx="280092" cy="214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47686" y="3296097"/>
              <a:ext cx="188200" cy="224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51327" y="290215"/>
                  </a:moveTo>
                  <a:lnTo>
                    <a:pt x="299473" y="290215"/>
                  </a:lnTo>
                  <a:lnTo>
                    <a:pt x="306345" y="290760"/>
                  </a:lnTo>
                  <a:lnTo>
                    <a:pt x="312775" y="292453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78013" y="363711"/>
                  </a:lnTo>
                  <a:lnTo>
                    <a:pt x="407126" y="338948"/>
                  </a:lnTo>
                  <a:lnTo>
                    <a:pt x="408715" y="323194"/>
                  </a:lnTo>
                  <a:lnTo>
                    <a:pt x="421333" y="323194"/>
                  </a:lnTo>
                  <a:lnTo>
                    <a:pt x="450446" y="298431"/>
                  </a:lnTo>
                  <a:lnTo>
                    <a:pt x="451125" y="292100"/>
                  </a:lnTo>
                  <a:lnTo>
                    <a:pt x="451226" y="291158"/>
                  </a:lnTo>
                  <a:lnTo>
                    <a:pt x="451327" y="290215"/>
                  </a:lnTo>
                  <a:close/>
                </a:path>
                <a:path w="504825" h="406400">
                  <a:moveTo>
                    <a:pt x="378013" y="363711"/>
                  </a:moveTo>
                  <a:lnTo>
                    <a:pt x="365395" y="363711"/>
                  </a:lnTo>
                  <a:lnTo>
                    <a:pt x="368220" y="364654"/>
                  </a:lnTo>
                  <a:lnTo>
                    <a:pt x="374812" y="364654"/>
                  </a:lnTo>
                  <a:lnTo>
                    <a:pt x="378013" y="363711"/>
                  </a:lnTo>
                  <a:close/>
                </a:path>
                <a:path w="504825" h="406400">
                  <a:moveTo>
                    <a:pt x="421333" y="323194"/>
                  </a:moveTo>
                  <a:lnTo>
                    <a:pt x="408715" y="323194"/>
                  </a:lnTo>
                  <a:lnTo>
                    <a:pt x="411540" y="324137"/>
                  </a:lnTo>
                  <a:lnTo>
                    <a:pt x="418132" y="324137"/>
                  </a:lnTo>
                  <a:lnTo>
                    <a:pt x="421333" y="323194"/>
                  </a:lnTo>
                  <a:close/>
                </a:path>
                <a:path w="504825" h="406400">
                  <a:moveTo>
                    <a:pt x="503559" y="252525"/>
                  </a:moveTo>
                  <a:lnTo>
                    <a:pt x="246736" y="252525"/>
                  </a:lnTo>
                  <a:lnTo>
                    <a:pt x="254328" y="253217"/>
                  </a:lnTo>
                  <a:lnTo>
                    <a:pt x="261568" y="255234"/>
                  </a:lnTo>
                  <a:lnTo>
                    <a:pt x="287626" y="283619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451327" y="290215"/>
                  </a:lnTo>
                  <a:lnTo>
                    <a:pt x="452013" y="283826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96297" y="268543"/>
                  </a:lnTo>
                  <a:lnTo>
                    <a:pt x="503357" y="254409"/>
                  </a:lnTo>
                  <a:lnTo>
                    <a:pt x="503458" y="253467"/>
                  </a:lnTo>
                  <a:lnTo>
                    <a:pt x="503559" y="252525"/>
                  </a:lnTo>
                  <a:close/>
                </a:path>
                <a:path w="504825" h="406400">
                  <a:moveTo>
                    <a:pt x="483672" y="277966"/>
                  </a:move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3672" y="277966"/>
                  </a:lnTo>
                  <a:close/>
                </a:path>
                <a:path w="504825" h="406400">
                  <a:moveTo>
                    <a:pt x="485624" y="208239"/>
                  </a:moveTo>
                  <a:lnTo>
                    <a:pt x="187406" y="208239"/>
                  </a:lnTo>
                  <a:lnTo>
                    <a:pt x="195837" y="208945"/>
                  </a:lnTo>
                  <a:lnTo>
                    <a:pt x="204004" y="211065"/>
                  </a:lnTo>
                  <a:lnTo>
                    <a:pt x="233448" y="244722"/>
                  </a:lnTo>
                  <a:lnTo>
                    <a:pt x="234290" y="252525"/>
                  </a:lnTo>
                  <a:lnTo>
                    <a:pt x="234391" y="253467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503559" y="252525"/>
                  </a:lnTo>
                  <a:lnTo>
                    <a:pt x="504773" y="241218"/>
                  </a:lnTo>
                  <a:lnTo>
                    <a:pt x="504548" y="235564"/>
                  </a:lnTo>
                  <a:lnTo>
                    <a:pt x="504478" y="233798"/>
                  </a:lnTo>
                  <a:lnTo>
                    <a:pt x="502427" y="227113"/>
                  </a:lnTo>
                  <a:lnTo>
                    <a:pt x="498945" y="221077"/>
                  </a:lnTo>
                  <a:lnTo>
                    <a:pt x="494413" y="215777"/>
                  </a:lnTo>
                  <a:lnTo>
                    <a:pt x="485624" y="208239"/>
                  </a:lnTo>
                  <a:close/>
                </a:path>
                <a:path w="504825" h="406400">
                  <a:moveTo>
                    <a:pt x="204473" y="165837"/>
                  </a:moveTo>
                  <a:lnTo>
                    <a:pt x="124309" y="165837"/>
                  </a:lnTo>
                  <a:lnTo>
                    <a:pt x="132741" y="166544"/>
                  </a:lnTo>
                  <a:lnTo>
                    <a:pt x="141035" y="168723"/>
                  </a:lnTo>
                  <a:lnTo>
                    <a:pt x="169954" y="201393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485624" y="208239"/>
                  </a:lnTo>
                  <a:lnTo>
                    <a:pt x="440577" y="169606"/>
                  </a:lnTo>
                  <a:lnTo>
                    <a:pt x="225076" y="169606"/>
                  </a:lnTo>
                  <a:lnTo>
                    <a:pt x="214702" y="168723"/>
                  </a:lnTo>
                  <a:lnTo>
                    <a:pt x="204946" y="166073"/>
                  </a:lnTo>
                  <a:lnTo>
                    <a:pt x="204473" y="165837"/>
                  </a:lnTo>
                  <a:close/>
                </a:path>
                <a:path w="504825" h="406400">
                  <a:moveTo>
                    <a:pt x="81931" y="0"/>
                  </a:move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204473" y="165837"/>
                  </a:lnTo>
                  <a:lnTo>
                    <a:pt x="196073" y="161656"/>
                  </a:lnTo>
                  <a:lnTo>
                    <a:pt x="188348" y="155472"/>
                  </a:lnTo>
                  <a:lnTo>
                    <a:pt x="174751" y="137525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5808" y="14133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close/>
                </a:path>
                <a:path w="504825" h="406400">
                  <a:moveTo>
                    <a:pt x="332434" y="76323"/>
                  </a:moveTo>
                  <a:lnTo>
                    <a:pt x="267454" y="150761"/>
                  </a:lnTo>
                  <a:lnTo>
                    <a:pt x="229784" y="169606"/>
                  </a:lnTo>
                  <a:lnTo>
                    <a:pt x="440577" y="169606"/>
                  </a:lnTo>
                  <a:lnTo>
                    <a:pt x="342793" y="85745"/>
                  </a:lnTo>
                  <a:lnTo>
                    <a:pt x="332434" y="76323"/>
                  </a:lnTo>
                  <a:close/>
                </a:path>
                <a:path w="504825" h="406400">
                  <a:moveTo>
                    <a:pt x="203636" y="11130"/>
                  </a:moveTo>
                  <a:lnTo>
                    <a:pt x="165393" y="14133"/>
                  </a:lnTo>
                  <a:lnTo>
                    <a:pt x="235808" y="14133"/>
                  </a:lnTo>
                  <a:lnTo>
                    <a:pt x="238260" y="11307"/>
                  </a:lnTo>
                  <a:lnTo>
                    <a:pt x="203636" y="1113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94413" y="215777"/>
                  </a:moveTo>
                  <a:lnTo>
                    <a:pt x="342793" y="85745"/>
                  </a:lnTo>
                  <a:lnTo>
                    <a:pt x="332434" y="76323"/>
                  </a:lnTo>
                  <a:lnTo>
                    <a:pt x="267454" y="150761"/>
                  </a:lnTo>
                  <a:lnTo>
                    <a:pt x="259714" y="158343"/>
                  </a:lnTo>
                  <a:lnTo>
                    <a:pt x="250738" y="164070"/>
                  </a:lnTo>
                  <a:lnTo>
                    <a:pt x="240703" y="167854"/>
                  </a:lnTo>
                  <a:lnTo>
                    <a:pt x="229784" y="169606"/>
                  </a:lnTo>
                  <a:lnTo>
                    <a:pt x="227901" y="169606"/>
                  </a:lnTo>
                  <a:lnTo>
                    <a:pt x="226017" y="169606"/>
                  </a:lnTo>
                  <a:lnTo>
                    <a:pt x="225076" y="169606"/>
                  </a:lnTo>
                  <a:lnTo>
                    <a:pt x="188348" y="155472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8260" y="11307"/>
                  </a:lnTo>
                  <a:lnTo>
                    <a:pt x="203636" y="11130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162126" y="184167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187406" y="208239"/>
                  </a:lnTo>
                  <a:lnTo>
                    <a:pt x="195837" y="208945"/>
                  </a:lnTo>
                  <a:lnTo>
                    <a:pt x="230373" y="235564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246736" y="252525"/>
                  </a:lnTo>
                  <a:lnTo>
                    <a:pt x="284876" y="276081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299473" y="290215"/>
                  </a:lnTo>
                  <a:lnTo>
                    <a:pt x="333023" y="311298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68220" y="364654"/>
                  </a:lnTo>
                  <a:lnTo>
                    <a:pt x="371987" y="364654"/>
                  </a:lnTo>
                  <a:lnTo>
                    <a:pt x="407126" y="338948"/>
                  </a:lnTo>
                  <a:lnTo>
                    <a:pt x="408715" y="324137"/>
                  </a:lnTo>
                  <a:lnTo>
                    <a:pt x="408715" y="323194"/>
                  </a:lnTo>
                  <a:lnTo>
                    <a:pt x="411540" y="324137"/>
                  </a:lnTo>
                  <a:lnTo>
                    <a:pt x="415307" y="324137"/>
                  </a:lnTo>
                  <a:lnTo>
                    <a:pt x="450446" y="298431"/>
                  </a:lnTo>
                  <a:lnTo>
                    <a:pt x="452035" y="283619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5173" y="277524"/>
                  </a:lnTo>
                  <a:lnTo>
                    <a:pt x="496297" y="268543"/>
                  </a:lnTo>
                  <a:lnTo>
                    <a:pt x="503183" y="256029"/>
                  </a:lnTo>
                  <a:lnTo>
                    <a:pt x="504773" y="241218"/>
                  </a:lnTo>
                  <a:lnTo>
                    <a:pt x="504478" y="233798"/>
                  </a:lnTo>
                  <a:lnTo>
                    <a:pt x="502418" y="227084"/>
                  </a:lnTo>
                  <a:lnTo>
                    <a:pt x="498945" y="221077"/>
                  </a:lnTo>
                  <a:lnTo>
                    <a:pt x="494413" y="215777"/>
                  </a:lnTo>
                  <a:close/>
                </a:path>
              </a:pathLst>
            </a:custGeom>
            <a:ln w="109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915" y="3296097"/>
              <a:ext cx="188201" cy="224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45950" y="57477"/>
                  </a:moveTo>
                  <a:lnTo>
                    <a:pt x="144086" y="57477"/>
                  </a:lnTo>
                  <a:lnTo>
                    <a:pt x="320191" y="209181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45950" y="57477"/>
                  </a:lnTo>
                  <a:close/>
                </a:path>
                <a:path w="398779" h="221614">
                  <a:moveTo>
                    <a:pt x="115833" y="0"/>
                  </a:move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144086" y="57477"/>
                  </a:lnTo>
                  <a:lnTo>
                    <a:pt x="345950" y="57477"/>
                  </a:lnTo>
                  <a:lnTo>
                    <a:pt x="325569" y="24130"/>
                  </a:ln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close/>
                </a:path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325569" y="24130"/>
                  </a:lnTo>
                  <a:lnTo>
                    <a:pt x="318308" y="12249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lnTo>
                    <a:pt x="107255" y="191"/>
                  </a:lnTo>
                  <a:lnTo>
                    <a:pt x="98764" y="2237"/>
                  </a:ln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78929" y="132210"/>
                  </a:lnTo>
                  <a:lnTo>
                    <a:pt x="105474" y="101763"/>
                  </a:lnTo>
                  <a:lnTo>
                    <a:pt x="132020" y="71317"/>
                  </a:lnTo>
                  <a:lnTo>
                    <a:pt x="144086" y="57477"/>
                  </a:lnTo>
                  <a:lnTo>
                    <a:pt x="320191" y="209181"/>
                  </a:lnTo>
                  <a:lnTo>
                    <a:pt x="324900" y="213892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18308" y="12249"/>
                  </a:lnTo>
                  <a:close/>
                </a:path>
              </a:pathLst>
            </a:custGeom>
            <a:ln w="10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7116167" y="20011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2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7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5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3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3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57451" y="2733653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431499" y="3448672"/>
            <a:ext cx="915035" cy="619125"/>
            <a:chOff x="10431499" y="3448672"/>
            <a:chExt cx="915035" cy="619125"/>
          </a:xfrm>
        </p:grpSpPr>
        <p:sp>
          <p:nvSpPr>
            <p:cNvPr id="24" name="object 24"/>
            <p:cNvSpPr/>
            <p:nvPr/>
          </p:nvSpPr>
          <p:spPr>
            <a:xfrm>
              <a:off x="10431499" y="34486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0720635" y="3588352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5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3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8" y="85853"/>
                  </a:lnTo>
                  <a:lnTo>
                    <a:pt x="145961" y="72341"/>
                  </a:lnTo>
                  <a:lnTo>
                    <a:pt x="170476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8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3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6" y="67379"/>
                  </a:lnTo>
                  <a:lnTo>
                    <a:pt x="195020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3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object 26"/>
          <p:cNvSpPr/>
          <p:nvPr/>
        </p:nvSpPr>
        <p:spPr>
          <a:xfrm>
            <a:off x="10270089" y="41215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85" dirty="0"/>
              <a:t> </a:t>
            </a:r>
            <a:r>
              <a:rPr spc="-60" dirty="0"/>
              <a:t>Pairing</a:t>
            </a:r>
            <a:r>
              <a:rPr spc="-175" dirty="0"/>
              <a:t> </a:t>
            </a:r>
            <a:r>
              <a:rPr spc="-45" dirty="0"/>
              <a:t>Devices</a:t>
            </a:r>
            <a:r>
              <a:rPr spc="-20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6173470" cy="434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5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attempt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but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wont’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accepted!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separate</a:t>
            </a:r>
            <a:r>
              <a:rPr kumimoji="0" sz="2400" b="0" i="1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concepts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993775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7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complete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process.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3530" marR="405130" lvl="0" indent="-181610" defTabSz="914400" eaLnBrk="1" fontAlgn="auto" latinLnBrk="0" hangingPunct="1">
              <a:lnSpc>
                <a:spcPts val="2160"/>
              </a:lnSpc>
              <a:spcBef>
                <a:spcPts val="42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048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might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few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attempts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people 	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once*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8861" y="2593098"/>
            <a:ext cx="3775710" cy="1743075"/>
            <a:chOff x="6388861" y="2593098"/>
            <a:chExt cx="3775710" cy="1743075"/>
          </a:xfrm>
        </p:grpSpPr>
        <p:sp>
          <p:nvSpPr>
            <p:cNvPr id="5" name="object 5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179831" y="0"/>
                  </a:moveTo>
                  <a:lnTo>
                    <a:pt x="0" y="179832"/>
                  </a:lnTo>
                  <a:lnTo>
                    <a:pt x="89915" y="179832"/>
                  </a:lnTo>
                  <a:lnTo>
                    <a:pt x="89915" y="679704"/>
                  </a:lnTo>
                  <a:lnTo>
                    <a:pt x="269747" y="679704"/>
                  </a:lnTo>
                  <a:lnTo>
                    <a:pt x="269747" y="179832"/>
                  </a:lnTo>
                  <a:lnTo>
                    <a:pt x="359663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89915" y="679704"/>
                  </a:moveTo>
                  <a:lnTo>
                    <a:pt x="89915" y="179832"/>
                  </a:lnTo>
                  <a:lnTo>
                    <a:pt x="0" y="179832"/>
                  </a:lnTo>
                  <a:lnTo>
                    <a:pt x="179831" y="0"/>
                  </a:lnTo>
                  <a:lnTo>
                    <a:pt x="359663" y="179832"/>
                  </a:lnTo>
                  <a:lnTo>
                    <a:pt x="269747" y="179832"/>
                  </a:lnTo>
                  <a:lnTo>
                    <a:pt x="269747" y="679704"/>
                  </a:lnTo>
                  <a:lnTo>
                    <a:pt x="89915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16964" y="25931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64843" y="36653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88849" y="3563759"/>
              <a:ext cx="648970" cy="772795"/>
            </a:xfrm>
            <a:custGeom>
              <a:avLst/>
              <a:gdLst/>
              <a:ahLst/>
              <a:cxnLst/>
              <a:rect l="l" t="t" r="r" b="b"/>
              <a:pathLst>
                <a:path w="648970" h="772795">
                  <a:moveTo>
                    <a:pt x="486714" y="243852"/>
                  </a:moveTo>
                  <a:lnTo>
                    <a:pt x="480885" y="200761"/>
                  </a:lnTo>
                  <a:lnTo>
                    <a:pt x="464477" y="161963"/>
                  </a:lnTo>
                  <a:lnTo>
                    <a:pt x="439051" y="129044"/>
                  </a:lnTo>
                  <a:lnTo>
                    <a:pt x="406196" y="103568"/>
                  </a:lnTo>
                  <a:lnTo>
                    <a:pt x="367474" y="87122"/>
                  </a:lnTo>
                  <a:lnTo>
                    <a:pt x="324472" y="81292"/>
                  </a:lnTo>
                  <a:lnTo>
                    <a:pt x="281482" y="87122"/>
                  </a:lnTo>
                  <a:lnTo>
                    <a:pt x="242760" y="103568"/>
                  </a:lnTo>
                  <a:lnTo>
                    <a:pt x="209892" y="129044"/>
                  </a:lnTo>
                  <a:lnTo>
                    <a:pt x="184467" y="161963"/>
                  </a:lnTo>
                  <a:lnTo>
                    <a:pt x="168059" y="200761"/>
                  </a:lnTo>
                  <a:lnTo>
                    <a:pt x="162242" y="243852"/>
                  </a:lnTo>
                  <a:lnTo>
                    <a:pt x="168059" y="286943"/>
                  </a:lnTo>
                  <a:lnTo>
                    <a:pt x="184467" y="325742"/>
                  </a:lnTo>
                  <a:lnTo>
                    <a:pt x="209892" y="358660"/>
                  </a:lnTo>
                  <a:lnTo>
                    <a:pt x="242760" y="384136"/>
                  </a:lnTo>
                  <a:lnTo>
                    <a:pt x="281482" y="400583"/>
                  </a:lnTo>
                  <a:lnTo>
                    <a:pt x="324472" y="406412"/>
                  </a:lnTo>
                  <a:lnTo>
                    <a:pt x="331571" y="406412"/>
                  </a:lnTo>
                  <a:lnTo>
                    <a:pt x="334619" y="405396"/>
                  </a:lnTo>
                  <a:lnTo>
                    <a:pt x="334619" y="355612"/>
                  </a:lnTo>
                  <a:lnTo>
                    <a:pt x="335000" y="348754"/>
                  </a:lnTo>
                  <a:lnTo>
                    <a:pt x="355028" y="309511"/>
                  </a:lnTo>
                  <a:lnTo>
                    <a:pt x="485698" y="261124"/>
                  </a:lnTo>
                  <a:lnTo>
                    <a:pt x="486714" y="255028"/>
                  </a:lnTo>
                  <a:lnTo>
                    <a:pt x="486714" y="243852"/>
                  </a:lnTo>
                  <a:close/>
                </a:path>
                <a:path w="648970" h="772795">
                  <a:moveTo>
                    <a:pt x="599262" y="203212"/>
                  </a:moveTo>
                  <a:lnTo>
                    <a:pt x="597662" y="195326"/>
                  </a:lnTo>
                  <a:lnTo>
                    <a:pt x="593305" y="188861"/>
                  </a:lnTo>
                  <a:lnTo>
                    <a:pt x="586854" y="184492"/>
                  </a:lnTo>
                  <a:lnTo>
                    <a:pt x="578980" y="182892"/>
                  </a:lnTo>
                  <a:lnTo>
                    <a:pt x="560730" y="182892"/>
                  </a:lnTo>
                  <a:lnTo>
                    <a:pt x="544982" y="139801"/>
                  </a:lnTo>
                  <a:lnTo>
                    <a:pt x="521792" y="100863"/>
                  </a:lnTo>
                  <a:lnTo>
                    <a:pt x="492010" y="66967"/>
                  </a:lnTo>
                  <a:lnTo>
                    <a:pt x="458571" y="40640"/>
                  </a:lnTo>
                  <a:lnTo>
                    <a:pt x="416191" y="17957"/>
                  </a:lnTo>
                  <a:lnTo>
                    <a:pt x="371881" y="4648"/>
                  </a:lnTo>
                  <a:lnTo>
                    <a:pt x="324472" y="0"/>
                  </a:lnTo>
                  <a:lnTo>
                    <a:pt x="276326" y="4800"/>
                  </a:lnTo>
                  <a:lnTo>
                    <a:pt x="231317" y="18542"/>
                  </a:lnTo>
                  <a:lnTo>
                    <a:pt x="190296" y="40297"/>
                  </a:lnTo>
                  <a:lnTo>
                    <a:pt x="149059" y="73152"/>
                  </a:lnTo>
                  <a:lnTo>
                    <a:pt x="146011" y="78244"/>
                  </a:lnTo>
                  <a:lnTo>
                    <a:pt x="146037" y="85432"/>
                  </a:lnTo>
                  <a:lnTo>
                    <a:pt x="180492" y="99580"/>
                  </a:lnTo>
                  <a:lnTo>
                    <a:pt x="210972" y="74930"/>
                  </a:lnTo>
                  <a:lnTo>
                    <a:pt x="245643" y="56388"/>
                  </a:lnTo>
                  <a:lnTo>
                    <a:pt x="283730" y="44704"/>
                  </a:lnTo>
                  <a:lnTo>
                    <a:pt x="324472" y="40640"/>
                  </a:lnTo>
                  <a:lnTo>
                    <a:pt x="370827" y="46037"/>
                  </a:lnTo>
                  <a:lnTo>
                    <a:pt x="413461" y="61379"/>
                  </a:lnTo>
                  <a:lnTo>
                    <a:pt x="451116" y="85432"/>
                  </a:lnTo>
                  <a:lnTo>
                    <a:pt x="482574" y="116954"/>
                  </a:lnTo>
                  <a:lnTo>
                    <a:pt x="506577" y="154686"/>
                  </a:lnTo>
                  <a:lnTo>
                    <a:pt x="521893" y="197408"/>
                  </a:lnTo>
                  <a:lnTo>
                    <a:pt x="527265" y="243852"/>
                  </a:lnTo>
                  <a:lnTo>
                    <a:pt x="527265" y="290588"/>
                  </a:lnTo>
                  <a:lnTo>
                    <a:pt x="410667" y="329196"/>
                  </a:lnTo>
                  <a:lnTo>
                    <a:pt x="400519" y="325132"/>
                  </a:lnTo>
                  <a:lnTo>
                    <a:pt x="395452" y="325132"/>
                  </a:lnTo>
                  <a:lnTo>
                    <a:pt x="383425" y="327469"/>
                  </a:lnTo>
                  <a:lnTo>
                    <a:pt x="373786" y="333895"/>
                  </a:lnTo>
                  <a:lnTo>
                    <a:pt x="367360" y="343573"/>
                  </a:lnTo>
                  <a:lnTo>
                    <a:pt x="365036" y="355612"/>
                  </a:lnTo>
                  <a:lnTo>
                    <a:pt x="367360" y="367665"/>
                  </a:lnTo>
                  <a:lnTo>
                    <a:pt x="373786" y="377329"/>
                  </a:lnTo>
                  <a:lnTo>
                    <a:pt x="383425" y="383768"/>
                  </a:lnTo>
                  <a:lnTo>
                    <a:pt x="395452" y="386092"/>
                  </a:lnTo>
                  <a:lnTo>
                    <a:pt x="404317" y="384810"/>
                  </a:lnTo>
                  <a:lnTo>
                    <a:pt x="412318" y="381139"/>
                  </a:lnTo>
                  <a:lnTo>
                    <a:pt x="418985" y="375386"/>
                  </a:lnTo>
                  <a:lnTo>
                    <a:pt x="423849" y="367804"/>
                  </a:lnTo>
                  <a:lnTo>
                    <a:pt x="539445" y="329196"/>
                  </a:lnTo>
                  <a:lnTo>
                    <a:pt x="585063" y="313956"/>
                  </a:lnTo>
                  <a:lnTo>
                    <a:pt x="593178" y="310908"/>
                  </a:lnTo>
                  <a:lnTo>
                    <a:pt x="599262" y="303796"/>
                  </a:lnTo>
                  <a:lnTo>
                    <a:pt x="599262" y="203212"/>
                  </a:lnTo>
                  <a:close/>
                </a:path>
                <a:path w="648970" h="772795">
                  <a:moveTo>
                    <a:pt x="648944" y="609625"/>
                  </a:moveTo>
                  <a:lnTo>
                    <a:pt x="630123" y="558190"/>
                  </a:lnTo>
                  <a:lnTo>
                    <a:pt x="580948" y="519391"/>
                  </a:lnTo>
                  <a:lnTo>
                    <a:pt x="541972" y="498373"/>
                  </a:lnTo>
                  <a:lnTo>
                    <a:pt x="500722" y="481164"/>
                  </a:lnTo>
                  <a:lnTo>
                    <a:pt x="458317" y="467385"/>
                  </a:lnTo>
                  <a:lnTo>
                    <a:pt x="394436" y="452653"/>
                  </a:lnTo>
                  <a:lnTo>
                    <a:pt x="324472" y="447065"/>
                  </a:lnTo>
                  <a:lnTo>
                    <a:pt x="291020" y="448525"/>
                  </a:lnTo>
                  <a:lnTo>
                    <a:pt x="224091" y="459066"/>
                  </a:lnTo>
                  <a:lnTo>
                    <a:pt x="148234" y="481736"/>
                  </a:lnTo>
                  <a:lnTo>
                    <a:pt x="106984" y="499897"/>
                  </a:lnTo>
                  <a:lnTo>
                    <a:pt x="68008" y="521106"/>
                  </a:lnTo>
                  <a:lnTo>
                    <a:pt x="32448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8944" y="772198"/>
                  </a:lnTo>
                  <a:lnTo>
                    <a:pt x="648944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482346" y="0"/>
                  </a:moveTo>
                  <a:lnTo>
                    <a:pt x="482346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2346" y="481202"/>
                  </a:lnTo>
                  <a:lnTo>
                    <a:pt x="482346" y="641603"/>
                  </a:lnTo>
                  <a:lnTo>
                    <a:pt x="803148" y="32080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0" y="160400"/>
                  </a:moveTo>
                  <a:lnTo>
                    <a:pt x="482346" y="160400"/>
                  </a:lnTo>
                  <a:lnTo>
                    <a:pt x="482346" y="0"/>
                  </a:lnTo>
                  <a:lnTo>
                    <a:pt x="803148" y="320801"/>
                  </a:lnTo>
                  <a:lnTo>
                    <a:pt x="482346" y="641603"/>
                  </a:lnTo>
                  <a:lnTo>
                    <a:pt x="482346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05936" y="3562797"/>
              <a:ext cx="280092" cy="214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47686" y="3296097"/>
              <a:ext cx="188200" cy="224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51327" y="290215"/>
                  </a:moveTo>
                  <a:lnTo>
                    <a:pt x="299473" y="290215"/>
                  </a:lnTo>
                  <a:lnTo>
                    <a:pt x="306345" y="290760"/>
                  </a:lnTo>
                  <a:lnTo>
                    <a:pt x="312775" y="292453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78013" y="363711"/>
                  </a:lnTo>
                  <a:lnTo>
                    <a:pt x="407126" y="338948"/>
                  </a:lnTo>
                  <a:lnTo>
                    <a:pt x="408715" y="323194"/>
                  </a:lnTo>
                  <a:lnTo>
                    <a:pt x="421333" y="323194"/>
                  </a:lnTo>
                  <a:lnTo>
                    <a:pt x="450446" y="298431"/>
                  </a:lnTo>
                  <a:lnTo>
                    <a:pt x="451125" y="292100"/>
                  </a:lnTo>
                  <a:lnTo>
                    <a:pt x="451226" y="291158"/>
                  </a:lnTo>
                  <a:lnTo>
                    <a:pt x="451327" y="290215"/>
                  </a:lnTo>
                  <a:close/>
                </a:path>
                <a:path w="504825" h="406400">
                  <a:moveTo>
                    <a:pt x="378013" y="363711"/>
                  </a:moveTo>
                  <a:lnTo>
                    <a:pt x="365395" y="363711"/>
                  </a:lnTo>
                  <a:lnTo>
                    <a:pt x="368220" y="364654"/>
                  </a:lnTo>
                  <a:lnTo>
                    <a:pt x="374812" y="364654"/>
                  </a:lnTo>
                  <a:lnTo>
                    <a:pt x="378013" y="363711"/>
                  </a:lnTo>
                  <a:close/>
                </a:path>
                <a:path w="504825" h="406400">
                  <a:moveTo>
                    <a:pt x="421333" y="323194"/>
                  </a:moveTo>
                  <a:lnTo>
                    <a:pt x="408715" y="323194"/>
                  </a:lnTo>
                  <a:lnTo>
                    <a:pt x="411540" y="324137"/>
                  </a:lnTo>
                  <a:lnTo>
                    <a:pt x="418132" y="324137"/>
                  </a:lnTo>
                  <a:lnTo>
                    <a:pt x="421333" y="323194"/>
                  </a:lnTo>
                  <a:close/>
                </a:path>
                <a:path w="504825" h="406400">
                  <a:moveTo>
                    <a:pt x="503559" y="252525"/>
                  </a:moveTo>
                  <a:lnTo>
                    <a:pt x="246736" y="252525"/>
                  </a:lnTo>
                  <a:lnTo>
                    <a:pt x="254328" y="253217"/>
                  </a:lnTo>
                  <a:lnTo>
                    <a:pt x="261568" y="255234"/>
                  </a:lnTo>
                  <a:lnTo>
                    <a:pt x="287626" y="283619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451327" y="290215"/>
                  </a:lnTo>
                  <a:lnTo>
                    <a:pt x="452013" y="283826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96297" y="268543"/>
                  </a:lnTo>
                  <a:lnTo>
                    <a:pt x="503357" y="254409"/>
                  </a:lnTo>
                  <a:lnTo>
                    <a:pt x="503458" y="253467"/>
                  </a:lnTo>
                  <a:lnTo>
                    <a:pt x="503559" y="252525"/>
                  </a:lnTo>
                  <a:close/>
                </a:path>
                <a:path w="504825" h="406400">
                  <a:moveTo>
                    <a:pt x="483672" y="277966"/>
                  </a:move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3672" y="277966"/>
                  </a:lnTo>
                  <a:close/>
                </a:path>
                <a:path w="504825" h="406400">
                  <a:moveTo>
                    <a:pt x="485624" y="208239"/>
                  </a:moveTo>
                  <a:lnTo>
                    <a:pt x="187406" y="208239"/>
                  </a:lnTo>
                  <a:lnTo>
                    <a:pt x="195837" y="208945"/>
                  </a:lnTo>
                  <a:lnTo>
                    <a:pt x="204004" y="211065"/>
                  </a:lnTo>
                  <a:lnTo>
                    <a:pt x="233448" y="244722"/>
                  </a:lnTo>
                  <a:lnTo>
                    <a:pt x="234290" y="252525"/>
                  </a:lnTo>
                  <a:lnTo>
                    <a:pt x="234391" y="253467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503559" y="252525"/>
                  </a:lnTo>
                  <a:lnTo>
                    <a:pt x="504773" y="241218"/>
                  </a:lnTo>
                  <a:lnTo>
                    <a:pt x="504548" y="235564"/>
                  </a:lnTo>
                  <a:lnTo>
                    <a:pt x="504478" y="233798"/>
                  </a:lnTo>
                  <a:lnTo>
                    <a:pt x="502427" y="227113"/>
                  </a:lnTo>
                  <a:lnTo>
                    <a:pt x="498945" y="221077"/>
                  </a:lnTo>
                  <a:lnTo>
                    <a:pt x="494413" y="215777"/>
                  </a:lnTo>
                  <a:lnTo>
                    <a:pt x="485624" y="208239"/>
                  </a:lnTo>
                  <a:close/>
                </a:path>
                <a:path w="504825" h="406400">
                  <a:moveTo>
                    <a:pt x="204473" y="165837"/>
                  </a:moveTo>
                  <a:lnTo>
                    <a:pt x="124309" y="165837"/>
                  </a:lnTo>
                  <a:lnTo>
                    <a:pt x="132741" y="166544"/>
                  </a:lnTo>
                  <a:lnTo>
                    <a:pt x="141035" y="168723"/>
                  </a:lnTo>
                  <a:lnTo>
                    <a:pt x="169954" y="201393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485624" y="208239"/>
                  </a:lnTo>
                  <a:lnTo>
                    <a:pt x="440577" y="169606"/>
                  </a:lnTo>
                  <a:lnTo>
                    <a:pt x="225076" y="169606"/>
                  </a:lnTo>
                  <a:lnTo>
                    <a:pt x="214702" y="168723"/>
                  </a:lnTo>
                  <a:lnTo>
                    <a:pt x="204946" y="166073"/>
                  </a:lnTo>
                  <a:lnTo>
                    <a:pt x="204473" y="165837"/>
                  </a:lnTo>
                  <a:close/>
                </a:path>
                <a:path w="504825" h="406400">
                  <a:moveTo>
                    <a:pt x="81931" y="0"/>
                  </a:move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204473" y="165837"/>
                  </a:lnTo>
                  <a:lnTo>
                    <a:pt x="196073" y="161656"/>
                  </a:lnTo>
                  <a:lnTo>
                    <a:pt x="188348" y="155472"/>
                  </a:lnTo>
                  <a:lnTo>
                    <a:pt x="174751" y="137525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5808" y="14133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close/>
                </a:path>
                <a:path w="504825" h="406400">
                  <a:moveTo>
                    <a:pt x="332434" y="76323"/>
                  </a:moveTo>
                  <a:lnTo>
                    <a:pt x="267454" y="150761"/>
                  </a:lnTo>
                  <a:lnTo>
                    <a:pt x="229784" y="169606"/>
                  </a:lnTo>
                  <a:lnTo>
                    <a:pt x="440577" y="169606"/>
                  </a:lnTo>
                  <a:lnTo>
                    <a:pt x="342793" y="85745"/>
                  </a:lnTo>
                  <a:lnTo>
                    <a:pt x="332434" y="76323"/>
                  </a:lnTo>
                  <a:close/>
                </a:path>
                <a:path w="504825" h="406400">
                  <a:moveTo>
                    <a:pt x="203636" y="11130"/>
                  </a:moveTo>
                  <a:lnTo>
                    <a:pt x="165393" y="14133"/>
                  </a:lnTo>
                  <a:lnTo>
                    <a:pt x="235808" y="14133"/>
                  </a:lnTo>
                  <a:lnTo>
                    <a:pt x="238260" y="11307"/>
                  </a:lnTo>
                  <a:lnTo>
                    <a:pt x="203636" y="1113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94413" y="215777"/>
                  </a:moveTo>
                  <a:lnTo>
                    <a:pt x="342793" y="85745"/>
                  </a:lnTo>
                  <a:lnTo>
                    <a:pt x="332434" y="76323"/>
                  </a:lnTo>
                  <a:lnTo>
                    <a:pt x="267454" y="150761"/>
                  </a:lnTo>
                  <a:lnTo>
                    <a:pt x="259714" y="158343"/>
                  </a:lnTo>
                  <a:lnTo>
                    <a:pt x="250738" y="164070"/>
                  </a:lnTo>
                  <a:lnTo>
                    <a:pt x="240703" y="167854"/>
                  </a:lnTo>
                  <a:lnTo>
                    <a:pt x="229784" y="169606"/>
                  </a:lnTo>
                  <a:lnTo>
                    <a:pt x="227901" y="169606"/>
                  </a:lnTo>
                  <a:lnTo>
                    <a:pt x="226017" y="169606"/>
                  </a:lnTo>
                  <a:lnTo>
                    <a:pt x="225076" y="169606"/>
                  </a:lnTo>
                  <a:lnTo>
                    <a:pt x="188348" y="155472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8260" y="11307"/>
                  </a:lnTo>
                  <a:lnTo>
                    <a:pt x="203636" y="11130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162126" y="184167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187406" y="208239"/>
                  </a:lnTo>
                  <a:lnTo>
                    <a:pt x="195837" y="208945"/>
                  </a:lnTo>
                  <a:lnTo>
                    <a:pt x="230373" y="235564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246736" y="252525"/>
                  </a:lnTo>
                  <a:lnTo>
                    <a:pt x="284876" y="276081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299473" y="290215"/>
                  </a:lnTo>
                  <a:lnTo>
                    <a:pt x="333023" y="311298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68220" y="364654"/>
                  </a:lnTo>
                  <a:lnTo>
                    <a:pt x="371987" y="364654"/>
                  </a:lnTo>
                  <a:lnTo>
                    <a:pt x="407126" y="338948"/>
                  </a:lnTo>
                  <a:lnTo>
                    <a:pt x="408715" y="324137"/>
                  </a:lnTo>
                  <a:lnTo>
                    <a:pt x="408715" y="323194"/>
                  </a:lnTo>
                  <a:lnTo>
                    <a:pt x="411540" y="324137"/>
                  </a:lnTo>
                  <a:lnTo>
                    <a:pt x="415307" y="324137"/>
                  </a:lnTo>
                  <a:lnTo>
                    <a:pt x="450446" y="298431"/>
                  </a:lnTo>
                  <a:lnTo>
                    <a:pt x="452035" y="283619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5173" y="277524"/>
                  </a:lnTo>
                  <a:lnTo>
                    <a:pt x="496297" y="268543"/>
                  </a:lnTo>
                  <a:lnTo>
                    <a:pt x="503183" y="256029"/>
                  </a:lnTo>
                  <a:lnTo>
                    <a:pt x="504773" y="241218"/>
                  </a:lnTo>
                  <a:lnTo>
                    <a:pt x="504478" y="233798"/>
                  </a:lnTo>
                  <a:lnTo>
                    <a:pt x="502418" y="227084"/>
                  </a:lnTo>
                  <a:lnTo>
                    <a:pt x="498945" y="221077"/>
                  </a:lnTo>
                  <a:lnTo>
                    <a:pt x="494413" y="215777"/>
                  </a:lnTo>
                  <a:close/>
                </a:path>
              </a:pathLst>
            </a:custGeom>
            <a:ln w="109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915" y="3296097"/>
              <a:ext cx="188201" cy="224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45950" y="57477"/>
                  </a:moveTo>
                  <a:lnTo>
                    <a:pt x="144086" y="57477"/>
                  </a:lnTo>
                  <a:lnTo>
                    <a:pt x="320191" y="209181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45950" y="57477"/>
                  </a:lnTo>
                  <a:close/>
                </a:path>
                <a:path w="398779" h="221614">
                  <a:moveTo>
                    <a:pt x="115833" y="0"/>
                  </a:move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144086" y="57477"/>
                  </a:lnTo>
                  <a:lnTo>
                    <a:pt x="345950" y="57477"/>
                  </a:lnTo>
                  <a:lnTo>
                    <a:pt x="325569" y="24130"/>
                  </a:ln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close/>
                </a:path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325569" y="24130"/>
                  </a:lnTo>
                  <a:lnTo>
                    <a:pt x="318308" y="12249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lnTo>
                    <a:pt x="107255" y="191"/>
                  </a:lnTo>
                  <a:lnTo>
                    <a:pt x="98764" y="2237"/>
                  </a:ln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78929" y="132210"/>
                  </a:lnTo>
                  <a:lnTo>
                    <a:pt x="105474" y="101763"/>
                  </a:lnTo>
                  <a:lnTo>
                    <a:pt x="132020" y="71317"/>
                  </a:lnTo>
                  <a:lnTo>
                    <a:pt x="144086" y="57477"/>
                  </a:lnTo>
                  <a:lnTo>
                    <a:pt x="320191" y="209181"/>
                  </a:lnTo>
                  <a:lnTo>
                    <a:pt x="324900" y="213892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18308" y="12249"/>
                  </a:lnTo>
                  <a:close/>
                </a:path>
              </a:pathLst>
            </a:custGeom>
            <a:ln w="10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7116167" y="20011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2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7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5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3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3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57451" y="2733653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431499" y="3448672"/>
            <a:ext cx="915035" cy="619125"/>
            <a:chOff x="10431499" y="3448672"/>
            <a:chExt cx="915035" cy="619125"/>
          </a:xfrm>
        </p:grpSpPr>
        <p:sp>
          <p:nvSpPr>
            <p:cNvPr id="24" name="object 24"/>
            <p:cNvSpPr/>
            <p:nvPr/>
          </p:nvSpPr>
          <p:spPr>
            <a:xfrm>
              <a:off x="10431499" y="34486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0720635" y="3588352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5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3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8" y="85853"/>
                  </a:lnTo>
                  <a:lnTo>
                    <a:pt x="145961" y="72341"/>
                  </a:lnTo>
                  <a:lnTo>
                    <a:pt x="170476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8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3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6" y="67379"/>
                  </a:lnTo>
                  <a:lnTo>
                    <a:pt x="195020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3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object 26"/>
          <p:cNvSpPr/>
          <p:nvPr/>
        </p:nvSpPr>
        <p:spPr>
          <a:xfrm>
            <a:off x="10270089" y="41215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204" dirty="0"/>
              <a:t> </a:t>
            </a:r>
            <a:r>
              <a:rPr spc="-45" dirty="0"/>
              <a:t>Sending</a:t>
            </a:r>
            <a:r>
              <a:rPr spc="-195" dirty="0"/>
              <a:t> </a:t>
            </a:r>
            <a:r>
              <a:rPr spc="-50" dirty="0"/>
              <a:t>Data</a:t>
            </a:r>
            <a:r>
              <a:rPr spc="-200" dirty="0"/>
              <a:t> </a:t>
            </a:r>
            <a:r>
              <a:rPr spc="-35" dirty="0"/>
              <a:t>Over</a:t>
            </a:r>
            <a:r>
              <a:rPr spc="-215" dirty="0"/>
              <a:t> </a:t>
            </a:r>
            <a:r>
              <a:rPr spc="-25" dirty="0"/>
              <a:t>Bluetooth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56807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finish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CTF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2509520"/>
            <a:ext cx="561657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accept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text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service’s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RFCOMM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channel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154224"/>
            <a:ext cx="5797550" cy="164655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flags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3530" marR="0" lvl="0" indent="-181610" defTabSz="914400" eaLnBrk="1" fontAlgn="auto" latinLnBrk="0" hangingPunct="1">
              <a:lnSpc>
                <a:spcPts val="2280"/>
              </a:lnSpc>
              <a:spcBef>
                <a:spcPts val="18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0353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hidden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see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4800" marR="0" lvl="0" indent="0" defTabSz="91440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tools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you’ve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learned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3530" marR="290830" lvl="0" indent="-181610" defTabSz="914400" eaLnBrk="1" fontAlgn="auto" latinLnBrk="0" hangingPunct="1">
              <a:lnSpc>
                <a:spcPts val="2160"/>
              </a:lnSpc>
              <a:spcBef>
                <a:spcPts val="63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048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revealed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successfully 	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27569" y="2364498"/>
            <a:ext cx="2310130" cy="1743075"/>
            <a:chOff x="6227569" y="2364498"/>
            <a:chExt cx="2310130" cy="1743075"/>
          </a:xfrm>
        </p:grpSpPr>
        <p:sp>
          <p:nvSpPr>
            <p:cNvPr id="7" name="object 7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4"/>
                  </a:lnTo>
                  <a:lnTo>
                    <a:pt x="361187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7" y="180594"/>
                  </a:lnTo>
                  <a:lnTo>
                    <a:pt x="270890" y="180594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56944" y="23645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5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5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5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5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5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03299" y="34367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609282" y="233680"/>
                  </a:moveTo>
                  <a:lnTo>
                    <a:pt x="607644" y="223520"/>
                  </a:lnTo>
                  <a:lnTo>
                    <a:pt x="602043" y="188722"/>
                  </a:lnTo>
                  <a:lnTo>
                    <a:pt x="586232" y="158153"/>
                  </a:lnTo>
                  <a:lnTo>
                    <a:pt x="586232" y="223520"/>
                  </a:lnTo>
                  <a:lnTo>
                    <a:pt x="586232" y="243840"/>
                  </a:lnTo>
                  <a:lnTo>
                    <a:pt x="576859" y="281216"/>
                  </a:lnTo>
                  <a:lnTo>
                    <a:pt x="556666" y="312966"/>
                  </a:lnTo>
                  <a:lnTo>
                    <a:pt x="527634" y="336867"/>
                  </a:lnTo>
                  <a:lnTo>
                    <a:pt x="491693" y="350735"/>
                  </a:lnTo>
                  <a:lnTo>
                    <a:pt x="503885" y="336410"/>
                  </a:lnTo>
                  <a:lnTo>
                    <a:pt x="511390" y="327583"/>
                  </a:lnTo>
                  <a:lnTo>
                    <a:pt x="526910" y="301675"/>
                  </a:lnTo>
                  <a:lnTo>
                    <a:pt x="537921" y="273697"/>
                  </a:lnTo>
                  <a:lnTo>
                    <a:pt x="538835" y="269557"/>
                  </a:lnTo>
                  <a:lnTo>
                    <a:pt x="544296" y="243840"/>
                  </a:lnTo>
                  <a:lnTo>
                    <a:pt x="586232" y="243840"/>
                  </a:lnTo>
                  <a:lnTo>
                    <a:pt x="586232" y="223520"/>
                  </a:lnTo>
                  <a:lnTo>
                    <a:pt x="544296" y="223520"/>
                  </a:lnTo>
                  <a:lnTo>
                    <a:pt x="537972" y="193852"/>
                  </a:lnTo>
                  <a:lnTo>
                    <a:pt x="526961" y="165811"/>
                  </a:lnTo>
                  <a:lnTo>
                    <a:pt x="523887" y="160655"/>
                  </a:lnTo>
                  <a:lnTo>
                    <a:pt x="523887" y="223520"/>
                  </a:lnTo>
                  <a:lnTo>
                    <a:pt x="523887" y="243840"/>
                  </a:lnTo>
                  <a:lnTo>
                    <a:pt x="517969" y="269151"/>
                  </a:lnTo>
                  <a:lnTo>
                    <a:pt x="517880" y="269557"/>
                  </a:lnTo>
                  <a:lnTo>
                    <a:pt x="507961" y="293839"/>
                  </a:lnTo>
                  <a:lnTo>
                    <a:pt x="494347" y="316268"/>
                  </a:lnTo>
                  <a:lnTo>
                    <a:pt x="477278" y="336410"/>
                  </a:lnTo>
                  <a:lnTo>
                    <a:pt x="477278" y="335292"/>
                  </a:lnTo>
                  <a:lnTo>
                    <a:pt x="477278" y="243840"/>
                  </a:lnTo>
                  <a:lnTo>
                    <a:pt x="523887" y="243840"/>
                  </a:lnTo>
                  <a:lnTo>
                    <a:pt x="523887" y="223520"/>
                  </a:lnTo>
                  <a:lnTo>
                    <a:pt x="477278" y="223520"/>
                  </a:lnTo>
                  <a:lnTo>
                    <a:pt x="477278" y="132080"/>
                  </a:lnTo>
                  <a:lnTo>
                    <a:pt x="477278" y="130860"/>
                  </a:lnTo>
                  <a:lnTo>
                    <a:pt x="494360" y="151015"/>
                  </a:lnTo>
                  <a:lnTo>
                    <a:pt x="507974" y="173469"/>
                  </a:lnTo>
                  <a:lnTo>
                    <a:pt x="517893" y="197789"/>
                  </a:lnTo>
                  <a:lnTo>
                    <a:pt x="523887" y="223520"/>
                  </a:lnTo>
                  <a:lnTo>
                    <a:pt x="523887" y="160655"/>
                  </a:lnTo>
                  <a:lnTo>
                    <a:pt x="511556" y="139915"/>
                  </a:lnTo>
                  <a:lnTo>
                    <a:pt x="503910" y="130860"/>
                  </a:lnTo>
                  <a:lnTo>
                    <a:pt x="491998" y="116738"/>
                  </a:lnTo>
                  <a:lnTo>
                    <a:pt x="527824" y="130644"/>
                  </a:lnTo>
                  <a:lnTo>
                    <a:pt x="556768" y="154546"/>
                  </a:lnTo>
                  <a:lnTo>
                    <a:pt x="576872" y="186232"/>
                  </a:lnTo>
                  <a:lnTo>
                    <a:pt x="586232" y="223520"/>
                  </a:lnTo>
                  <a:lnTo>
                    <a:pt x="586232" y="158153"/>
                  </a:lnTo>
                  <a:lnTo>
                    <a:pt x="581850" y="149682"/>
                  </a:lnTo>
                  <a:lnTo>
                    <a:pt x="551078" y="118884"/>
                  </a:lnTo>
                  <a:lnTo>
                    <a:pt x="546938" y="116738"/>
                  </a:lnTo>
                  <a:lnTo>
                    <a:pt x="546150" y="116332"/>
                  </a:lnTo>
                  <a:lnTo>
                    <a:pt x="512051" y="98691"/>
                  </a:lnTo>
                  <a:lnTo>
                    <a:pt x="467118" y="91440"/>
                  </a:lnTo>
                  <a:lnTo>
                    <a:pt x="456971" y="93078"/>
                  </a:lnTo>
                  <a:lnTo>
                    <a:pt x="456971" y="132080"/>
                  </a:lnTo>
                  <a:lnTo>
                    <a:pt x="456971" y="223520"/>
                  </a:lnTo>
                  <a:lnTo>
                    <a:pt x="456971" y="243840"/>
                  </a:lnTo>
                  <a:lnTo>
                    <a:pt x="456971" y="335292"/>
                  </a:lnTo>
                  <a:lnTo>
                    <a:pt x="444373" y="320065"/>
                  </a:lnTo>
                  <a:lnTo>
                    <a:pt x="444373" y="351142"/>
                  </a:lnTo>
                  <a:lnTo>
                    <a:pt x="407822" y="337566"/>
                  </a:lnTo>
                  <a:lnTo>
                    <a:pt x="378218" y="313651"/>
                  </a:lnTo>
                  <a:lnTo>
                    <a:pt x="357606" y="281660"/>
                  </a:lnTo>
                  <a:lnTo>
                    <a:pt x="348005" y="243840"/>
                  </a:lnTo>
                  <a:lnTo>
                    <a:pt x="391464" y="243840"/>
                  </a:lnTo>
                  <a:lnTo>
                    <a:pt x="397852" y="273697"/>
                  </a:lnTo>
                  <a:lnTo>
                    <a:pt x="408889" y="301675"/>
                  </a:lnTo>
                  <a:lnTo>
                    <a:pt x="408978" y="301904"/>
                  </a:lnTo>
                  <a:lnTo>
                    <a:pt x="424573" y="327901"/>
                  </a:lnTo>
                  <a:lnTo>
                    <a:pt x="444373" y="351142"/>
                  </a:lnTo>
                  <a:lnTo>
                    <a:pt x="444373" y="320065"/>
                  </a:lnTo>
                  <a:lnTo>
                    <a:pt x="440423" y="315290"/>
                  </a:lnTo>
                  <a:lnTo>
                    <a:pt x="427253" y="293103"/>
                  </a:lnTo>
                  <a:lnTo>
                    <a:pt x="417664" y="269151"/>
                  </a:lnTo>
                  <a:lnTo>
                    <a:pt x="411873" y="243840"/>
                  </a:lnTo>
                  <a:lnTo>
                    <a:pt x="456971" y="243840"/>
                  </a:lnTo>
                  <a:lnTo>
                    <a:pt x="456971" y="223520"/>
                  </a:lnTo>
                  <a:lnTo>
                    <a:pt x="411873" y="223520"/>
                  </a:lnTo>
                  <a:lnTo>
                    <a:pt x="417639" y="198208"/>
                  </a:lnTo>
                  <a:lnTo>
                    <a:pt x="427215" y="174244"/>
                  </a:lnTo>
                  <a:lnTo>
                    <a:pt x="440397" y="152057"/>
                  </a:lnTo>
                  <a:lnTo>
                    <a:pt x="456971" y="132080"/>
                  </a:lnTo>
                  <a:lnTo>
                    <a:pt x="456971" y="93078"/>
                  </a:lnTo>
                  <a:lnTo>
                    <a:pt x="444169" y="95148"/>
                  </a:lnTo>
                  <a:lnTo>
                    <a:pt x="444169" y="116332"/>
                  </a:lnTo>
                  <a:lnTo>
                    <a:pt x="424459" y="139573"/>
                  </a:lnTo>
                  <a:lnTo>
                    <a:pt x="408914" y="165544"/>
                  </a:lnTo>
                  <a:lnTo>
                    <a:pt x="397827" y="193713"/>
                  </a:lnTo>
                  <a:lnTo>
                    <a:pt x="391464" y="223520"/>
                  </a:lnTo>
                  <a:lnTo>
                    <a:pt x="348005" y="223520"/>
                  </a:lnTo>
                  <a:lnTo>
                    <a:pt x="357441" y="186232"/>
                  </a:lnTo>
                  <a:lnTo>
                    <a:pt x="378129" y="153797"/>
                  </a:lnTo>
                  <a:lnTo>
                    <a:pt x="444169" y="116332"/>
                  </a:lnTo>
                  <a:lnTo>
                    <a:pt x="444169" y="95148"/>
                  </a:lnTo>
                  <a:lnTo>
                    <a:pt x="383159" y="118884"/>
                  </a:lnTo>
                  <a:lnTo>
                    <a:pt x="352386" y="149682"/>
                  </a:lnTo>
                  <a:lnTo>
                    <a:pt x="332206" y="188722"/>
                  </a:lnTo>
                  <a:lnTo>
                    <a:pt x="324954" y="233680"/>
                  </a:lnTo>
                  <a:lnTo>
                    <a:pt x="332206" y="278638"/>
                  </a:lnTo>
                  <a:lnTo>
                    <a:pt x="352386" y="317690"/>
                  </a:lnTo>
                  <a:lnTo>
                    <a:pt x="383159" y="348488"/>
                  </a:lnTo>
                  <a:lnTo>
                    <a:pt x="422186" y="368681"/>
                  </a:lnTo>
                  <a:lnTo>
                    <a:pt x="467118" y="375932"/>
                  </a:lnTo>
                  <a:lnTo>
                    <a:pt x="512051" y="368681"/>
                  </a:lnTo>
                  <a:lnTo>
                    <a:pt x="545947" y="351142"/>
                  </a:lnTo>
                  <a:lnTo>
                    <a:pt x="546735" y="350735"/>
                  </a:lnTo>
                  <a:lnTo>
                    <a:pt x="551078" y="348488"/>
                  </a:lnTo>
                  <a:lnTo>
                    <a:pt x="581850" y="317690"/>
                  </a:lnTo>
                  <a:lnTo>
                    <a:pt x="602043" y="278638"/>
                  </a:lnTo>
                  <a:lnTo>
                    <a:pt x="607644" y="243840"/>
                  </a:lnTo>
                  <a:lnTo>
                    <a:pt x="609282" y="233680"/>
                  </a:lnTo>
                  <a:close/>
                </a:path>
                <a:path w="934720" h="569595">
                  <a:moveTo>
                    <a:pt x="812380" y="40640"/>
                  </a:moveTo>
                  <a:lnTo>
                    <a:pt x="809193" y="24815"/>
                  </a:lnTo>
                  <a:lnTo>
                    <a:pt x="800481" y="11899"/>
                  </a:lnTo>
                  <a:lnTo>
                    <a:pt x="787577" y="3187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659" y="3187"/>
                  </a:lnTo>
                  <a:lnTo>
                    <a:pt x="133756" y="11899"/>
                  </a:lnTo>
                  <a:lnTo>
                    <a:pt x="125044" y="24815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396" y="523443"/>
                  </a:lnTo>
                  <a:lnTo>
                    <a:pt x="524421" y="527989"/>
                  </a:lnTo>
                  <a:lnTo>
                    <a:pt x="411086" y="528675"/>
                  </a:lnTo>
                  <a:lnTo>
                    <a:pt x="406539" y="524700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187" y="544156"/>
                  </a:lnTo>
                  <a:lnTo>
                    <a:pt x="11899" y="557072"/>
                  </a:lnTo>
                  <a:lnTo>
                    <a:pt x="24803" y="565785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434" y="565785"/>
                  </a:lnTo>
                  <a:lnTo>
                    <a:pt x="922337" y="557072"/>
                  </a:lnTo>
                  <a:lnTo>
                    <a:pt x="931049" y="544156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27559" y="3335159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01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30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0822" y="481202"/>
                  </a:lnTo>
                  <a:lnTo>
                    <a:pt x="480822" y="641603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3"/>
                  </a:lnTo>
                  <a:lnTo>
                    <a:pt x="480822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/>
          <p:nvPr/>
        </p:nvSpPr>
        <p:spPr>
          <a:xfrm>
            <a:off x="6956147" y="17725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269955" y="3220072"/>
            <a:ext cx="915035" cy="619125"/>
            <a:chOff x="10269955" y="3220072"/>
            <a:chExt cx="915035" cy="619125"/>
          </a:xfrm>
        </p:grpSpPr>
        <p:sp>
          <p:nvSpPr>
            <p:cNvPr id="16" name="object 16"/>
            <p:cNvSpPr/>
            <p:nvPr/>
          </p:nvSpPr>
          <p:spPr>
            <a:xfrm>
              <a:off x="10269955" y="32200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0560614" y="3359753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7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/>
          <p:nvPr/>
        </p:nvSpPr>
        <p:spPr>
          <a:xfrm>
            <a:off x="10108545" y="38929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09943" y="3102447"/>
            <a:ext cx="616585" cy="455295"/>
          </a:xfrm>
          <a:custGeom>
            <a:avLst/>
            <a:gdLst/>
            <a:ahLst/>
            <a:cxnLst/>
            <a:rect l="l" t="t" r="r" b="b"/>
            <a:pathLst>
              <a:path w="616584" h="455295">
                <a:moveTo>
                  <a:pt x="396116" y="0"/>
                </a:moveTo>
                <a:lnTo>
                  <a:pt x="396116" y="107951"/>
                </a:lnTo>
                <a:lnTo>
                  <a:pt x="191495" y="163468"/>
                </a:lnTo>
                <a:lnTo>
                  <a:pt x="71189" y="282600"/>
                </a:lnTo>
                <a:lnTo>
                  <a:pt x="14317" y="401153"/>
                </a:lnTo>
                <a:lnTo>
                  <a:pt x="0" y="454936"/>
                </a:lnTo>
                <a:lnTo>
                  <a:pt x="23854" y="426346"/>
                </a:lnTo>
                <a:lnTo>
                  <a:pt x="96620" y="363274"/>
                </a:lnTo>
                <a:lnTo>
                  <a:pt x="220106" y="299768"/>
                </a:lnTo>
                <a:lnTo>
                  <a:pt x="396116" y="269877"/>
                </a:lnTo>
                <a:lnTo>
                  <a:pt x="396116" y="370117"/>
                </a:lnTo>
                <a:lnTo>
                  <a:pt x="616523" y="185058"/>
                </a:lnTo>
                <a:lnTo>
                  <a:pt x="39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07480" y="3736768"/>
            <a:ext cx="616585" cy="455930"/>
          </a:xfrm>
          <a:custGeom>
            <a:avLst/>
            <a:gdLst/>
            <a:ahLst/>
            <a:cxnLst/>
            <a:rect l="l" t="t" r="r" b="b"/>
            <a:pathLst>
              <a:path w="616584" h="455929">
                <a:moveTo>
                  <a:pt x="220407" y="455864"/>
                </a:moveTo>
                <a:lnTo>
                  <a:pt x="220407" y="347693"/>
                </a:lnTo>
                <a:lnTo>
                  <a:pt x="425028" y="292062"/>
                </a:lnTo>
                <a:lnTo>
                  <a:pt x="545334" y="172687"/>
                </a:lnTo>
                <a:lnTo>
                  <a:pt x="602206" y="53892"/>
                </a:lnTo>
                <a:lnTo>
                  <a:pt x="616523" y="0"/>
                </a:lnTo>
                <a:lnTo>
                  <a:pt x="592669" y="28648"/>
                </a:lnTo>
                <a:lnTo>
                  <a:pt x="519902" y="91849"/>
                </a:lnTo>
                <a:lnTo>
                  <a:pt x="396417" y="155484"/>
                </a:lnTo>
                <a:lnTo>
                  <a:pt x="220407" y="185436"/>
                </a:lnTo>
                <a:lnTo>
                  <a:pt x="220407" y="84991"/>
                </a:lnTo>
                <a:lnTo>
                  <a:pt x="0" y="270428"/>
                </a:lnTo>
                <a:lnTo>
                  <a:pt x="220407" y="455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54795" y="268681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54795" y="4280915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204" dirty="0"/>
              <a:t> </a:t>
            </a:r>
            <a:r>
              <a:rPr spc="-45" dirty="0"/>
              <a:t>Sending</a:t>
            </a:r>
            <a:r>
              <a:rPr spc="-195" dirty="0"/>
              <a:t> </a:t>
            </a:r>
            <a:r>
              <a:rPr spc="-50" dirty="0"/>
              <a:t>Data</a:t>
            </a:r>
            <a:r>
              <a:rPr spc="-200" dirty="0"/>
              <a:t> </a:t>
            </a:r>
            <a:r>
              <a:rPr spc="-35" dirty="0"/>
              <a:t>Over</a:t>
            </a:r>
            <a:r>
              <a:rPr spc="-215" dirty="0"/>
              <a:t> </a:t>
            </a:r>
            <a:r>
              <a:rPr spc="-25" dirty="0"/>
              <a:t>Bluetooth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2700" y="1661616"/>
            <a:ext cx="6062345" cy="25031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04139" marR="5080" lvl="0" indent="0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very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hard,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 developed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custom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helper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script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easier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956944" lvl="0" indent="0" defTabSz="914400" eaLnBrk="1" fontAlgn="auto" latinLnBrk="0" hangingPunct="1">
              <a:lnSpc>
                <a:spcPct val="8000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~/Training_Scripts/2CHVBT_Helper.py</a:t>
            </a:r>
            <a:r>
              <a:rPr kumimoji="0" sz="2400" b="0" i="0" u="none" strike="noStrike" kern="0" cap="none" spc="114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(or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04139" marR="549910" lvl="0" indent="0" defTabSz="914400" eaLnBrk="1" fontAlgn="auto" latinLnBrk="0" hangingPunct="1">
              <a:lnSpc>
                <a:spcPts val="2300"/>
              </a:lnSpc>
              <a:spcBef>
                <a:spcPts val="13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hidden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read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clues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left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13173"/>
            <a:ext cx="5975350" cy="9772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you’ve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it,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helper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script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key!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27569" y="2364498"/>
            <a:ext cx="2310130" cy="1743075"/>
            <a:chOff x="6227569" y="2364498"/>
            <a:chExt cx="2310130" cy="1743075"/>
          </a:xfrm>
        </p:grpSpPr>
        <p:sp>
          <p:nvSpPr>
            <p:cNvPr id="6" name="object 6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4"/>
                  </a:lnTo>
                  <a:lnTo>
                    <a:pt x="361187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7" y="180594"/>
                  </a:lnTo>
                  <a:lnTo>
                    <a:pt x="270890" y="180594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856944" y="23645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5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5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5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5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5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603299" y="34367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609282" y="233680"/>
                  </a:moveTo>
                  <a:lnTo>
                    <a:pt x="607644" y="223520"/>
                  </a:lnTo>
                  <a:lnTo>
                    <a:pt x="602043" y="188722"/>
                  </a:lnTo>
                  <a:lnTo>
                    <a:pt x="586232" y="158153"/>
                  </a:lnTo>
                  <a:lnTo>
                    <a:pt x="586232" y="223520"/>
                  </a:lnTo>
                  <a:lnTo>
                    <a:pt x="586232" y="243840"/>
                  </a:lnTo>
                  <a:lnTo>
                    <a:pt x="576859" y="281216"/>
                  </a:lnTo>
                  <a:lnTo>
                    <a:pt x="556666" y="312966"/>
                  </a:lnTo>
                  <a:lnTo>
                    <a:pt x="527634" y="336867"/>
                  </a:lnTo>
                  <a:lnTo>
                    <a:pt x="491693" y="350735"/>
                  </a:lnTo>
                  <a:lnTo>
                    <a:pt x="503885" y="336410"/>
                  </a:lnTo>
                  <a:lnTo>
                    <a:pt x="511390" y="327583"/>
                  </a:lnTo>
                  <a:lnTo>
                    <a:pt x="526910" y="301675"/>
                  </a:lnTo>
                  <a:lnTo>
                    <a:pt x="537921" y="273697"/>
                  </a:lnTo>
                  <a:lnTo>
                    <a:pt x="538835" y="269557"/>
                  </a:lnTo>
                  <a:lnTo>
                    <a:pt x="544296" y="243840"/>
                  </a:lnTo>
                  <a:lnTo>
                    <a:pt x="586232" y="243840"/>
                  </a:lnTo>
                  <a:lnTo>
                    <a:pt x="586232" y="223520"/>
                  </a:lnTo>
                  <a:lnTo>
                    <a:pt x="544296" y="223520"/>
                  </a:lnTo>
                  <a:lnTo>
                    <a:pt x="537972" y="193852"/>
                  </a:lnTo>
                  <a:lnTo>
                    <a:pt x="526961" y="165811"/>
                  </a:lnTo>
                  <a:lnTo>
                    <a:pt x="523887" y="160655"/>
                  </a:lnTo>
                  <a:lnTo>
                    <a:pt x="523887" y="223520"/>
                  </a:lnTo>
                  <a:lnTo>
                    <a:pt x="523887" y="243840"/>
                  </a:lnTo>
                  <a:lnTo>
                    <a:pt x="517969" y="269151"/>
                  </a:lnTo>
                  <a:lnTo>
                    <a:pt x="517880" y="269557"/>
                  </a:lnTo>
                  <a:lnTo>
                    <a:pt x="507961" y="293839"/>
                  </a:lnTo>
                  <a:lnTo>
                    <a:pt x="494347" y="316268"/>
                  </a:lnTo>
                  <a:lnTo>
                    <a:pt x="477278" y="336410"/>
                  </a:lnTo>
                  <a:lnTo>
                    <a:pt x="477278" y="335292"/>
                  </a:lnTo>
                  <a:lnTo>
                    <a:pt x="477278" y="243840"/>
                  </a:lnTo>
                  <a:lnTo>
                    <a:pt x="523887" y="243840"/>
                  </a:lnTo>
                  <a:lnTo>
                    <a:pt x="523887" y="223520"/>
                  </a:lnTo>
                  <a:lnTo>
                    <a:pt x="477278" y="223520"/>
                  </a:lnTo>
                  <a:lnTo>
                    <a:pt x="477278" y="132080"/>
                  </a:lnTo>
                  <a:lnTo>
                    <a:pt x="477278" y="130860"/>
                  </a:lnTo>
                  <a:lnTo>
                    <a:pt x="494360" y="151015"/>
                  </a:lnTo>
                  <a:lnTo>
                    <a:pt x="507974" y="173469"/>
                  </a:lnTo>
                  <a:lnTo>
                    <a:pt x="517893" y="197789"/>
                  </a:lnTo>
                  <a:lnTo>
                    <a:pt x="523887" y="223520"/>
                  </a:lnTo>
                  <a:lnTo>
                    <a:pt x="523887" y="160655"/>
                  </a:lnTo>
                  <a:lnTo>
                    <a:pt x="511556" y="139915"/>
                  </a:lnTo>
                  <a:lnTo>
                    <a:pt x="503910" y="130860"/>
                  </a:lnTo>
                  <a:lnTo>
                    <a:pt x="491998" y="116738"/>
                  </a:lnTo>
                  <a:lnTo>
                    <a:pt x="527824" y="130644"/>
                  </a:lnTo>
                  <a:lnTo>
                    <a:pt x="556768" y="154546"/>
                  </a:lnTo>
                  <a:lnTo>
                    <a:pt x="576872" y="186232"/>
                  </a:lnTo>
                  <a:lnTo>
                    <a:pt x="586232" y="223520"/>
                  </a:lnTo>
                  <a:lnTo>
                    <a:pt x="586232" y="158153"/>
                  </a:lnTo>
                  <a:lnTo>
                    <a:pt x="581850" y="149682"/>
                  </a:lnTo>
                  <a:lnTo>
                    <a:pt x="551078" y="118884"/>
                  </a:lnTo>
                  <a:lnTo>
                    <a:pt x="546938" y="116738"/>
                  </a:lnTo>
                  <a:lnTo>
                    <a:pt x="546150" y="116332"/>
                  </a:lnTo>
                  <a:lnTo>
                    <a:pt x="512051" y="98691"/>
                  </a:lnTo>
                  <a:lnTo>
                    <a:pt x="467118" y="91440"/>
                  </a:lnTo>
                  <a:lnTo>
                    <a:pt x="456971" y="93078"/>
                  </a:lnTo>
                  <a:lnTo>
                    <a:pt x="456971" y="132080"/>
                  </a:lnTo>
                  <a:lnTo>
                    <a:pt x="456971" y="223520"/>
                  </a:lnTo>
                  <a:lnTo>
                    <a:pt x="456971" y="243840"/>
                  </a:lnTo>
                  <a:lnTo>
                    <a:pt x="456971" y="335292"/>
                  </a:lnTo>
                  <a:lnTo>
                    <a:pt x="444373" y="320065"/>
                  </a:lnTo>
                  <a:lnTo>
                    <a:pt x="444373" y="351142"/>
                  </a:lnTo>
                  <a:lnTo>
                    <a:pt x="407822" y="337566"/>
                  </a:lnTo>
                  <a:lnTo>
                    <a:pt x="378218" y="313651"/>
                  </a:lnTo>
                  <a:lnTo>
                    <a:pt x="357606" y="281660"/>
                  </a:lnTo>
                  <a:lnTo>
                    <a:pt x="348005" y="243840"/>
                  </a:lnTo>
                  <a:lnTo>
                    <a:pt x="391464" y="243840"/>
                  </a:lnTo>
                  <a:lnTo>
                    <a:pt x="397852" y="273697"/>
                  </a:lnTo>
                  <a:lnTo>
                    <a:pt x="408889" y="301675"/>
                  </a:lnTo>
                  <a:lnTo>
                    <a:pt x="408978" y="301904"/>
                  </a:lnTo>
                  <a:lnTo>
                    <a:pt x="424573" y="327901"/>
                  </a:lnTo>
                  <a:lnTo>
                    <a:pt x="444373" y="351142"/>
                  </a:lnTo>
                  <a:lnTo>
                    <a:pt x="444373" y="320065"/>
                  </a:lnTo>
                  <a:lnTo>
                    <a:pt x="440423" y="315290"/>
                  </a:lnTo>
                  <a:lnTo>
                    <a:pt x="427253" y="293103"/>
                  </a:lnTo>
                  <a:lnTo>
                    <a:pt x="417664" y="269151"/>
                  </a:lnTo>
                  <a:lnTo>
                    <a:pt x="411873" y="243840"/>
                  </a:lnTo>
                  <a:lnTo>
                    <a:pt x="456971" y="243840"/>
                  </a:lnTo>
                  <a:lnTo>
                    <a:pt x="456971" y="223520"/>
                  </a:lnTo>
                  <a:lnTo>
                    <a:pt x="411873" y="223520"/>
                  </a:lnTo>
                  <a:lnTo>
                    <a:pt x="417639" y="198208"/>
                  </a:lnTo>
                  <a:lnTo>
                    <a:pt x="427215" y="174244"/>
                  </a:lnTo>
                  <a:lnTo>
                    <a:pt x="440397" y="152057"/>
                  </a:lnTo>
                  <a:lnTo>
                    <a:pt x="456971" y="132080"/>
                  </a:lnTo>
                  <a:lnTo>
                    <a:pt x="456971" y="93078"/>
                  </a:lnTo>
                  <a:lnTo>
                    <a:pt x="444169" y="95148"/>
                  </a:lnTo>
                  <a:lnTo>
                    <a:pt x="444169" y="116332"/>
                  </a:lnTo>
                  <a:lnTo>
                    <a:pt x="424459" y="139573"/>
                  </a:lnTo>
                  <a:lnTo>
                    <a:pt x="408914" y="165544"/>
                  </a:lnTo>
                  <a:lnTo>
                    <a:pt x="397827" y="193713"/>
                  </a:lnTo>
                  <a:lnTo>
                    <a:pt x="391464" y="223520"/>
                  </a:lnTo>
                  <a:lnTo>
                    <a:pt x="348005" y="223520"/>
                  </a:lnTo>
                  <a:lnTo>
                    <a:pt x="357441" y="186232"/>
                  </a:lnTo>
                  <a:lnTo>
                    <a:pt x="378129" y="153797"/>
                  </a:lnTo>
                  <a:lnTo>
                    <a:pt x="444169" y="116332"/>
                  </a:lnTo>
                  <a:lnTo>
                    <a:pt x="444169" y="95148"/>
                  </a:lnTo>
                  <a:lnTo>
                    <a:pt x="383159" y="118884"/>
                  </a:lnTo>
                  <a:lnTo>
                    <a:pt x="352386" y="149682"/>
                  </a:lnTo>
                  <a:lnTo>
                    <a:pt x="332206" y="188722"/>
                  </a:lnTo>
                  <a:lnTo>
                    <a:pt x="324954" y="233680"/>
                  </a:lnTo>
                  <a:lnTo>
                    <a:pt x="332206" y="278638"/>
                  </a:lnTo>
                  <a:lnTo>
                    <a:pt x="352386" y="317690"/>
                  </a:lnTo>
                  <a:lnTo>
                    <a:pt x="383159" y="348488"/>
                  </a:lnTo>
                  <a:lnTo>
                    <a:pt x="422186" y="368681"/>
                  </a:lnTo>
                  <a:lnTo>
                    <a:pt x="467118" y="375932"/>
                  </a:lnTo>
                  <a:lnTo>
                    <a:pt x="512051" y="368681"/>
                  </a:lnTo>
                  <a:lnTo>
                    <a:pt x="545947" y="351142"/>
                  </a:lnTo>
                  <a:lnTo>
                    <a:pt x="546735" y="350735"/>
                  </a:lnTo>
                  <a:lnTo>
                    <a:pt x="551078" y="348488"/>
                  </a:lnTo>
                  <a:lnTo>
                    <a:pt x="581850" y="317690"/>
                  </a:lnTo>
                  <a:lnTo>
                    <a:pt x="602043" y="278638"/>
                  </a:lnTo>
                  <a:lnTo>
                    <a:pt x="607644" y="243840"/>
                  </a:lnTo>
                  <a:lnTo>
                    <a:pt x="609282" y="233680"/>
                  </a:lnTo>
                  <a:close/>
                </a:path>
                <a:path w="934720" h="569595">
                  <a:moveTo>
                    <a:pt x="812380" y="40640"/>
                  </a:moveTo>
                  <a:lnTo>
                    <a:pt x="809193" y="24815"/>
                  </a:lnTo>
                  <a:lnTo>
                    <a:pt x="800481" y="11899"/>
                  </a:lnTo>
                  <a:lnTo>
                    <a:pt x="787577" y="3187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659" y="3187"/>
                  </a:lnTo>
                  <a:lnTo>
                    <a:pt x="133756" y="11899"/>
                  </a:lnTo>
                  <a:lnTo>
                    <a:pt x="125044" y="24815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396" y="523443"/>
                  </a:lnTo>
                  <a:lnTo>
                    <a:pt x="524421" y="527989"/>
                  </a:lnTo>
                  <a:lnTo>
                    <a:pt x="411086" y="528675"/>
                  </a:lnTo>
                  <a:lnTo>
                    <a:pt x="406539" y="524700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187" y="544156"/>
                  </a:lnTo>
                  <a:lnTo>
                    <a:pt x="11899" y="557072"/>
                  </a:lnTo>
                  <a:lnTo>
                    <a:pt x="24803" y="565785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434" y="565785"/>
                  </a:lnTo>
                  <a:lnTo>
                    <a:pt x="922337" y="557072"/>
                  </a:lnTo>
                  <a:lnTo>
                    <a:pt x="931049" y="544156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227559" y="3335159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01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30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0822" y="481202"/>
                  </a:lnTo>
                  <a:lnTo>
                    <a:pt x="480822" y="641603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3"/>
                  </a:lnTo>
                  <a:lnTo>
                    <a:pt x="480822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6956147" y="17725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97432" y="2505053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269955" y="3220072"/>
            <a:ext cx="915035" cy="619125"/>
            <a:chOff x="10269955" y="3220072"/>
            <a:chExt cx="915035" cy="619125"/>
          </a:xfrm>
        </p:grpSpPr>
        <p:sp>
          <p:nvSpPr>
            <p:cNvPr id="16" name="object 16"/>
            <p:cNvSpPr/>
            <p:nvPr/>
          </p:nvSpPr>
          <p:spPr>
            <a:xfrm>
              <a:off x="10269955" y="32200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0560614" y="3359753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7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/>
          <p:nvPr/>
        </p:nvSpPr>
        <p:spPr>
          <a:xfrm>
            <a:off x="10108545" y="38929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09943" y="3102447"/>
            <a:ext cx="616585" cy="455295"/>
          </a:xfrm>
          <a:custGeom>
            <a:avLst/>
            <a:gdLst/>
            <a:ahLst/>
            <a:cxnLst/>
            <a:rect l="l" t="t" r="r" b="b"/>
            <a:pathLst>
              <a:path w="616584" h="455295">
                <a:moveTo>
                  <a:pt x="396116" y="0"/>
                </a:moveTo>
                <a:lnTo>
                  <a:pt x="396116" y="107951"/>
                </a:lnTo>
                <a:lnTo>
                  <a:pt x="191495" y="163468"/>
                </a:lnTo>
                <a:lnTo>
                  <a:pt x="71189" y="282600"/>
                </a:lnTo>
                <a:lnTo>
                  <a:pt x="14317" y="401153"/>
                </a:lnTo>
                <a:lnTo>
                  <a:pt x="0" y="454936"/>
                </a:lnTo>
                <a:lnTo>
                  <a:pt x="23854" y="426346"/>
                </a:lnTo>
                <a:lnTo>
                  <a:pt x="96620" y="363274"/>
                </a:lnTo>
                <a:lnTo>
                  <a:pt x="220106" y="299768"/>
                </a:lnTo>
                <a:lnTo>
                  <a:pt x="396116" y="269877"/>
                </a:lnTo>
                <a:lnTo>
                  <a:pt x="396116" y="370117"/>
                </a:lnTo>
                <a:lnTo>
                  <a:pt x="616523" y="185058"/>
                </a:lnTo>
                <a:lnTo>
                  <a:pt x="39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07480" y="3736768"/>
            <a:ext cx="616585" cy="455930"/>
          </a:xfrm>
          <a:custGeom>
            <a:avLst/>
            <a:gdLst/>
            <a:ahLst/>
            <a:cxnLst/>
            <a:rect l="l" t="t" r="r" b="b"/>
            <a:pathLst>
              <a:path w="616584" h="455929">
                <a:moveTo>
                  <a:pt x="220407" y="455864"/>
                </a:moveTo>
                <a:lnTo>
                  <a:pt x="220407" y="347693"/>
                </a:lnTo>
                <a:lnTo>
                  <a:pt x="425028" y="292062"/>
                </a:lnTo>
                <a:lnTo>
                  <a:pt x="545334" y="172687"/>
                </a:lnTo>
                <a:lnTo>
                  <a:pt x="602206" y="53892"/>
                </a:lnTo>
                <a:lnTo>
                  <a:pt x="616523" y="0"/>
                </a:lnTo>
                <a:lnTo>
                  <a:pt x="592669" y="28648"/>
                </a:lnTo>
                <a:lnTo>
                  <a:pt x="519902" y="91849"/>
                </a:lnTo>
                <a:lnTo>
                  <a:pt x="396417" y="155484"/>
                </a:lnTo>
                <a:lnTo>
                  <a:pt x="220407" y="185436"/>
                </a:lnTo>
                <a:lnTo>
                  <a:pt x="220407" y="84991"/>
                </a:lnTo>
                <a:lnTo>
                  <a:pt x="0" y="270428"/>
                </a:lnTo>
                <a:lnTo>
                  <a:pt x="220407" y="455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54795" y="268681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54795" y="4280915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3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1108</Words>
  <Application>Microsoft Office PowerPoint</Application>
  <PresentationFormat>Widescreen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Custom Design</vt:lpstr>
      <vt:lpstr>1. Getting Started</vt:lpstr>
      <vt:lpstr>2. Bluetooth Scanning</vt:lpstr>
      <vt:lpstr>2. Bluetooth Scanning</vt:lpstr>
      <vt:lpstr>2. Bluetooth Scanning</vt:lpstr>
      <vt:lpstr>A Note on BT Addresses and Scanning</vt:lpstr>
      <vt:lpstr>3. Enumerating Bluetooth Information</vt:lpstr>
      <vt:lpstr>3. Enumerating Bluetooth Information</vt:lpstr>
      <vt:lpstr>3. Enumerating Bluetooth Information</vt:lpstr>
      <vt:lpstr>4. Identifying BT Services</vt:lpstr>
      <vt:lpstr>4. Identifying BT Services</vt:lpstr>
      <vt:lpstr>5. Analyzing SDP Output</vt:lpstr>
      <vt:lpstr>5. Analyzing SDP Output</vt:lpstr>
      <vt:lpstr>6. Pairing Devices In Linux</vt:lpstr>
      <vt:lpstr>6. Pairing Devices In Linux</vt:lpstr>
      <vt:lpstr>6. Pairing Devices In Linux</vt:lpstr>
      <vt:lpstr>7. Sending Data Over Bluetooth</vt:lpstr>
      <vt:lpstr>7. Sending Data Over Bluetooth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8</cp:revision>
  <dcterms:created xsi:type="dcterms:W3CDTF">2026-03-11T18:02:03Z</dcterms:created>
  <dcterms:modified xsi:type="dcterms:W3CDTF">2026-04-29T14:20:08Z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