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5"/>
  </p:sldMasterIdLst>
  <p:notesMasterIdLst>
    <p:notesMasterId r:id="rId37"/>
  </p:notesMasterIdLst>
  <p:sldIdLst>
    <p:sldId id="742" r:id="rId6"/>
    <p:sldId id="303" r:id="rId7"/>
    <p:sldId id="304" r:id="rId8"/>
    <p:sldId id="305" r:id="rId9"/>
    <p:sldId id="306" r:id="rId10"/>
    <p:sldId id="391" r:id="rId11"/>
    <p:sldId id="392" r:id="rId12"/>
    <p:sldId id="393" r:id="rId13"/>
    <p:sldId id="394" r:id="rId14"/>
    <p:sldId id="395" r:id="rId15"/>
    <p:sldId id="396" r:id="rId16"/>
    <p:sldId id="313" r:id="rId17"/>
    <p:sldId id="400" r:id="rId18"/>
    <p:sldId id="401" r:id="rId19"/>
    <p:sldId id="402" r:id="rId20"/>
    <p:sldId id="403" r:id="rId21"/>
    <p:sldId id="314" r:id="rId22"/>
    <p:sldId id="315" r:id="rId23"/>
    <p:sldId id="316" r:id="rId24"/>
    <p:sldId id="317" r:id="rId25"/>
    <p:sldId id="318" r:id="rId26"/>
    <p:sldId id="319" r:id="rId27"/>
    <p:sldId id="397" r:id="rId28"/>
    <p:sldId id="398" r:id="rId29"/>
    <p:sldId id="399" r:id="rId30"/>
    <p:sldId id="735" r:id="rId31"/>
    <p:sldId id="733" r:id="rId32"/>
    <p:sldId id="774" r:id="rId33"/>
    <p:sldId id="770" r:id="rId34"/>
    <p:sldId id="758" r:id="rId35"/>
    <p:sldId id="737" r:id="rId36"/>
  </p:sldIdLst>
  <p:sldSz cx="12192000" cy="6858000"/>
  <p:notesSz cx="6858000" cy="9144000"/>
  <p:custDataLst>
    <p:tags r:id="rId3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iFi" id="{074B3C31-54E2-4065-AC58-8112E024755A}">
          <p14:sldIdLst>
            <p14:sldId id="742"/>
            <p14:sldId id="303"/>
            <p14:sldId id="304"/>
            <p14:sldId id="305"/>
            <p14:sldId id="306"/>
            <p14:sldId id="391"/>
            <p14:sldId id="392"/>
            <p14:sldId id="393"/>
            <p14:sldId id="394"/>
          </p14:sldIdLst>
        </p14:section>
        <p14:section name="WiFi - Analyzer App" id="{DB79742B-9CBA-4F20-80DA-0FE921A8153D}">
          <p14:sldIdLst>
            <p14:sldId id="395"/>
            <p14:sldId id="396"/>
            <p14:sldId id="313"/>
          </p14:sldIdLst>
        </p14:section>
        <p14:section name="WiFi - Wifite2" id="{635FED02-9980-4ED6-9FAE-ED9CFAB3223B}">
          <p14:sldIdLst>
            <p14:sldId id="400"/>
            <p14:sldId id="401"/>
            <p14:sldId id="402"/>
            <p14:sldId id="403"/>
          </p14:sldIdLst>
        </p14:section>
        <p14:section name="WiFi - HackISAC" id="{D03E4C7D-FBD0-4CCE-80B4-6619565A2E9D}">
          <p14:sldIdLst>
            <p14:sldId id="314"/>
            <p14:sldId id="315"/>
            <p14:sldId id="316"/>
            <p14:sldId id="317"/>
            <p14:sldId id="318"/>
            <p14:sldId id="319"/>
            <p14:sldId id="397"/>
            <p14:sldId id="398"/>
            <p14:sldId id="399"/>
          </p14:sldIdLst>
        </p14:section>
        <p14:section name="Appendix" id="{340FE8AA-506D-4170-ADA5-773A420C167C}">
          <p14:sldIdLst>
            <p14:sldId id="735"/>
            <p14:sldId id="733"/>
            <p14:sldId id="774"/>
            <p14:sldId id="770"/>
            <p14:sldId id="758"/>
            <p14:sldId id="73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A02856-269D-4F17-A7F6-0B8C7D84C0B3}" v="7" dt="2026-03-11T21:04:40.8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presProps" Target="presProps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tableStyles" Target="tableStyle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41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microsoft.com/office/2015/10/relationships/revisionInfo" Target="revisionInfo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microsoft.com/office/2016/11/relationships/changesInfo" Target="changesInfos/changesInfo1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tags" Target="tags/tag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ey Garback" userId="dc25ffa4-de89-4779-8381-34524c87e417" providerId="ADAL" clId="{6E1D5EB8-13F6-40DF-B512-351F8F358EAF}"/>
    <pc:docChg chg="undo custSel delSld modSld addMainMaster delMainMaster modMainMaster">
      <pc:chgData name="Carey Garback" userId="dc25ffa4-de89-4779-8381-34524c87e417" providerId="ADAL" clId="{6E1D5EB8-13F6-40DF-B512-351F8F358EAF}" dt="2026-03-11T21:17:14.370" v="429" actId="478"/>
      <pc:docMkLst>
        <pc:docMk/>
      </pc:docMkLst>
      <pc:sldChg chg="modSp mod modClrScheme chgLayout">
        <pc:chgData name="Carey Garback" userId="dc25ffa4-de89-4779-8381-34524c87e417" providerId="ADAL" clId="{6E1D5EB8-13F6-40DF-B512-351F8F358EAF}" dt="2026-03-11T21:16:21.167" v="425" actId="1036"/>
        <pc:sldMkLst>
          <pc:docMk/>
          <pc:sldMk cId="0" sldId="272"/>
        </pc:sldMkLst>
        <pc:spChg chg="mod ord">
          <ac:chgData name="Carey Garback" userId="dc25ffa4-de89-4779-8381-34524c87e417" providerId="ADAL" clId="{6E1D5EB8-13F6-40DF-B512-351F8F358EAF}" dt="2026-03-11T21:16:09.261" v="398" actId="404"/>
          <ac:spMkLst>
            <pc:docMk/>
            <pc:sldMk cId="0" sldId="272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2"/>
            <ac:spMk id="4" creationId="{00000000-0000-0000-0000-000000000000}"/>
          </ac:spMkLst>
        </pc:spChg>
        <pc:graphicFrameChg chg="mod">
          <ac:chgData name="Carey Garback" userId="dc25ffa4-de89-4779-8381-34524c87e417" providerId="ADAL" clId="{6E1D5EB8-13F6-40DF-B512-351F8F358EAF}" dt="2026-03-11T21:16:21.167" v="425" actId="1036"/>
          <ac:graphicFrameMkLst>
            <pc:docMk/>
            <pc:sldMk cId="0" sldId="272"/>
            <ac:graphicFrameMk id="2" creationId="{00000000-0000-0000-0000-000000000000}"/>
          </ac:graphicFrameMkLst>
        </pc:graphicFrame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3"/>
            <ac:spMk id="1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4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5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5"/>
            <ac:spMk id="4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7"/>
            <ac:spMk id="23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7"/>
            <ac:spMk id="236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1:06.747" v="53" actId="478"/>
          <ac:spMkLst>
            <pc:docMk/>
            <pc:sldMk cId="0" sldId="277"/>
            <ac:spMk id="237" creationId="{00000000-0000-0000-0000-000000000000}"/>
          </ac:spMkLst>
        </pc:spChg>
      </pc:sldChg>
      <pc:sldChg chg="addSp delSp modSp del mod modClrScheme chgLayout">
        <pc:chgData name="Carey Garback" userId="dc25ffa4-de89-4779-8381-34524c87e417" providerId="ADAL" clId="{6E1D5EB8-13F6-40DF-B512-351F8F358EAF}" dt="2026-03-11T21:02:37.558" v="179" actId="47"/>
        <pc:sldMkLst>
          <pc:docMk/>
          <pc:sldMk cId="0" sldId="283"/>
        </pc:sldMkLst>
        <pc:spChg chg="mod">
          <ac:chgData name="Carey Garback" userId="dc25ffa4-de89-4779-8381-34524c87e417" providerId="ADAL" clId="{6E1D5EB8-13F6-40DF-B512-351F8F358EAF}" dt="2026-03-11T20:48:16.823" v="26" actId="122"/>
          <ac:spMkLst>
            <pc:docMk/>
            <pc:sldMk cId="0" sldId="283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47:34.307" v="11" actId="478"/>
          <ac:spMkLst>
            <pc:docMk/>
            <pc:sldMk cId="0" sldId="283"/>
            <ac:spMk id="3" creationId="{00000000-0000-0000-0000-000000000000}"/>
          </ac:spMkLst>
        </pc:spChg>
        <pc:spChg chg="add del mod ord">
          <ac:chgData name="Carey Garback" userId="dc25ffa4-de89-4779-8381-34524c87e417" providerId="ADAL" clId="{6E1D5EB8-13F6-40DF-B512-351F8F358EAF}" dt="2026-03-11T20:47:04.265" v="2" actId="478"/>
          <ac:spMkLst>
            <pc:docMk/>
            <pc:sldMk cId="0" sldId="283"/>
            <ac:spMk id="4" creationId="{97632196-89BD-C7F0-DBD2-2D6818DF3201}"/>
          </ac:spMkLst>
        </pc:spChg>
        <pc:spChg chg="add del mod ord">
          <ac:chgData name="Carey Garback" userId="dc25ffa4-de89-4779-8381-34524c87e417" providerId="ADAL" clId="{6E1D5EB8-13F6-40DF-B512-351F8F358EAF}" dt="2026-03-11T20:47:09.019" v="3" actId="478"/>
          <ac:spMkLst>
            <pc:docMk/>
            <pc:sldMk cId="0" sldId="283"/>
            <ac:spMk id="5" creationId="{F109EC6E-FF5E-0D09-3536-67771EBDC5DA}"/>
          </ac:spMkLst>
        </pc:spChg>
      </pc:sldChg>
      <pc:sldChg chg="addSp modSp mod modClrScheme chgLayout">
        <pc:chgData name="Carey Garback" userId="dc25ffa4-de89-4779-8381-34524c87e417" providerId="ADAL" clId="{6E1D5EB8-13F6-40DF-B512-351F8F358EAF}" dt="2026-03-11T21:02:41.265" v="181" actId="20577"/>
        <pc:sldMkLst>
          <pc:docMk/>
          <pc:sldMk cId="0" sldId="284"/>
        </pc:sldMkLst>
        <pc:spChg chg="mod ord">
          <ac:chgData name="Carey Garback" userId="dc25ffa4-de89-4779-8381-34524c87e417" providerId="ADAL" clId="{6E1D5EB8-13F6-40DF-B512-351F8F358EAF}" dt="2026-03-11T21:00:46.152" v="149" actId="1076"/>
          <ac:spMkLst>
            <pc:docMk/>
            <pc:sldMk cId="0" sldId="284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0:42.106" v="148" actId="1036"/>
          <ac:spMkLst>
            <pc:docMk/>
            <pc:sldMk cId="0" sldId="284"/>
            <ac:spMk id="3" creationId="{00000000-0000-0000-0000-000000000000}"/>
          </ac:spMkLst>
        </pc:spChg>
        <pc:spChg chg="add mod">
          <ac:chgData name="Carey Garback" userId="dc25ffa4-de89-4779-8381-34524c87e417" providerId="ADAL" clId="{6E1D5EB8-13F6-40DF-B512-351F8F358EAF}" dt="2026-03-11T21:02:41.265" v="181" actId="20577"/>
          <ac:spMkLst>
            <pc:docMk/>
            <pc:sldMk cId="0" sldId="284"/>
            <ac:spMk id="5" creationId="{0A99B574-4EB3-874B-D372-0652085B8A06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5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8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0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1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2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3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4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5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8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0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5:34.897" v="212" actId="14100"/>
        <pc:sldMkLst>
          <pc:docMk/>
          <pc:sldMk cId="0" sldId="301"/>
        </pc:sldMkLst>
        <pc:spChg chg="mod ord">
          <ac:chgData name="Carey Garback" userId="dc25ffa4-de89-4779-8381-34524c87e417" providerId="ADAL" clId="{6E1D5EB8-13F6-40DF-B512-351F8F358EAF}" dt="2026-03-11T21:05:29.945" v="211" actId="1038"/>
          <ac:spMkLst>
            <pc:docMk/>
            <pc:sldMk cId="0" sldId="301"/>
            <ac:spMk id="30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5:34.897" v="212" actId="14100"/>
          <ac:spMkLst>
            <pc:docMk/>
            <pc:sldMk cId="0" sldId="301"/>
            <ac:spMk id="30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9:36.646" v="112" actId="1076"/>
        <pc:sldMkLst>
          <pc:docMk/>
          <pc:sldMk cId="0" sldId="302"/>
        </pc:sldMkLst>
        <pc:spChg chg="mod ord">
          <ac:chgData name="Carey Garback" userId="dc25ffa4-de89-4779-8381-34524c87e417" providerId="ADAL" clId="{6E1D5EB8-13F6-40DF-B512-351F8F358EAF}" dt="2026-03-11T20:59:36.646" v="112" actId="1076"/>
          <ac:spMkLst>
            <pc:docMk/>
            <pc:sldMk cId="0" sldId="302"/>
            <ac:spMk id="30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2"/>
            <ac:spMk id="3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3"/>
            <ac:spMk id="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13.525" v="323" actId="1076"/>
        <pc:sldMkLst>
          <pc:docMk/>
          <pc:sldMk cId="0" sldId="304"/>
        </pc:sldMkLst>
        <pc:spChg chg="mod ord">
          <ac:chgData name="Carey Garback" userId="dc25ffa4-de89-4779-8381-34524c87e417" providerId="ADAL" clId="{6E1D5EB8-13F6-40DF-B512-351F8F358EAF}" dt="2026-03-11T21:11:13.525" v="323" actId="1076"/>
          <ac:spMkLst>
            <pc:docMk/>
            <pc:sldMk cId="0" sldId="304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4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21.393" v="325" actId="1076"/>
        <pc:sldMkLst>
          <pc:docMk/>
          <pc:sldMk cId="0" sldId="305"/>
        </pc:sldMkLst>
        <pc:spChg chg="mod ord">
          <ac:chgData name="Carey Garback" userId="dc25ffa4-de89-4779-8381-34524c87e417" providerId="ADAL" clId="{6E1D5EB8-13F6-40DF-B512-351F8F358EAF}" dt="2026-03-11T21:11:21.393" v="325" actId="1076"/>
          <ac:spMkLst>
            <pc:docMk/>
            <pc:sldMk cId="0" sldId="305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5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29.020" v="327" actId="1076"/>
        <pc:sldMkLst>
          <pc:docMk/>
          <pc:sldMk cId="0" sldId="306"/>
        </pc:sldMkLst>
        <pc:spChg chg="mod ord">
          <ac:chgData name="Carey Garback" userId="dc25ffa4-de89-4779-8381-34524c87e417" providerId="ADAL" clId="{6E1D5EB8-13F6-40DF-B512-351F8F358EAF}" dt="2026-03-11T21:11:29.020" v="327" actId="1076"/>
          <ac:spMkLst>
            <pc:docMk/>
            <pc:sldMk cId="0" sldId="306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6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0:59:43.671" v="113" actId="1076"/>
        <pc:sldMkLst>
          <pc:docMk/>
          <pc:sldMk cId="0" sldId="307"/>
        </pc:sldMkLst>
        <pc:spChg chg="mod ord">
          <ac:chgData name="Carey Garback" userId="dc25ffa4-de89-4779-8381-34524c87e417" providerId="ADAL" clId="{6E1D5EB8-13F6-40DF-B512-351F8F358EAF}" dt="2026-03-11T20:59:43.671" v="113" actId="1076"/>
          <ac:spMkLst>
            <pc:docMk/>
            <pc:sldMk cId="0" sldId="307"/>
            <ac:spMk id="47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7"/>
            <ac:spMk id="480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1:00.979" v="52" actId="478"/>
          <ac:spMkLst>
            <pc:docMk/>
            <pc:sldMk cId="0" sldId="307"/>
            <ac:spMk id="48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8"/>
            <ac:spMk id="48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8"/>
            <ac:spMk id="488" creationId="{00000000-0000-0000-0000-000000000000}"/>
          </ac:spMkLst>
        </pc:spChg>
      </pc:sldChg>
      <pc:sldChg chg="del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9"/>
        </pc:sldMkLst>
        <pc:spChg chg="del">
          <ac:chgData name="Carey Garback" userId="dc25ffa4-de89-4779-8381-34524c87e417" providerId="ADAL" clId="{6E1D5EB8-13F6-40DF-B512-351F8F358EAF}" dt="2026-03-11T20:49:21.684" v="28" actId="700"/>
          <ac:spMkLst>
            <pc:docMk/>
            <pc:sldMk cId="0" sldId="309"/>
            <ac:spMk id="49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49:21.684" v="28" actId="700"/>
          <ac:spMkLst>
            <pc:docMk/>
            <pc:sldMk cId="0" sldId="309"/>
            <ac:spMk id="49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6:03.065" v="216" actId="14100"/>
        <pc:sldMkLst>
          <pc:docMk/>
          <pc:sldMk cId="0" sldId="310"/>
        </pc:sldMkLst>
        <pc:spChg chg="mod ord">
          <ac:chgData name="Carey Garback" userId="dc25ffa4-de89-4779-8381-34524c87e417" providerId="ADAL" clId="{6E1D5EB8-13F6-40DF-B512-351F8F358EAF}" dt="2026-03-11T21:06:03.065" v="216" actId="14100"/>
          <ac:spMkLst>
            <pc:docMk/>
            <pc:sldMk cId="0" sldId="31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0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5:54.010" v="215" actId="1076"/>
        <pc:sldMkLst>
          <pc:docMk/>
          <pc:sldMk cId="0" sldId="311"/>
        </pc:sldMkLst>
        <pc:spChg chg="mod ord">
          <ac:chgData name="Carey Garback" userId="dc25ffa4-de89-4779-8381-34524c87e417" providerId="ADAL" clId="{6E1D5EB8-13F6-40DF-B512-351F8F358EAF}" dt="2026-03-11T21:05:54.010" v="215" actId="1076"/>
          <ac:spMkLst>
            <pc:docMk/>
            <pc:sldMk cId="0" sldId="311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2"/>
            <ac:spMk id="1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26.356" v="366" actId="1076"/>
        <pc:sldMkLst>
          <pc:docMk/>
          <pc:sldMk cId="0" sldId="313"/>
        </pc:sldMkLst>
        <pc:spChg chg="mod ord">
          <ac:chgData name="Carey Garback" userId="dc25ffa4-de89-4779-8381-34524c87e417" providerId="ADAL" clId="{6E1D5EB8-13F6-40DF-B512-351F8F358EAF}" dt="2026-03-11T21:12:26.356" v="366" actId="1076"/>
          <ac:spMkLst>
            <pc:docMk/>
            <pc:sldMk cId="0" sldId="31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3"/>
            <ac:spMk id="18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2:37.002" v="369" actId="1076"/>
        <pc:sldMkLst>
          <pc:docMk/>
          <pc:sldMk cId="0" sldId="314"/>
        </pc:sldMkLst>
        <pc:spChg chg="del">
          <ac:chgData name="Carey Garback" userId="dc25ffa4-de89-4779-8381-34524c87e417" providerId="ADAL" clId="{6E1D5EB8-13F6-40DF-B512-351F8F358EAF}" dt="2026-03-11T21:12:30.155" v="367" actId="478"/>
          <ac:spMkLst>
            <pc:docMk/>
            <pc:sldMk cId="0" sldId="314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37.002" v="369" actId="1076"/>
          <ac:spMkLst>
            <pc:docMk/>
            <pc:sldMk cId="0" sldId="314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5"/>
            <ac:spMk id="1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46.091" v="371" actId="1076"/>
        <pc:sldMkLst>
          <pc:docMk/>
          <pc:sldMk cId="0" sldId="316"/>
        </pc:sldMkLst>
        <pc:spChg chg="mod ord">
          <ac:chgData name="Carey Garback" userId="dc25ffa4-de89-4779-8381-34524c87e417" providerId="ADAL" clId="{6E1D5EB8-13F6-40DF-B512-351F8F358EAF}" dt="2026-03-11T21:12:46.091" v="371" actId="1076"/>
          <ac:spMkLst>
            <pc:docMk/>
            <pc:sldMk cId="0" sldId="31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6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55.325" v="373" actId="1076"/>
        <pc:sldMkLst>
          <pc:docMk/>
          <pc:sldMk cId="0" sldId="317"/>
        </pc:sldMkLst>
        <pc:spChg chg="mod ord">
          <ac:chgData name="Carey Garback" userId="dc25ffa4-de89-4779-8381-34524c87e417" providerId="ADAL" clId="{6E1D5EB8-13F6-40DF-B512-351F8F358EAF}" dt="2026-03-11T21:12:55.325" v="373" actId="1076"/>
          <ac:spMkLst>
            <pc:docMk/>
            <pc:sldMk cId="0" sldId="317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7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8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8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06.442" v="375" actId="1076"/>
        <pc:sldMkLst>
          <pc:docMk/>
          <pc:sldMk cId="0" sldId="319"/>
        </pc:sldMkLst>
        <pc:spChg chg="mod ord">
          <ac:chgData name="Carey Garback" userId="dc25ffa4-de89-4779-8381-34524c87e417" providerId="ADAL" clId="{6E1D5EB8-13F6-40DF-B512-351F8F358EAF}" dt="2026-03-11T21:13:06.442" v="375" actId="1076"/>
          <ac:spMkLst>
            <pc:docMk/>
            <pc:sldMk cId="0" sldId="319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9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6:21.197" v="243" actId="1035"/>
        <pc:sldMkLst>
          <pc:docMk/>
          <pc:sldMk cId="0" sldId="320"/>
        </pc:sldMkLst>
        <pc:spChg chg="del">
          <ac:chgData name="Carey Garback" userId="dc25ffa4-de89-4779-8381-34524c87e417" providerId="ADAL" clId="{6E1D5EB8-13F6-40DF-B512-351F8F358EAF}" dt="2026-03-11T20:51:58.859" v="59" actId="478"/>
          <ac:spMkLst>
            <pc:docMk/>
            <pc:sldMk cId="0" sldId="32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6:21.197" v="243" actId="1035"/>
          <ac:spMkLst>
            <pc:docMk/>
            <pc:sldMk cId="0" sldId="32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6:21.197" v="243" actId="1035"/>
          <ac:spMkLst>
            <pc:docMk/>
            <pc:sldMk cId="0" sldId="320"/>
            <ac:spMk id="10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0:52:16.188" v="62" actId="478"/>
          <ac:spMkLst>
            <pc:docMk/>
            <pc:sldMk cId="0" sldId="320"/>
            <ac:spMk id="11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2:14.243" v="61" actId="478"/>
          <ac:spMkLst>
            <pc:docMk/>
            <pc:sldMk cId="0" sldId="320"/>
            <ac:spMk id="12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2:19.283" v="63" actId="478"/>
          <ac:grpSpMkLst>
            <pc:docMk/>
            <pc:sldMk cId="0" sldId="320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1"/>
        </pc:sldMkLst>
        <pc:spChg chg="del">
          <ac:chgData name="Carey Garback" userId="dc25ffa4-de89-4779-8381-34524c87e417" providerId="ADAL" clId="{6E1D5EB8-13F6-40DF-B512-351F8F358EAF}" dt="2026-03-11T20:52:36.269" v="65" actId="478"/>
          <ac:spMkLst>
            <pc:docMk/>
            <pc:sldMk cId="0" sldId="321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2:53.179" v="68" actId="478"/>
          <ac:spMkLst>
            <pc:docMk/>
            <pc:sldMk cId="0" sldId="321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01.539" v="83" actId="478"/>
          <ac:spMkLst>
            <pc:docMk/>
            <pc:sldMk cId="0" sldId="321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3:05.284" v="69" actId="478"/>
          <ac:spMkLst>
            <pc:docMk/>
            <pc:sldMk cId="0" sldId="321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1"/>
            <ac:spMk id="9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2:39.323" v="66" actId="478"/>
          <ac:spMkLst>
            <pc:docMk/>
            <pc:sldMk cId="0" sldId="321"/>
            <ac:spMk id="11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3:58.875" v="82" actId="478"/>
          <ac:spMkLst>
            <pc:docMk/>
            <pc:sldMk cId="0" sldId="321"/>
            <ac:spMk id="12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0:52:48.410" v="67" actId="1076"/>
          <ac:grpSpMkLst>
            <pc:docMk/>
            <pc:sldMk cId="0" sldId="321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2"/>
        </pc:sldMkLst>
        <pc:spChg chg="del">
          <ac:chgData name="Carey Garback" userId="dc25ffa4-de89-4779-8381-34524c87e417" providerId="ADAL" clId="{6E1D5EB8-13F6-40DF-B512-351F8F358EAF}" dt="2026-03-11T20:53:21.947" v="71" actId="478"/>
          <ac:spMkLst>
            <pc:docMk/>
            <pc:sldMk cId="0" sldId="32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2"/>
            <ac:spMk id="8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3:25.307" v="72" actId="478"/>
          <ac:spMkLst>
            <pc:docMk/>
            <pc:sldMk cId="0" sldId="322"/>
            <ac:spMk id="19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3:18.674" v="70" actId="478"/>
          <ac:grpSpMkLst>
            <pc:docMk/>
            <pc:sldMk cId="0" sldId="322"/>
            <ac:grpSpMk id="3" creationId="{00000000-0000-0000-0000-000000000000}"/>
          </ac:grpSpMkLst>
        </pc:grpChg>
      </pc:sldChg>
      <pc:sldChg chg="addSp 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3"/>
        </pc:sldMkLst>
        <pc:spChg chg="del">
          <ac:chgData name="Carey Garback" userId="dc25ffa4-de89-4779-8381-34524c87e417" providerId="ADAL" clId="{6E1D5EB8-13F6-40DF-B512-351F8F358EAF}" dt="2026-03-11T20:54:30.936" v="89" actId="478"/>
          <ac:spMkLst>
            <pc:docMk/>
            <pc:sldMk cId="0" sldId="323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25.451" v="88" actId="478"/>
          <ac:spMkLst>
            <pc:docMk/>
            <pc:sldMk cId="0" sldId="323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47.401" v="92" actId="478"/>
          <ac:spMkLst>
            <pc:docMk/>
            <pc:sldMk cId="0" sldId="323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53.236" v="94" actId="478"/>
          <ac:spMkLst>
            <pc:docMk/>
            <pc:sldMk cId="0" sldId="323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3"/>
            <ac:spMk id="9" creationId="{00000000-0000-0000-0000-000000000000}"/>
          </ac:spMkLst>
        </pc:spChg>
        <pc:spChg chg="add del">
          <ac:chgData name="Carey Garback" userId="dc25ffa4-de89-4779-8381-34524c87e417" providerId="ADAL" clId="{6E1D5EB8-13F6-40DF-B512-351F8F358EAF}" dt="2026-03-11T20:54:51.299" v="93" actId="478"/>
          <ac:spMkLst>
            <pc:docMk/>
            <pc:sldMk cId="0" sldId="323"/>
            <ac:spMk id="11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30.936" v="89" actId="478"/>
          <ac:spMkLst>
            <pc:docMk/>
            <pc:sldMk cId="0" sldId="323"/>
            <ac:spMk id="12" creationId="{00000000-0000-0000-0000-000000000000}"/>
          </ac:spMkLst>
        </pc:spChg>
        <pc:grpChg chg="add del">
          <ac:chgData name="Carey Garback" userId="dc25ffa4-de89-4779-8381-34524c87e417" providerId="ADAL" clId="{6E1D5EB8-13F6-40DF-B512-351F8F358EAF}" dt="2026-03-11T20:54:44.007" v="91" actId="478"/>
          <ac:grpSpMkLst>
            <pc:docMk/>
            <pc:sldMk cId="0" sldId="323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4"/>
        </pc:sldMkLst>
        <pc:spChg chg="del">
          <ac:chgData name="Carey Garback" userId="dc25ffa4-de89-4779-8381-34524c87e417" providerId="ADAL" clId="{6E1D5EB8-13F6-40DF-B512-351F8F358EAF}" dt="2026-03-11T20:55:04.982" v="96" actId="478"/>
          <ac:spMkLst>
            <pc:docMk/>
            <pc:sldMk cId="0" sldId="32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4"/>
            <ac:spMk id="7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06.218" v="97" actId="478"/>
          <ac:spMkLst>
            <pc:docMk/>
            <pc:sldMk cId="0" sldId="324"/>
            <ac:spMk id="16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5:03.088" v="95" actId="478"/>
          <ac:grpSpMkLst>
            <pc:docMk/>
            <pc:sldMk cId="0" sldId="324"/>
            <ac:grpSpMk id="3" creationId="{00000000-0000-0000-0000-000000000000}"/>
          </ac:grpSpMkLst>
        </pc:grpChg>
      </pc:sldChg>
      <pc:sldChg chg="addSp 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5"/>
        </pc:sldMkLst>
        <pc:spChg chg="del">
          <ac:chgData name="Carey Garback" userId="dc25ffa4-de89-4779-8381-34524c87e417" providerId="ADAL" clId="{6E1D5EB8-13F6-40DF-B512-351F8F358EAF}" dt="2026-03-11T20:55:18.164" v="101" actId="478"/>
          <ac:spMkLst>
            <pc:docMk/>
            <pc:sldMk cId="0" sldId="325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6.635" v="105" actId="478"/>
          <ac:spMkLst>
            <pc:docMk/>
            <pc:sldMk cId="0" sldId="325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2.875" v="103" actId="478"/>
          <ac:spMkLst>
            <pc:docMk/>
            <pc:sldMk cId="0" sldId="325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16.399" v="100" actId="478"/>
          <ac:spMkLst>
            <pc:docMk/>
            <pc:sldMk cId="0" sldId="32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5"/>
            <ac:spMk id="9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4.178" v="104" actId="478"/>
          <ac:spMkLst>
            <pc:docMk/>
            <pc:sldMk cId="0" sldId="325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19.986" v="102" actId="6549"/>
          <ac:spMkLst>
            <pc:docMk/>
            <pc:sldMk cId="0" sldId="325"/>
            <ac:spMk id="12" creationId="{00000000-0000-0000-0000-000000000000}"/>
          </ac:spMkLst>
        </pc:spChg>
        <pc:grpChg chg="add del">
          <ac:chgData name="Carey Garback" userId="dc25ffa4-de89-4779-8381-34524c87e417" providerId="ADAL" clId="{6E1D5EB8-13F6-40DF-B512-351F8F358EAF}" dt="2026-03-11T20:55:13.521" v="99" actId="478"/>
          <ac:grpSpMkLst>
            <pc:docMk/>
            <pc:sldMk cId="0" sldId="325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00.556" v="390" actId="207"/>
        <pc:sldMkLst>
          <pc:docMk/>
          <pc:sldMk cId="0" sldId="327"/>
        </pc:sldMkLst>
        <pc:spChg chg="mod ord">
          <ac:chgData name="Carey Garback" userId="dc25ffa4-de89-4779-8381-34524c87e417" providerId="ADAL" clId="{6E1D5EB8-13F6-40DF-B512-351F8F358EAF}" dt="2026-03-11T21:15:00.556" v="390" actId="207"/>
          <ac:spMkLst>
            <pc:docMk/>
            <pc:sldMk cId="0" sldId="32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19.054" v="392" actId="14100"/>
        <pc:sldMkLst>
          <pc:docMk/>
          <pc:sldMk cId="0" sldId="336"/>
        </pc:sldMkLst>
        <pc:spChg chg="mod ord">
          <ac:chgData name="Carey Garback" userId="dc25ffa4-de89-4779-8381-34524c87e417" providerId="ADAL" clId="{6E1D5EB8-13F6-40DF-B512-351F8F358EAF}" dt="2026-03-11T21:15:19.054" v="392" actId="14100"/>
          <ac:spMkLst>
            <pc:docMk/>
            <pc:sldMk cId="0" sldId="33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9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6:41.464" v="286" actId="1037"/>
        <pc:sldMkLst>
          <pc:docMk/>
          <pc:sldMk cId="0" sldId="339"/>
        </pc:sldMkLst>
        <pc:spChg chg="del">
          <ac:chgData name="Carey Garback" userId="dc25ffa4-de89-4779-8381-34524c87e417" providerId="ADAL" clId="{6E1D5EB8-13F6-40DF-B512-351F8F358EAF}" dt="2026-03-11T20:55:34.711" v="106" actId="478"/>
          <ac:spMkLst>
            <pc:docMk/>
            <pc:sldMk cId="0" sldId="339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6:41.464" v="286" actId="1037"/>
          <ac:spMkLst>
            <pc:docMk/>
            <pc:sldMk cId="0" sldId="339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6:41.464" v="286" actId="1037"/>
          <ac:spMkLst>
            <pc:docMk/>
            <pc:sldMk cId="0" sldId="339"/>
            <ac:spMk id="10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5:53.610" v="109" actId="478"/>
          <ac:spMkLst>
            <pc:docMk/>
            <pc:sldMk cId="0" sldId="339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12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5:56.315" v="110" actId="478"/>
          <ac:grpSpMkLst>
            <pc:docMk/>
            <pc:sldMk cId="0" sldId="339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1:07:36.243" v="294" actId="14100"/>
        <pc:sldMkLst>
          <pc:docMk/>
          <pc:sldMk cId="0" sldId="340"/>
        </pc:sldMkLst>
        <pc:spChg chg="mod ord">
          <ac:chgData name="Carey Garback" userId="dc25ffa4-de89-4779-8381-34524c87e417" providerId="ADAL" clId="{6E1D5EB8-13F6-40DF-B512-351F8F358EAF}" dt="2026-03-11T21:07:36.243" v="294" actId="14100"/>
          <ac:spMkLst>
            <pc:docMk/>
            <pc:sldMk cId="0" sldId="34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7:28.121" v="293" actId="1076"/>
        <pc:sldMkLst>
          <pc:docMk/>
          <pc:sldMk cId="0" sldId="341"/>
        </pc:sldMkLst>
        <pc:spChg chg="mod ord">
          <ac:chgData name="Carey Garback" userId="dc25ffa4-de89-4779-8381-34524c87e417" providerId="ADAL" clId="{6E1D5EB8-13F6-40DF-B512-351F8F358EAF}" dt="2026-03-11T21:07:05.598" v="290" actId="1076"/>
          <ac:spMkLst>
            <pc:docMk/>
            <pc:sldMk cId="0" sldId="34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7:28.121" v="293" actId="1076"/>
          <ac:spMkLst>
            <pc:docMk/>
            <pc:sldMk cId="0" sldId="341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1"/>
            <ac:spMk id="1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2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3"/>
            <ac:spMk id="1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4"/>
            <ac:spMk id="1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7:49.745" v="296" actId="1076"/>
        <pc:sldMkLst>
          <pc:docMk/>
          <pc:sldMk cId="0" sldId="345"/>
        </pc:sldMkLst>
        <pc:spChg chg="mod ord">
          <ac:chgData name="Carey Garback" userId="dc25ffa4-de89-4779-8381-34524c87e417" providerId="ADAL" clId="{6E1D5EB8-13F6-40DF-B512-351F8F358EAF}" dt="2026-03-11T21:07:49.745" v="296" actId="1076"/>
          <ac:spMkLst>
            <pc:docMk/>
            <pc:sldMk cId="0" sldId="34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5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6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7"/>
            <ac:spMk id="3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8"/>
            <ac:spMk id="3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0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8:26.903" v="301" actId="14100"/>
        <pc:sldMkLst>
          <pc:docMk/>
          <pc:sldMk cId="0" sldId="351"/>
        </pc:sldMkLst>
        <pc:spChg chg="del">
          <ac:chgData name="Carey Garback" userId="dc25ffa4-de89-4779-8381-34524c87e417" providerId="ADAL" clId="{6E1D5EB8-13F6-40DF-B512-351F8F358EAF}" dt="2026-03-11T21:08:07.410" v="297" actId="478"/>
          <ac:spMkLst>
            <pc:docMk/>
            <pc:sldMk cId="0" sldId="351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26.903" v="301" actId="14100"/>
          <ac:spMkLst>
            <pc:docMk/>
            <pc:sldMk cId="0" sldId="351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12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08:21.268" v="300" actId="14100"/>
          <ac:grpSpMkLst>
            <pc:docMk/>
            <pc:sldMk cId="0" sldId="351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2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2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8:37.952" v="303" actId="1076"/>
        <pc:sldMkLst>
          <pc:docMk/>
          <pc:sldMk cId="0" sldId="35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37.952" v="303" actId="1076"/>
          <ac:spMkLst>
            <pc:docMk/>
            <pc:sldMk cId="0" sldId="353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3"/>
            <ac:spMk id="1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4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5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5"/>
            <ac:spMk id="1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6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8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8:54.612" v="304" actId="14100"/>
        <pc:sldMkLst>
          <pc:docMk/>
          <pc:sldMk cId="0" sldId="359"/>
        </pc:sldMkLst>
        <pc:spChg chg="mod">
          <ac:chgData name="Carey Garback" userId="dc25ffa4-de89-4779-8381-34524c87e417" providerId="ADAL" clId="{6E1D5EB8-13F6-40DF-B512-351F8F358EAF}" dt="2026-03-11T21:08:54.612" v="304" actId="14100"/>
          <ac:spMkLst>
            <pc:docMk/>
            <pc:sldMk cId="0" sldId="359"/>
            <ac:spMk id="9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9:12.492" v="308" actId="1076"/>
        <pc:sldMkLst>
          <pc:docMk/>
          <pc:sldMk cId="0" sldId="360"/>
        </pc:sldMkLst>
        <pc:spChg chg="del">
          <ac:chgData name="Carey Garback" userId="dc25ffa4-de89-4779-8381-34524c87e417" providerId="ADAL" clId="{6E1D5EB8-13F6-40DF-B512-351F8F358EAF}" dt="2026-03-11T21:08:59.763" v="305" actId="478"/>
          <ac:spMkLst>
            <pc:docMk/>
            <pc:sldMk cId="0" sldId="36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12.492" v="308" actId="1076"/>
          <ac:spMkLst>
            <pc:docMk/>
            <pc:sldMk cId="0" sldId="36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1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1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2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3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9:39.136" v="312" actId="1076"/>
        <pc:sldMkLst>
          <pc:docMk/>
          <pc:sldMk cId="0" sldId="368"/>
        </pc:sldMkLst>
        <pc:spChg chg="del">
          <ac:chgData name="Carey Garback" userId="dc25ffa4-de89-4779-8381-34524c87e417" providerId="ADAL" clId="{6E1D5EB8-13F6-40DF-B512-351F8F358EAF}" dt="2026-03-11T21:09:27.923" v="309" actId="478"/>
          <ac:spMkLst>
            <pc:docMk/>
            <pc:sldMk cId="0" sldId="368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39.136" v="312" actId="1076"/>
          <ac:spMkLst>
            <pc:docMk/>
            <pc:sldMk cId="0" sldId="368"/>
            <ac:spMk id="9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00.463" v="314" actId="1076"/>
        <pc:sldMkLst>
          <pc:docMk/>
          <pc:sldMk cId="0" sldId="370"/>
        </pc:sldMkLst>
        <pc:spChg chg="mod ord">
          <ac:chgData name="Carey Garback" userId="dc25ffa4-de89-4779-8381-34524c87e417" providerId="ADAL" clId="{6E1D5EB8-13F6-40DF-B512-351F8F358EAF}" dt="2026-03-11T21:10:00.463" v="314" actId="1076"/>
          <ac:spMkLst>
            <pc:docMk/>
            <pc:sldMk cId="0" sldId="37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0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08.482" v="315" actId="404"/>
        <pc:sldMkLst>
          <pc:docMk/>
          <pc:sldMk cId="0" sldId="37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1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0:08.482" v="315" actId="404"/>
          <ac:spMkLst>
            <pc:docMk/>
            <pc:sldMk cId="0" sldId="371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1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2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3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4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2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3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3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4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4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34.473" v="316" actId="14100"/>
        <pc:sldMkLst>
          <pc:docMk/>
          <pc:sldMk cId="0" sldId="38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5"/>
            <ac:spMk id="7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10:34.473" v="316" actId="14100"/>
          <ac:grpSpMkLst>
            <pc:docMk/>
            <pc:sldMk cId="0" sldId="385"/>
            <ac:grpSpMk id="4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1:10:41.577" v="317" actId="1076"/>
        <pc:sldMkLst>
          <pc:docMk/>
          <pc:sldMk cId="0" sldId="38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6"/>
            <ac:spMk id="6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10:41.577" v="317" actId="1076"/>
          <ac:grpSpMkLst>
            <pc:docMk/>
            <pc:sldMk cId="0" sldId="386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7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8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54.298" v="319" actId="1076"/>
        <pc:sldMkLst>
          <pc:docMk/>
          <pc:sldMk cId="0" sldId="389"/>
        </pc:sldMkLst>
        <pc:spChg chg="mod ord">
          <ac:chgData name="Carey Garback" userId="dc25ffa4-de89-4779-8381-34524c87e417" providerId="ADAL" clId="{6E1D5EB8-13F6-40DF-B512-351F8F358EAF}" dt="2026-03-11T21:10:54.298" v="319" actId="1076"/>
          <ac:spMkLst>
            <pc:docMk/>
            <pc:sldMk cId="0" sldId="38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9"/>
            <ac:spMk id="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03.377" v="321" actId="1076"/>
        <pc:sldMkLst>
          <pc:docMk/>
          <pc:sldMk cId="0" sldId="390"/>
        </pc:sldMkLst>
        <pc:spChg chg="mod ord">
          <ac:chgData name="Carey Garback" userId="dc25ffa4-de89-4779-8381-34524c87e417" providerId="ADAL" clId="{6E1D5EB8-13F6-40DF-B512-351F8F358EAF}" dt="2026-03-11T21:11:03.377" v="321" actId="1076"/>
          <ac:spMkLst>
            <pc:docMk/>
            <pc:sldMk cId="0" sldId="39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0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36.943" v="329" actId="1076"/>
        <pc:sldMkLst>
          <pc:docMk/>
          <pc:sldMk cId="0" sldId="391"/>
        </pc:sldMkLst>
        <pc:spChg chg="mod ord">
          <ac:chgData name="Carey Garback" userId="dc25ffa4-de89-4779-8381-34524c87e417" providerId="ADAL" clId="{6E1D5EB8-13F6-40DF-B512-351F8F358EAF}" dt="2026-03-11T21:11:36.943" v="329" actId="1076"/>
          <ac:spMkLst>
            <pc:docMk/>
            <pc:sldMk cId="0" sldId="39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1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44.411" v="331" actId="1076"/>
        <pc:sldMkLst>
          <pc:docMk/>
          <pc:sldMk cId="0" sldId="392"/>
        </pc:sldMkLst>
        <pc:spChg chg="mod ord">
          <ac:chgData name="Carey Garback" userId="dc25ffa4-de89-4779-8381-34524c87e417" providerId="ADAL" clId="{6E1D5EB8-13F6-40DF-B512-351F8F358EAF}" dt="2026-03-11T21:11:44.411" v="331" actId="1076"/>
          <ac:spMkLst>
            <pc:docMk/>
            <pc:sldMk cId="0" sldId="39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51.379" v="333" actId="1076"/>
        <pc:sldMkLst>
          <pc:docMk/>
          <pc:sldMk cId="0" sldId="393"/>
        </pc:sldMkLst>
        <pc:spChg chg="mod ord">
          <ac:chgData name="Carey Garback" userId="dc25ffa4-de89-4779-8381-34524c87e417" providerId="ADAL" clId="{6E1D5EB8-13F6-40DF-B512-351F8F358EAF}" dt="2026-03-11T21:11:51.379" v="333" actId="1076"/>
          <ac:spMkLst>
            <pc:docMk/>
            <pc:sldMk cId="0" sldId="39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3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58.779" v="335" actId="1076"/>
        <pc:sldMkLst>
          <pc:docMk/>
          <pc:sldMk cId="0" sldId="394"/>
        </pc:sldMkLst>
        <pc:spChg chg="mod ord">
          <ac:chgData name="Carey Garback" userId="dc25ffa4-de89-4779-8381-34524c87e417" providerId="ADAL" clId="{6E1D5EB8-13F6-40DF-B512-351F8F358EAF}" dt="2026-03-11T21:11:58.779" v="335" actId="1076"/>
          <ac:spMkLst>
            <pc:docMk/>
            <pc:sldMk cId="0" sldId="394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4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2:13.763" v="364" actId="1035"/>
        <pc:sldMkLst>
          <pc:docMk/>
          <pc:sldMk cId="0" sldId="395"/>
        </pc:sldMkLst>
        <pc:spChg chg="del">
          <ac:chgData name="Carey Garback" userId="dc25ffa4-de89-4779-8381-34524c87e417" providerId="ADAL" clId="{6E1D5EB8-13F6-40DF-B512-351F8F358EAF}" dt="2026-03-11T21:12:02.808" v="336" actId="478"/>
          <ac:spMkLst>
            <pc:docMk/>
            <pc:sldMk cId="0" sldId="395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13.763" v="364" actId="1035"/>
          <ac:spMkLst>
            <pc:docMk/>
            <pc:sldMk cId="0" sldId="395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9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6"/>
            <ac:spMk id="1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28.199" v="380" actId="1076"/>
        <pc:sldMkLst>
          <pc:docMk/>
          <pc:sldMk cId="0" sldId="397"/>
        </pc:sldMkLst>
        <pc:spChg chg="mod ord">
          <ac:chgData name="Carey Garback" userId="dc25ffa4-de89-4779-8381-34524c87e417" providerId="ADAL" clId="{6E1D5EB8-13F6-40DF-B512-351F8F358EAF}" dt="2026-03-11T21:13:28.199" v="380" actId="1076"/>
          <ac:spMkLst>
            <pc:docMk/>
            <pc:sldMk cId="0" sldId="397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7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17.096" v="377" actId="1076"/>
        <pc:sldMkLst>
          <pc:docMk/>
          <pc:sldMk cId="0" sldId="398"/>
        </pc:sldMkLst>
        <pc:spChg chg="mod ord">
          <ac:chgData name="Carey Garback" userId="dc25ffa4-de89-4779-8381-34524c87e417" providerId="ADAL" clId="{6E1D5EB8-13F6-40DF-B512-351F8F358EAF}" dt="2026-03-11T21:13:17.096" v="377" actId="1076"/>
          <ac:spMkLst>
            <pc:docMk/>
            <pc:sldMk cId="0" sldId="398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8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4:06.161" v="384" actId="1076"/>
        <pc:sldMkLst>
          <pc:docMk/>
          <pc:sldMk cId="0" sldId="399"/>
        </pc:sldMkLst>
        <pc:spChg chg="del">
          <ac:chgData name="Carey Garback" userId="dc25ffa4-de89-4779-8381-34524c87e417" providerId="ADAL" clId="{6E1D5EB8-13F6-40DF-B512-351F8F358EAF}" dt="2026-03-11T21:13:38.722" v="381" actId="478"/>
          <ac:spMkLst>
            <pc:docMk/>
            <pc:sldMk cId="0" sldId="399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06.161" v="384" actId="1076"/>
          <ac:spMkLst>
            <pc:docMk/>
            <pc:sldMk cId="0" sldId="399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4:14.233" v="386" actId="1076"/>
        <pc:sldMkLst>
          <pc:docMk/>
          <pc:sldMk cId="0" sldId="400"/>
        </pc:sldMkLst>
        <pc:spChg chg="del">
          <ac:chgData name="Carey Garback" userId="dc25ffa4-de89-4779-8381-34524c87e417" providerId="ADAL" clId="{6E1D5EB8-13F6-40DF-B512-351F8F358EAF}" dt="2026-03-11T21:13:42.561" v="382" actId="478"/>
          <ac:spMkLst>
            <pc:docMk/>
            <pc:sldMk cId="0" sldId="40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14.233" v="386" actId="1076"/>
          <ac:spMkLst>
            <pc:docMk/>
            <pc:sldMk cId="0" sldId="400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4:22.529" v="388" actId="1076"/>
        <pc:sldMkLst>
          <pc:docMk/>
          <pc:sldMk cId="0" sldId="401"/>
        </pc:sldMkLst>
        <pc:spChg chg="mod ord">
          <ac:chgData name="Carey Garback" userId="dc25ffa4-de89-4779-8381-34524c87e417" providerId="ADAL" clId="{6E1D5EB8-13F6-40DF-B512-351F8F358EAF}" dt="2026-03-11T21:14:22.529" v="388" actId="1076"/>
          <ac:spMkLst>
            <pc:docMk/>
            <pc:sldMk cId="0" sldId="40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1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4:31.769" v="389" actId="207"/>
        <pc:sldMkLst>
          <pc:docMk/>
          <pc:sldMk cId="0" sldId="403"/>
        </pc:sldMkLst>
        <pc:spChg chg="mod ord">
          <ac:chgData name="Carey Garback" userId="dc25ffa4-de89-4779-8381-34524c87e417" providerId="ADAL" clId="{6E1D5EB8-13F6-40DF-B512-351F8F358EAF}" dt="2026-03-11T21:14:31.769" v="389" actId="207"/>
          <ac:spMkLst>
            <pc:docMk/>
            <pc:sldMk cId="0" sldId="403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34.989" v="395" actId="14100"/>
        <pc:sldMkLst>
          <pc:docMk/>
          <pc:sldMk cId="0" sldId="409"/>
        </pc:sldMkLst>
        <pc:spChg chg="mod ord">
          <ac:chgData name="Carey Garback" userId="dc25ffa4-de89-4779-8381-34524c87e417" providerId="ADAL" clId="{6E1D5EB8-13F6-40DF-B512-351F8F358EAF}" dt="2026-03-11T21:15:34.989" v="395" actId="14100"/>
          <ac:spMkLst>
            <pc:docMk/>
            <pc:sldMk cId="0" sldId="40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46.035" v="396" actId="207"/>
        <pc:sldMkLst>
          <pc:docMk/>
          <pc:sldMk cId="0" sldId="414"/>
        </pc:sldMkLst>
        <pc:spChg chg="mod ord">
          <ac:chgData name="Carey Garback" userId="dc25ffa4-de89-4779-8381-34524c87e417" providerId="ADAL" clId="{6E1D5EB8-13F6-40DF-B512-351F8F358EAF}" dt="2026-03-11T21:15:46.035" v="396" actId="207"/>
          <ac:spMkLst>
            <pc:docMk/>
            <pc:sldMk cId="0" sldId="414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1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2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6:43.044" v="427" actId="1076"/>
        <pc:sldMkLst>
          <pc:docMk/>
          <pc:sldMk cId="0" sldId="423"/>
        </pc:sldMkLst>
        <pc:spChg chg="mod ord">
          <ac:chgData name="Carey Garback" userId="dc25ffa4-de89-4779-8381-34524c87e417" providerId="ADAL" clId="{6E1D5EB8-13F6-40DF-B512-351F8F358EAF}" dt="2026-03-11T21:16:43.044" v="427" actId="1076"/>
          <ac:spMkLst>
            <pc:docMk/>
            <pc:sldMk cId="0" sldId="423"/>
            <ac:spMk id="2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7:09.192" v="428" actId="478"/>
        <pc:sldMkLst>
          <pc:docMk/>
          <pc:sldMk cId="0" sldId="42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4"/>
            <ac:spMk id="3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1:17:09.192" v="428" actId="478"/>
          <ac:spMkLst>
            <pc:docMk/>
            <pc:sldMk cId="0" sldId="424"/>
            <ac:spMk id="4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7:14.370" v="429" actId="478"/>
        <pc:sldMkLst>
          <pc:docMk/>
          <pc:sldMk cId="0" sldId="42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5"/>
            <ac:spMk id="5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1:17:14.370" v="429" actId="478"/>
          <ac:spMkLst>
            <pc:docMk/>
            <pc:sldMk cId="0" sldId="425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6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7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8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9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0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1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1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2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3"/>
            <ac:spMk id="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4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5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6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7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8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9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0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1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2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2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3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3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4"/>
            <ac:spMk id="4" creationId="{00000000-0000-0000-0000-000000000000}"/>
          </ac:spMkLst>
        </pc:spChg>
      </pc:sldChg>
      <pc:sldMasterChg chg="del delSldLayout">
        <pc:chgData name="Carey Garback" userId="dc25ffa4-de89-4779-8381-34524c87e417" providerId="ADAL" clId="{6E1D5EB8-13F6-40DF-B512-351F8F358EAF}" dt="2026-03-11T20:48:42.898" v="27" actId="700"/>
        <pc:sldMasterMkLst>
          <pc:docMk/>
          <pc:sldMasterMk cId="3235924352" sldId="2147483660"/>
        </pc:sldMasterMkLst>
        <pc:sldLayoutChg chg="del">
          <pc:chgData name="Carey Garback" userId="dc25ffa4-de89-4779-8381-34524c87e417" providerId="ADAL" clId="{6E1D5EB8-13F6-40DF-B512-351F8F358EAF}" dt="2026-03-11T20:48:42.898" v="27" actId="700"/>
          <pc:sldLayoutMkLst>
            <pc:docMk/>
            <pc:sldMasterMk cId="3235924352" sldId="2147483660"/>
            <pc:sldLayoutMk cId="1035141377" sldId="2147483661"/>
          </pc:sldLayoutMkLst>
        </pc:sldLayoutChg>
        <pc:sldLayoutChg chg="del">
          <pc:chgData name="Carey Garback" userId="dc25ffa4-de89-4779-8381-34524c87e417" providerId="ADAL" clId="{6E1D5EB8-13F6-40DF-B512-351F8F358EAF}" dt="2026-03-11T20:48:42.898" v="27" actId="700"/>
          <pc:sldLayoutMkLst>
            <pc:docMk/>
            <pc:sldMasterMk cId="3235924352" sldId="2147483660"/>
            <pc:sldLayoutMk cId="4027653642" sldId="2147483662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49:21.684" v="28" actId="700"/>
        <pc:sldMasterMkLst>
          <pc:docMk/>
          <pc:sldMasterMk cId="923368649" sldId="2147483666"/>
        </pc:sldMasterMkLst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1141453576" sldId="2147483667"/>
          </pc:sldLayoutMkLst>
        </pc:sldLayoutChg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1456915426" sldId="2147483668"/>
          </pc:sldLayoutMkLst>
        </pc:sldLayoutChg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2183310103" sldId="2147483669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1401809999" sldId="2147483679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2909978897" sldId="2147483680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2915061967" sldId="2147483681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1914343070" sldId="2147483682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365608168" sldId="2147483683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917995300" sldId="2147483685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1257960484" sldId="2147483686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738163252" sldId="2147483687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3981737369" sldId="2147483688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1236164671" sldId="2147483689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4040483893" sldId="2147483691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62507525" sldId="2147483692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3087094166" sldId="2147483693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500174963" sldId="2147483695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833956046" sldId="2147483697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345404786" sldId="2147483698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048282712" sldId="2147483699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843714748" sldId="2147483701"/>
          </pc:sldLayoutMkLst>
        </pc:sldLayoutChg>
      </pc:sldMasterChg>
      <pc:sldMasterChg chg="new mod addSldLayout">
        <pc:chgData name="Carey Garback" userId="dc25ffa4-de89-4779-8381-34524c87e417" providerId="ADAL" clId="{6E1D5EB8-13F6-40DF-B512-351F8F358EAF}" dt="2026-03-11T20:45:54.864" v="0" actId="6938"/>
        <pc:sldMasterMkLst>
          <pc:docMk/>
          <pc:sldMasterMk cId="3768917275" sldId="2147483702"/>
        </pc:sldMasterMkLst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4122042031" sldId="2147483703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619336987" sldId="2147483704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2999859724" sldId="2147483705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046803670" sldId="2147483706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127527939" sldId="2147483707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568196630" sldId="2147483708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138423179" sldId="2147483709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639641599" sldId="2147483710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727792376" sldId="2147483711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611994235" sldId="2147483712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2774246442" sldId="2147483713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C2648E-2733-4EC8-BEDA-1577DE2D3D01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CA796C-48E4-4AB2-BF9A-20773E9CD2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432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26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41343628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27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24998523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28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38590807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29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33338315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30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5512851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31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386689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CA380C-F67F-EFBA-3B70-375AF924B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61943-3342-4554-8403-118C8C1529D5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4AFDB8-8FC5-F48F-B4AE-DA7846B5D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92BEB7-8480-87E5-785A-0C311E8BB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423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42680023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95542D-E5F5-D09D-EEA0-06051D45B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12CF76-9965-422C-D7AA-934E02A1E3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C11D16-F5A9-231C-545E-6906C5F1DE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F61943-3342-4554-8403-118C8C1529D5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8B990-6EF6-E39E-EF31-38B044D069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B0DDA7-C73D-4678-0FED-6404D4AF2D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917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1.xml"/><Relationship Id="rId4" Type="http://schemas.openxmlformats.org/officeDocument/2006/relationships/image" Target="../media/image10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.xml"/><Relationship Id="rId5" Type="http://schemas.openxmlformats.org/officeDocument/2006/relationships/image" Target="../media/image13.jpeg"/><Relationship Id="rId4" Type="http://schemas.openxmlformats.org/officeDocument/2006/relationships/image" Target="../media/image12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i-fi.org/" TargetMode="External"/><Relationship Id="rId7" Type="http://schemas.openxmlformats.org/officeDocument/2006/relationships/hyperlink" Target="https://wigle.net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Wi-Fi_Direct" TargetMode="External"/><Relationship Id="rId5" Type="http://schemas.openxmlformats.org/officeDocument/2006/relationships/hyperlink" Target="https://en.wikipedia.org/wiki/Wireless_security" TargetMode="External"/><Relationship Id="rId4" Type="http://schemas.openxmlformats.org/officeDocument/2006/relationships/hyperlink" Target="https://en.wikipedia.org/wiki/Wi-Fi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://code.google.com/p/reaver-wp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igle.net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cve.mitre.org/cgi-bin/cvekey.cgi?keyword=wifi" TargetMode="External"/><Relationship Id="rId5" Type="http://schemas.openxmlformats.org/officeDocument/2006/relationships/hyperlink" Target="https://www.krackattacks.com/" TargetMode="External"/><Relationship Id="rId4" Type="http://schemas.openxmlformats.org/officeDocument/2006/relationships/hyperlink" Target="https://en.wikipedia.org/wiki/KRACK" TargetMode="Externa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s-cert.gov/sites/default/files/publications/A_Guide_to_Securing_Networks_for_Wi-Fi.pdf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sans.org/reading-room/whitepapers/wireless/bluetooth-inherent-security-issues-945" TargetMode="External"/><Relationship Id="rId4" Type="http://schemas.openxmlformats.org/officeDocument/2006/relationships/hyperlink" Target="https://csrc.nist.gov/csrc/media/publications/sp/800-121/rev-2/draft/documents/sp800_121_r2_draft.pdf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crylicwifi.com/en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metageek.com/products/inssider/" TargetMode="External"/><Relationship Id="rId4" Type="http://schemas.openxmlformats.org/officeDocument/2006/relationships/hyperlink" Target="https://www.netspotapp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WiFi Logo.sv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2313" y="2200972"/>
            <a:ext cx="3881133" cy="229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Image result for small wifi log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56349" y="250572"/>
            <a:ext cx="1343363" cy="13692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489207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6096000" y="-232"/>
            <a:ext cx="6096000" cy="6858000"/>
            <a:chOff x="4572000" y="-174"/>
            <a:chExt cx="4572000" cy="5143500"/>
          </a:xfrm>
        </p:grpSpPr>
        <p:sp>
          <p:nvSpPr>
            <p:cNvPr id="3" name="object 3"/>
            <p:cNvSpPr/>
            <p:nvPr/>
          </p:nvSpPr>
          <p:spPr>
            <a:xfrm>
              <a:off x="4572000" y="-174"/>
              <a:ext cx="4572000" cy="5143500"/>
            </a:xfrm>
            <a:custGeom>
              <a:avLst/>
              <a:gdLst/>
              <a:ahLst/>
              <a:cxnLst/>
              <a:rect l="l" t="t" r="r" b="b"/>
              <a:pathLst>
                <a:path w="4572000" h="5143500">
                  <a:moveTo>
                    <a:pt x="4571999" y="5143499"/>
                  </a:moveTo>
                  <a:lnTo>
                    <a:pt x="0" y="5143499"/>
                  </a:lnTo>
                  <a:lnTo>
                    <a:pt x="0" y="0"/>
                  </a:lnTo>
                  <a:lnTo>
                    <a:pt x="4571999" y="0"/>
                  </a:lnTo>
                  <a:lnTo>
                    <a:pt x="4571999" y="5143499"/>
                  </a:lnTo>
                  <a:close/>
                </a:path>
              </a:pathLst>
            </a:custGeom>
            <a:solidFill>
              <a:srgbClr val="2A3890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" name="object 4"/>
            <p:cNvSpPr/>
            <p:nvPr/>
          </p:nvSpPr>
          <p:spPr>
            <a:xfrm>
              <a:off x="5029675" y="4495499"/>
              <a:ext cx="468630" cy="0"/>
            </a:xfrm>
            <a:custGeom>
              <a:avLst/>
              <a:gdLst/>
              <a:ahLst/>
              <a:cxnLst/>
              <a:rect l="l" t="t" r="r" b="b"/>
              <a:pathLst>
                <a:path w="468629">
                  <a:moveTo>
                    <a:pt x="0" y="0"/>
                  </a:moveTo>
                  <a:lnTo>
                    <a:pt x="468299" y="0"/>
                  </a:lnTo>
                </a:path>
              </a:pathLst>
            </a:custGeom>
            <a:ln w="1904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5" name="object 5"/>
          <p:cNvSpPr txBox="1"/>
          <p:nvPr/>
        </p:nvSpPr>
        <p:spPr>
          <a:xfrm>
            <a:off x="11377941" y="6297871"/>
            <a:ext cx="298027" cy="30442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1867" kern="0" spc="-33" dirty="0">
                <a:solidFill>
                  <a:srgbClr val="FFFFFF"/>
                </a:solidFill>
                <a:latin typeface="Arial"/>
                <a:cs typeface="Arial"/>
              </a:rPr>
              <a:t>48</a:t>
            </a:r>
            <a:endParaRPr sz="1867" kern="0">
              <a:solidFill>
                <a:sysClr val="windowText" lastClr="000000"/>
              </a:solidFill>
              <a:latin typeface="Arial"/>
              <a:cs typeface="Arial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770188"/>
            <a:ext cx="4689475" cy="1266825"/>
          </a:xfrm>
          <a:prstGeom prst="rect">
            <a:avLst/>
          </a:prstGeom>
        </p:spPr>
        <p:txBody>
          <a:bodyPr vert="horz" wrap="square" lIns="0" tIns="22013" rIns="0" bIns="0" rtlCol="0">
            <a:spAutoFit/>
          </a:bodyPr>
          <a:lstStyle/>
          <a:p>
            <a:pPr algn="ctr">
              <a:spcBef>
                <a:spcPts val="173"/>
              </a:spcBef>
            </a:pPr>
            <a:r>
              <a:rPr sz="5000" spc="-13" dirty="0">
                <a:solidFill>
                  <a:srgbClr val="2A3890"/>
                </a:solidFill>
              </a:rPr>
              <a:t>Walkthrough</a:t>
            </a:r>
            <a:endParaRPr sz="5000"/>
          </a:p>
          <a:p>
            <a:pPr algn="ctr">
              <a:spcBef>
                <a:spcPts val="127"/>
              </a:spcBef>
            </a:pPr>
            <a:r>
              <a:rPr sz="3000" dirty="0">
                <a:solidFill>
                  <a:srgbClr val="2A3890"/>
                </a:solidFill>
              </a:rPr>
              <a:t>WPA2</a:t>
            </a:r>
            <a:r>
              <a:rPr sz="3000" spc="-40" dirty="0">
                <a:solidFill>
                  <a:srgbClr val="2A3890"/>
                </a:solidFill>
              </a:rPr>
              <a:t> </a:t>
            </a:r>
            <a:r>
              <a:rPr sz="3000" dirty="0">
                <a:solidFill>
                  <a:srgbClr val="2A3890"/>
                </a:solidFill>
              </a:rPr>
              <a:t>Handshake</a:t>
            </a:r>
            <a:r>
              <a:rPr sz="3000" spc="-40" dirty="0">
                <a:solidFill>
                  <a:srgbClr val="2A3890"/>
                </a:solidFill>
              </a:rPr>
              <a:t> </a:t>
            </a:r>
            <a:r>
              <a:rPr sz="3000" spc="-13" dirty="0">
                <a:solidFill>
                  <a:srgbClr val="2A3890"/>
                </a:solidFill>
              </a:rPr>
              <a:t>Cracking</a:t>
            </a:r>
            <a:endParaRPr sz="3000"/>
          </a:p>
        </p:txBody>
      </p:sp>
      <p:sp>
        <p:nvSpPr>
          <p:cNvPr id="7" name="object 7"/>
          <p:cNvSpPr txBox="1"/>
          <p:nvPr/>
        </p:nvSpPr>
        <p:spPr>
          <a:xfrm>
            <a:off x="6804067" y="2320883"/>
            <a:ext cx="3281680" cy="2123658"/>
          </a:xfrm>
          <a:prstGeom prst="rect">
            <a:avLst/>
          </a:prstGeom>
        </p:spPr>
        <p:txBody>
          <a:bodyPr vert="horz" wrap="square" lIns="0" tIns="71120" rIns="0" bIns="0" rtlCol="0">
            <a:spAutoFit/>
          </a:bodyPr>
          <a:lstStyle/>
          <a:p>
            <a:pPr marL="505447" indent="-488514" defTabSz="1219170">
              <a:spcBef>
                <a:spcPts val="560"/>
              </a:spcBef>
              <a:buFont typeface="Arial"/>
              <a:buChar char="●"/>
              <a:tabLst>
                <a:tab pos="505447" algn="l"/>
              </a:tabLst>
            </a:pPr>
            <a:r>
              <a:rPr sz="2400" kern="0" dirty="0">
                <a:solidFill>
                  <a:srgbClr val="FFFFFF"/>
                </a:solidFill>
                <a:latin typeface="Roboto"/>
                <a:cs typeface="Roboto"/>
              </a:rPr>
              <a:t>Setup</a:t>
            </a:r>
            <a:r>
              <a:rPr sz="2400" kern="0" spc="-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FFFFFF"/>
                </a:solidFill>
                <a:latin typeface="Roboto"/>
                <a:cs typeface="Roboto"/>
              </a:rPr>
              <a:t>Monitor</a:t>
            </a:r>
            <a:r>
              <a:rPr sz="2400" kern="0" spc="-6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400" kern="0" spc="-27" dirty="0">
                <a:solidFill>
                  <a:srgbClr val="FFFFFF"/>
                </a:solidFill>
                <a:latin typeface="Roboto"/>
                <a:cs typeface="Roboto"/>
              </a:rPr>
              <a:t>Mode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05447" indent="-488514" defTabSz="1219170">
              <a:spcBef>
                <a:spcPts val="433"/>
              </a:spcBef>
              <a:buFont typeface="Arial"/>
              <a:buChar char="●"/>
              <a:tabLst>
                <a:tab pos="505447" algn="l"/>
              </a:tabLst>
            </a:pPr>
            <a:r>
              <a:rPr sz="2400" kern="0" dirty="0">
                <a:solidFill>
                  <a:srgbClr val="FFFFFF"/>
                </a:solidFill>
                <a:latin typeface="Roboto"/>
                <a:cs typeface="Roboto"/>
              </a:rPr>
              <a:t>Find</a:t>
            </a:r>
            <a:r>
              <a:rPr sz="2400" kern="0" spc="-33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FFFFFF"/>
                </a:solidFill>
                <a:latin typeface="Roboto"/>
                <a:cs typeface="Roboto"/>
              </a:rPr>
              <a:t>SSID</a:t>
            </a:r>
            <a:r>
              <a:rPr sz="2400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FFFFFF"/>
                </a:solidFill>
                <a:latin typeface="Roboto"/>
                <a:cs typeface="Roboto"/>
              </a:rPr>
              <a:t>to</a:t>
            </a:r>
            <a:r>
              <a:rPr sz="2400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FFFFFF"/>
                </a:solidFill>
                <a:latin typeface="Roboto"/>
                <a:cs typeface="Roboto"/>
              </a:rPr>
              <a:t>Attack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05447" indent="-488514" defTabSz="1219170">
              <a:spcBef>
                <a:spcPts val="433"/>
              </a:spcBef>
              <a:buFont typeface="Arial"/>
              <a:buChar char="●"/>
              <a:tabLst>
                <a:tab pos="505447" algn="l"/>
              </a:tabLst>
            </a:pPr>
            <a:r>
              <a:rPr sz="2400" kern="0" dirty="0">
                <a:solidFill>
                  <a:srgbClr val="FFFFFF"/>
                </a:solidFill>
                <a:latin typeface="Roboto"/>
                <a:cs typeface="Roboto"/>
              </a:rPr>
              <a:t>Deauth</a:t>
            </a:r>
            <a:r>
              <a:rPr sz="2400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FFFFFF"/>
                </a:solidFill>
                <a:latin typeface="Roboto"/>
                <a:cs typeface="Roboto"/>
              </a:rPr>
              <a:t>Client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05447" indent="-488514" defTabSz="1219170">
              <a:spcBef>
                <a:spcPts val="433"/>
              </a:spcBef>
              <a:buFont typeface="Arial"/>
              <a:buChar char="●"/>
              <a:tabLst>
                <a:tab pos="505447" algn="l"/>
              </a:tabLst>
            </a:pPr>
            <a:r>
              <a:rPr sz="2400" kern="0" dirty="0">
                <a:solidFill>
                  <a:srgbClr val="FFFFFF"/>
                </a:solidFill>
                <a:latin typeface="Roboto"/>
                <a:cs typeface="Roboto"/>
              </a:rPr>
              <a:t>Capture</a:t>
            </a:r>
            <a:r>
              <a:rPr sz="2400" kern="0" spc="-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FFFFFF"/>
                </a:solidFill>
                <a:latin typeface="Roboto"/>
                <a:cs typeface="Roboto"/>
              </a:rPr>
              <a:t>Handshake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05447" indent="-488514" defTabSz="1219170">
              <a:spcBef>
                <a:spcPts val="433"/>
              </a:spcBef>
              <a:buFont typeface="Arial"/>
              <a:buChar char="●"/>
              <a:tabLst>
                <a:tab pos="505447" algn="l"/>
              </a:tabLst>
            </a:pPr>
            <a:r>
              <a:rPr sz="2400" kern="0" dirty="0">
                <a:solidFill>
                  <a:srgbClr val="FFFFFF"/>
                </a:solidFill>
                <a:latin typeface="Roboto"/>
                <a:cs typeface="Roboto"/>
              </a:rPr>
              <a:t>Crack</a:t>
            </a:r>
            <a:r>
              <a:rPr sz="2400" kern="0" spc="-10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FFFFFF"/>
                </a:solidFill>
                <a:latin typeface="Roboto"/>
                <a:cs typeface="Roboto"/>
              </a:rPr>
              <a:t>Handshake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086216" y="3093733"/>
            <a:ext cx="11106573" cy="3764280"/>
            <a:chOff x="814662" y="2320300"/>
            <a:chExt cx="8329930" cy="282321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3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14662" y="2320300"/>
              <a:ext cx="7514675" cy="2371949"/>
            </a:xfrm>
            <a:prstGeom prst="rect">
              <a:avLst/>
            </a:prstGeom>
          </p:spPr>
        </p:pic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3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33901" y="760814"/>
            <a:ext cx="10130707" cy="962036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53" dirty="0"/>
              <a:t> </a:t>
            </a:r>
            <a:r>
              <a:rPr sz="3600" dirty="0"/>
              <a:t>1</a:t>
            </a:r>
            <a:r>
              <a:rPr sz="3600" spc="-53" dirty="0"/>
              <a:t> </a:t>
            </a:r>
            <a:r>
              <a:rPr sz="3600" dirty="0"/>
              <a:t>-</a:t>
            </a:r>
            <a:r>
              <a:rPr sz="3600" spc="-47" dirty="0"/>
              <a:t> </a:t>
            </a:r>
            <a:r>
              <a:rPr sz="3600" dirty="0">
                <a:solidFill>
                  <a:srgbClr val="2A3890"/>
                </a:solidFill>
              </a:rPr>
              <a:t>Setup</a:t>
            </a:r>
            <a:r>
              <a:rPr sz="3600" spc="-47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Monitor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spc="-27" dirty="0">
                <a:solidFill>
                  <a:srgbClr val="2A3890"/>
                </a:solidFill>
              </a:rPr>
              <a:t>Mode</a:t>
            </a:r>
            <a:endParaRPr sz="3600" dirty="0"/>
          </a:p>
          <a:p>
            <a:pPr marL="131230">
              <a:spcBef>
                <a:spcPts val="53"/>
              </a:spcBef>
            </a:pPr>
            <a:r>
              <a:rPr sz="2267" spc="-33" dirty="0">
                <a:solidFill>
                  <a:srgbClr val="2A3890"/>
                </a:solidFill>
              </a:rPr>
              <a:t>WPA2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Handshake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Cracking</a:t>
            </a:r>
            <a:endParaRPr sz="2267" dirty="0"/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39568" y="1859448"/>
            <a:ext cx="5739553" cy="1153115"/>
          </a:xfrm>
          <a:prstGeom prst="rect">
            <a:avLst/>
          </a:prstGeom>
        </p:spPr>
        <p:txBody>
          <a:bodyPr vert="horz" wrap="square" lIns="0" tIns="65193" rIns="0" bIns="0" rtlCol="0">
            <a:spAutoFit/>
          </a:bodyPr>
          <a:lstStyle/>
          <a:p>
            <a:pPr marL="555398" indent="-538467" defTabSz="1219170">
              <a:spcBef>
                <a:spcPts val="513"/>
              </a:spcBef>
              <a:buFont typeface="Roboto"/>
              <a:buAutoNum type="arabicPeriod"/>
              <a:tabLst>
                <a:tab pos="555398" algn="l"/>
              </a:tabLst>
            </a:pPr>
            <a:r>
              <a:rPr sz="2133" kern="0" dirty="0">
                <a:solidFill>
                  <a:srgbClr val="434343"/>
                </a:solidFill>
                <a:latin typeface="Roboto"/>
                <a:cs typeface="Roboto"/>
              </a:rPr>
              <a:t>Connect</a:t>
            </a:r>
            <a:r>
              <a:rPr sz="2133" kern="0" spc="-7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133" kern="0" dirty="0">
                <a:solidFill>
                  <a:srgbClr val="434343"/>
                </a:solidFill>
                <a:latin typeface="Roboto"/>
                <a:cs typeface="Roboto"/>
              </a:rPr>
              <a:t>your</a:t>
            </a:r>
            <a:r>
              <a:rPr sz="2133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133" kern="0" spc="-27" dirty="0">
                <a:solidFill>
                  <a:srgbClr val="434343"/>
                </a:solidFill>
                <a:latin typeface="Roboto"/>
                <a:cs typeface="Roboto"/>
              </a:rPr>
              <a:t>Wi-</a:t>
            </a:r>
            <a:r>
              <a:rPr sz="2133" kern="0" dirty="0">
                <a:solidFill>
                  <a:srgbClr val="434343"/>
                </a:solidFill>
                <a:latin typeface="Roboto"/>
                <a:cs typeface="Roboto"/>
              </a:rPr>
              <a:t>Fi</a:t>
            </a:r>
            <a:r>
              <a:rPr sz="2133" kern="0" spc="-7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133" kern="0" spc="-13" dirty="0">
                <a:solidFill>
                  <a:srgbClr val="434343"/>
                </a:solidFill>
                <a:latin typeface="Roboto"/>
                <a:cs typeface="Roboto"/>
              </a:rPr>
              <a:t>Adapter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55398" indent="-538467" defTabSz="1219170">
              <a:spcBef>
                <a:spcPts val="387"/>
              </a:spcBef>
              <a:buClr>
                <a:srgbClr val="374151"/>
              </a:buClr>
              <a:buFont typeface="Roboto"/>
              <a:buAutoNum type="arabicPeriod"/>
              <a:tabLst>
                <a:tab pos="555398" algn="l"/>
              </a:tabLst>
            </a:pPr>
            <a:r>
              <a:rPr sz="2133" kern="0" dirty="0">
                <a:solidFill>
                  <a:srgbClr val="434343"/>
                </a:solidFill>
                <a:latin typeface="Roboto"/>
                <a:cs typeface="Roboto"/>
              </a:rPr>
              <a:t>Open</a:t>
            </a:r>
            <a:r>
              <a:rPr sz="2133" kern="0" spc="-7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133" kern="0" dirty="0">
                <a:solidFill>
                  <a:srgbClr val="434343"/>
                </a:solidFill>
                <a:latin typeface="Roboto"/>
                <a:cs typeface="Roboto"/>
              </a:rPr>
              <a:t>a</a:t>
            </a:r>
            <a:r>
              <a:rPr sz="2133" kern="0" spc="-7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133" kern="0" dirty="0">
                <a:solidFill>
                  <a:srgbClr val="434343"/>
                </a:solidFill>
                <a:latin typeface="Roboto"/>
                <a:cs typeface="Roboto"/>
              </a:rPr>
              <a:t>terminal</a:t>
            </a:r>
            <a:r>
              <a:rPr sz="2133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133" kern="0" dirty="0">
                <a:solidFill>
                  <a:srgbClr val="434343"/>
                </a:solidFill>
                <a:latin typeface="Roboto"/>
                <a:cs typeface="Roboto"/>
              </a:rPr>
              <a:t>and</a:t>
            </a:r>
            <a:r>
              <a:rPr sz="2133" kern="0" spc="-7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133" kern="0" spc="-33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64984" lvl="1" indent="-530847" defTabSz="1219170">
              <a:spcBef>
                <a:spcPts val="387"/>
              </a:spcBef>
              <a:buFont typeface="Arial"/>
              <a:buAutoNum type="alphaLcPeriod"/>
              <a:tabLst>
                <a:tab pos="1164984" algn="l"/>
              </a:tabLst>
            </a:pP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 airmon-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ng</a:t>
            </a:r>
            <a:r>
              <a:rPr sz="2133" b="1" kern="0" spc="-2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start</a:t>
            </a:r>
            <a:r>
              <a:rPr sz="2133" b="1" kern="0" spc="-2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&lt;&lt;wiﬁadapter&gt;&gt;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827700" y="2918699"/>
            <a:ext cx="10364893" cy="3939540"/>
            <a:chOff x="1370775" y="2189024"/>
            <a:chExt cx="7773670" cy="2954655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3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370775" y="2189024"/>
              <a:ext cx="5412749" cy="2621449"/>
            </a:xfrm>
            <a:prstGeom prst="rect">
              <a:avLst/>
            </a:prstGeom>
          </p:spPr>
        </p:pic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4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863690"/>
            <a:ext cx="9716821" cy="962036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60" dirty="0"/>
              <a:t> </a:t>
            </a:r>
            <a:r>
              <a:rPr sz="3600" dirty="0"/>
              <a:t>2</a:t>
            </a:r>
            <a:r>
              <a:rPr sz="3600" spc="-53" dirty="0"/>
              <a:t> </a:t>
            </a:r>
            <a:r>
              <a:rPr sz="3600" dirty="0"/>
              <a:t>-</a:t>
            </a:r>
            <a:r>
              <a:rPr sz="3600" spc="-47" dirty="0"/>
              <a:t> </a:t>
            </a:r>
            <a:r>
              <a:rPr sz="3600" dirty="0">
                <a:solidFill>
                  <a:srgbClr val="2A3890"/>
                </a:solidFill>
              </a:rPr>
              <a:t>Analyze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Available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Wi-</a:t>
            </a:r>
            <a:r>
              <a:rPr sz="3600" dirty="0">
                <a:solidFill>
                  <a:srgbClr val="2A3890"/>
                </a:solidFill>
              </a:rPr>
              <a:t>Fi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Networks</a:t>
            </a:r>
            <a:endParaRPr sz="3600" dirty="0"/>
          </a:p>
          <a:p>
            <a:pPr marL="131230">
              <a:spcBef>
                <a:spcPts val="53"/>
              </a:spcBef>
            </a:pPr>
            <a:r>
              <a:rPr sz="2267" spc="-33" dirty="0">
                <a:solidFill>
                  <a:srgbClr val="2A3890"/>
                </a:solidFill>
              </a:rPr>
              <a:t>WPA2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Handshake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Cracking</a:t>
            </a:r>
            <a:endParaRPr sz="2267" dirty="0"/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10240" y="1843617"/>
            <a:ext cx="5024120" cy="829224"/>
          </a:xfrm>
          <a:prstGeom prst="rect">
            <a:avLst/>
          </a:prstGeom>
        </p:spPr>
        <p:txBody>
          <a:bodyPr vert="horz" wrap="square" lIns="0" tIns="79587" rIns="0" bIns="0" rtlCol="0">
            <a:spAutoFit/>
          </a:bodyPr>
          <a:lstStyle/>
          <a:p>
            <a:pPr marL="585031" indent="-568098" defTabSz="1219170">
              <a:spcBef>
                <a:spcPts val="627"/>
              </a:spcBef>
              <a:buClr>
                <a:srgbClr val="374151"/>
              </a:buClr>
              <a:buFont typeface="Roboto"/>
              <a:buAutoNum type="arabicPeriod"/>
              <a:tabLst>
                <a:tab pos="585031" algn="l"/>
              </a:tabLst>
            </a:pP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94617" lvl="1" indent="-530847" defTabSz="1219170">
              <a:spcBef>
                <a:spcPts val="447"/>
              </a:spcBef>
              <a:buFont typeface="Arial"/>
              <a:buAutoNum type="alphaLcPeriod"/>
              <a:tabLst>
                <a:tab pos="1194617" algn="l"/>
              </a:tabLst>
            </a:pP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133" b="1" kern="0" spc="-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33" dirty="0">
                <a:solidFill>
                  <a:srgbClr val="D13368"/>
                </a:solidFill>
                <a:latin typeface="Roboto"/>
                <a:cs typeface="Roboto"/>
              </a:rPr>
              <a:t>airodump-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ng 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[wiﬁadapter]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631117" y="2781599"/>
            <a:ext cx="11561233" cy="4076700"/>
            <a:chOff x="473337" y="2086199"/>
            <a:chExt cx="8670925" cy="3057525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73337" y="2086199"/>
              <a:ext cx="7207624" cy="2641199"/>
            </a:xfrm>
            <a:prstGeom prst="rect">
              <a:avLst/>
            </a:prstGeom>
          </p:spPr>
        </p:pic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5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807723"/>
            <a:ext cx="10275086" cy="962036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33" dirty="0"/>
              <a:t> </a:t>
            </a:r>
            <a:r>
              <a:rPr sz="3600" dirty="0"/>
              <a:t>3</a:t>
            </a:r>
            <a:r>
              <a:rPr sz="3600" spc="-33" dirty="0"/>
              <a:t> </a:t>
            </a:r>
            <a:r>
              <a:rPr sz="3600" dirty="0"/>
              <a:t>-</a:t>
            </a:r>
            <a:r>
              <a:rPr sz="3600" spc="-20" dirty="0"/>
              <a:t> </a:t>
            </a:r>
            <a:r>
              <a:rPr sz="3600" dirty="0">
                <a:solidFill>
                  <a:srgbClr val="2A3890"/>
                </a:solidFill>
              </a:rPr>
              <a:t>Analyze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Networks</a:t>
            </a:r>
            <a:r>
              <a:rPr sz="3600" spc="-27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on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a</a:t>
            </a:r>
            <a:r>
              <a:rPr sz="3600" spc="-27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Speciﬁc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Channel</a:t>
            </a:r>
            <a:endParaRPr sz="3600" dirty="0"/>
          </a:p>
          <a:p>
            <a:pPr marL="131230">
              <a:spcBef>
                <a:spcPts val="53"/>
              </a:spcBef>
            </a:pPr>
            <a:r>
              <a:rPr sz="2267" spc="-33" dirty="0">
                <a:solidFill>
                  <a:srgbClr val="2A3890"/>
                </a:solidFill>
              </a:rPr>
              <a:t>WPA2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Handshake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Cracking</a:t>
            </a:r>
            <a:endParaRPr sz="2267" dirty="0"/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10241" y="1843617"/>
            <a:ext cx="6513407" cy="829224"/>
          </a:xfrm>
          <a:prstGeom prst="rect">
            <a:avLst/>
          </a:prstGeom>
        </p:spPr>
        <p:txBody>
          <a:bodyPr vert="horz" wrap="square" lIns="0" tIns="79587" rIns="0" bIns="0" rtlCol="0">
            <a:spAutoFit/>
          </a:bodyPr>
          <a:lstStyle/>
          <a:p>
            <a:pPr marL="585031" indent="-568098" defTabSz="1219170">
              <a:spcBef>
                <a:spcPts val="627"/>
              </a:spcBef>
              <a:buClr>
                <a:srgbClr val="374151"/>
              </a:buClr>
              <a:buFont typeface="Roboto"/>
              <a:buAutoNum type="arabicPeriod"/>
              <a:tabLst>
                <a:tab pos="585031" algn="l"/>
              </a:tabLst>
            </a:pP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94617" lvl="1" indent="-530847" defTabSz="1219170">
              <a:spcBef>
                <a:spcPts val="447"/>
              </a:spcBef>
              <a:buFont typeface="Arial"/>
              <a:buAutoNum type="alphaLcPeriod"/>
              <a:tabLst>
                <a:tab pos="1194617" algn="l"/>
              </a:tabLst>
            </a:pP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33" dirty="0">
                <a:solidFill>
                  <a:srgbClr val="D13368"/>
                </a:solidFill>
                <a:latin typeface="Roboto"/>
                <a:cs typeface="Roboto"/>
              </a:rPr>
              <a:t>airodump-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ng</a:t>
            </a:r>
            <a:r>
              <a:rPr sz="2133" b="1" kern="0" spc="-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c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 [channel]</a:t>
            </a:r>
            <a:r>
              <a:rPr sz="2133" b="1" kern="0" spc="-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[wiﬁadapter]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6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820035"/>
            <a:ext cx="9601317" cy="962036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40" dirty="0"/>
              <a:t> </a:t>
            </a:r>
            <a:r>
              <a:rPr sz="3600" dirty="0"/>
              <a:t>4</a:t>
            </a:r>
            <a:r>
              <a:rPr sz="3600" spc="-40" dirty="0"/>
              <a:t> </a:t>
            </a:r>
            <a:r>
              <a:rPr sz="3600" dirty="0"/>
              <a:t>-</a:t>
            </a:r>
            <a:r>
              <a:rPr sz="3600" spc="-27" dirty="0"/>
              <a:t> </a:t>
            </a:r>
            <a:r>
              <a:rPr sz="3600" dirty="0">
                <a:solidFill>
                  <a:srgbClr val="2A3890"/>
                </a:solidFill>
              </a:rPr>
              <a:t>Analyze</a:t>
            </a:r>
            <a:r>
              <a:rPr sz="3600" spc="-40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Speciﬁc</a:t>
            </a:r>
            <a:r>
              <a:rPr sz="3600" spc="-40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Access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Point</a:t>
            </a:r>
            <a:r>
              <a:rPr sz="3600" spc="-40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(BSSID)</a:t>
            </a:r>
            <a:endParaRPr sz="3600" dirty="0"/>
          </a:p>
          <a:p>
            <a:pPr marL="131230">
              <a:spcBef>
                <a:spcPts val="53"/>
              </a:spcBef>
            </a:pPr>
            <a:r>
              <a:rPr sz="2267" spc="-33" dirty="0">
                <a:solidFill>
                  <a:srgbClr val="2A3890"/>
                </a:solidFill>
              </a:rPr>
              <a:t>WPA2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Handshake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Cracking</a:t>
            </a:r>
            <a:endParaRPr sz="2267" dirty="0"/>
          </a:p>
        </p:txBody>
      </p:sp>
      <p:sp>
        <p:nvSpPr>
          <p:cNvPr id="8" name="object 8"/>
          <p:cNvSpPr txBox="1"/>
          <p:nvPr/>
        </p:nvSpPr>
        <p:spPr>
          <a:xfrm>
            <a:off x="710240" y="1843629"/>
            <a:ext cx="10195560" cy="829224"/>
          </a:xfrm>
          <a:prstGeom prst="rect">
            <a:avLst/>
          </a:prstGeom>
        </p:spPr>
        <p:txBody>
          <a:bodyPr vert="horz" wrap="square" lIns="0" tIns="79587" rIns="0" bIns="0" rtlCol="0">
            <a:spAutoFit/>
          </a:bodyPr>
          <a:lstStyle/>
          <a:p>
            <a:pPr marL="585031" indent="-568098" defTabSz="1219170">
              <a:spcBef>
                <a:spcPts val="627"/>
              </a:spcBef>
              <a:buClr>
                <a:srgbClr val="374151"/>
              </a:buClr>
              <a:buFont typeface="Roboto"/>
              <a:buAutoNum type="arabicPeriod"/>
              <a:tabLst>
                <a:tab pos="585031" algn="l"/>
              </a:tabLst>
            </a:pP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94617" lvl="1" indent="-530847" defTabSz="1219170">
              <a:spcBef>
                <a:spcPts val="447"/>
              </a:spcBef>
              <a:buFont typeface="Arial"/>
              <a:buAutoNum type="alphaLcPeriod"/>
              <a:tabLst>
                <a:tab pos="1194617" algn="l"/>
              </a:tabLst>
            </a:pP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33" dirty="0">
                <a:solidFill>
                  <a:srgbClr val="D13368"/>
                </a:solidFill>
                <a:latin typeface="Roboto"/>
                <a:cs typeface="Roboto"/>
              </a:rPr>
              <a:t>airodump-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ng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channel</a:t>
            </a:r>
            <a:r>
              <a:rPr sz="2133" b="1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161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bssid</a:t>
            </a:r>
            <a:r>
              <a:rPr sz="2133" b="1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94:83:C4:1D:7D:1A</a:t>
            </a:r>
            <a:r>
              <a:rPr sz="2133" b="1" kern="0" spc="4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[wiﬁadapter]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49567" y="2947032"/>
            <a:ext cx="10746131" cy="2455043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7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749732"/>
            <a:ext cx="8099776" cy="962036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27" dirty="0"/>
              <a:t> </a:t>
            </a:r>
            <a:r>
              <a:rPr sz="3600" dirty="0"/>
              <a:t>4</a:t>
            </a:r>
            <a:r>
              <a:rPr sz="3600" spc="-20" dirty="0"/>
              <a:t> </a:t>
            </a:r>
            <a:r>
              <a:rPr sz="3600" dirty="0"/>
              <a:t>-</a:t>
            </a:r>
            <a:r>
              <a:rPr sz="3600" spc="-20" dirty="0"/>
              <a:t> </a:t>
            </a:r>
            <a:r>
              <a:rPr sz="3600" dirty="0">
                <a:solidFill>
                  <a:srgbClr val="2A3890"/>
                </a:solidFill>
              </a:rPr>
              <a:t>Deauth</a:t>
            </a:r>
            <a:r>
              <a:rPr sz="3600" spc="-20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Clients</a:t>
            </a:r>
            <a:endParaRPr sz="3600" dirty="0"/>
          </a:p>
          <a:p>
            <a:pPr marL="131230">
              <a:spcBef>
                <a:spcPts val="53"/>
              </a:spcBef>
            </a:pPr>
            <a:r>
              <a:rPr sz="2267" spc="-33" dirty="0">
                <a:solidFill>
                  <a:srgbClr val="2A3890"/>
                </a:solidFill>
              </a:rPr>
              <a:t>WPA2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Handshake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Cracking</a:t>
            </a:r>
            <a:endParaRPr sz="2267" dirty="0"/>
          </a:p>
        </p:txBody>
      </p:sp>
      <p:sp>
        <p:nvSpPr>
          <p:cNvPr id="8" name="object 8"/>
          <p:cNvSpPr txBox="1"/>
          <p:nvPr/>
        </p:nvSpPr>
        <p:spPr>
          <a:xfrm>
            <a:off x="710241" y="1843629"/>
            <a:ext cx="10469879" cy="829224"/>
          </a:xfrm>
          <a:prstGeom prst="rect">
            <a:avLst/>
          </a:prstGeom>
        </p:spPr>
        <p:txBody>
          <a:bodyPr vert="horz" wrap="square" lIns="0" tIns="79587" rIns="0" bIns="0" rtlCol="0">
            <a:spAutoFit/>
          </a:bodyPr>
          <a:lstStyle/>
          <a:p>
            <a:pPr marL="585031" indent="-568098" defTabSz="1219170">
              <a:spcBef>
                <a:spcPts val="627"/>
              </a:spcBef>
              <a:buClr>
                <a:srgbClr val="374151"/>
              </a:buClr>
              <a:buFont typeface="Roboto"/>
              <a:buAutoNum type="arabicPeriod"/>
              <a:tabLst>
                <a:tab pos="585031" algn="l"/>
              </a:tabLst>
            </a:pP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94617" lvl="1" indent="-530847" defTabSz="1219170">
              <a:spcBef>
                <a:spcPts val="447"/>
              </a:spcBef>
              <a:buFont typeface="Arial"/>
              <a:buAutoNum type="alphaLcPeriod"/>
              <a:tabLst>
                <a:tab pos="1194617" algn="l"/>
              </a:tabLst>
            </a:pP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133" b="1" kern="0" spc="-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aireplay</a:t>
            </a:r>
            <a:r>
              <a:rPr sz="2133" b="1" kern="0" spc="-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deauth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2</a:t>
            </a:r>
            <a:r>
              <a:rPr sz="2133" b="1" kern="0" spc="-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a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94:83:C4:1D:7D:1A</a:t>
            </a:r>
            <a:r>
              <a:rPr sz="2133" b="1" kern="0" spc="-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c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04:D6:AA:5B:50:99</a:t>
            </a:r>
            <a:r>
              <a:rPr sz="2133" b="1" kern="0" spc="4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wlan1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pic>
        <p:nvPicPr>
          <p:cNvPr id="9" name="object 9"/>
          <p:cNvPicPr/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2900" y="3285732"/>
            <a:ext cx="11505003" cy="1661392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8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744995"/>
            <a:ext cx="9216307" cy="962036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33" dirty="0"/>
              <a:t> </a:t>
            </a:r>
            <a:r>
              <a:rPr sz="3600" dirty="0"/>
              <a:t>5</a:t>
            </a:r>
            <a:r>
              <a:rPr sz="3600" spc="-33" dirty="0"/>
              <a:t> </a:t>
            </a:r>
            <a:r>
              <a:rPr sz="3600" dirty="0"/>
              <a:t>-</a:t>
            </a:r>
            <a:r>
              <a:rPr sz="3600" spc="-27" dirty="0"/>
              <a:t> </a:t>
            </a:r>
            <a:r>
              <a:rPr sz="3600" dirty="0">
                <a:solidFill>
                  <a:srgbClr val="2A3890"/>
                </a:solidFill>
              </a:rPr>
              <a:t>Capture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Handshake</a:t>
            </a:r>
            <a:endParaRPr sz="3600" dirty="0"/>
          </a:p>
          <a:p>
            <a:pPr marL="131230">
              <a:spcBef>
                <a:spcPts val="53"/>
              </a:spcBef>
            </a:pPr>
            <a:r>
              <a:rPr sz="2267" spc="-33" dirty="0">
                <a:solidFill>
                  <a:srgbClr val="2A3890"/>
                </a:solidFill>
              </a:rPr>
              <a:t>WPA2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Handshake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Cracking</a:t>
            </a:r>
            <a:endParaRPr sz="2267" dirty="0"/>
          </a:p>
        </p:txBody>
      </p:sp>
      <p:sp>
        <p:nvSpPr>
          <p:cNvPr id="8" name="object 8"/>
          <p:cNvSpPr txBox="1"/>
          <p:nvPr/>
        </p:nvSpPr>
        <p:spPr>
          <a:xfrm>
            <a:off x="710240" y="1843629"/>
            <a:ext cx="11209867" cy="829224"/>
          </a:xfrm>
          <a:prstGeom prst="rect">
            <a:avLst/>
          </a:prstGeom>
        </p:spPr>
        <p:txBody>
          <a:bodyPr vert="horz" wrap="square" lIns="0" tIns="79587" rIns="0" bIns="0" rtlCol="0">
            <a:spAutoFit/>
          </a:bodyPr>
          <a:lstStyle/>
          <a:p>
            <a:pPr marL="585031" indent="-568098" defTabSz="1219170">
              <a:spcBef>
                <a:spcPts val="627"/>
              </a:spcBef>
              <a:buClr>
                <a:srgbClr val="374151"/>
              </a:buClr>
              <a:buFont typeface="Roboto"/>
              <a:buAutoNum type="arabicPeriod"/>
              <a:tabLst>
                <a:tab pos="585031" algn="l"/>
              </a:tabLst>
            </a:pP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94617" lvl="1" indent="-530847" defTabSz="1219170">
              <a:spcBef>
                <a:spcPts val="447"/>
              </a:spcBef>
              <a:buFont typeface="Arial"/>
              <a:buAutoNum type="alphaLcPeriod"/>
              <a:tabLst>
                <a:tab pos="1194617" algn="l"/>
              </a:tabLst>
            </a:pP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133" b="1" kern="0" spc="-6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33" dirty="0">
                <a:solidFill>
                  <a:srgbClr val="D13368"/>
                </a:solidFill>
                <a:latin typeface="Roboto"/>
                <a:cs typeface="Roboto"/>
              </a:rPr>
              <a:t>airodump-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ng</a:t>
            </a:r>
            <a:r>
              <a:rPr sz="2133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channel</a:t>
            </a:r>
            <a:r>
              <a:rPr sz="2133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161</a:t>
            </a:r>
            <a:r>
              <a:rPr sz="2133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bssid</a:t>
            </a:r>
            <a:r>
              <a:rPr sz="2133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94:83:C4:1D:7D:1A</a:t>
            </a:r>
            <a:r>
              <a:rPr sz="2133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write</a:t>
            </a:r>
            <a:r>
              <a:rPr sz="2133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capture</a:t>
            </a:r>
            <a:r>
              <a:rPr sz="2133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wlan0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49567" y="2947032"/>
            <a:ext cx="10746131" cy="2455043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2360967" y="2828232"/>
            <a:ext cx="9831493" cy="4030133"/>
            <a:chOff x="1770725" y="2121174"/>
            <a:chExt cx="7373620" cy="302260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3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770725" y="2121174"/>
              <a:ext cx="4899924" cy="2829924"/>
            </a:xfrm>
            <a:prstGeom prst="rect">
              <a:avLst/>
            </a:prstGeom>
          </p:spPr>
        </p:pic>
      </p:grpSp>
      <p:sp>
        <p:nvSpPr>
          <p:cNvPr id="11" name="object 11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9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717202"/>
            <a:ext cx="11112484" cy="962036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47" dirty="0"/>
              <a:t> </a:t>
            </a:r>
            <a:r>
              <a:rPr sz="3600" dirty="0"/>
              <a:t>6</a:t>
            </a:r>
            <a:r>
              <a:rPr sz="3600" spc="-47" dirty="0"/>
              <a:t> </a:t>
            </a:r>
            <a:r>
              <a:rPr sz="3600" dirty="0"/>
              <a:t>-</a:t>
            </a:r>
            <a:r>
              <a:rPr sz="3600" spc="-40" dirty="0"/>
              <a:t> </a:t>
            </a:r>
            <a:r>
              <a:rPr sz="3600" dirty="0">
                <a:solidFill>
                  <a:srgbClr val="2A3890"/>
                </a:solidFill>
              </a:rPr>
              <a:t>Crack</a:t>
            </a:r>
            <a:r>
              <a:rPr sz="3600" spc="-47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Handshake</a:t>
            </a:r>
            <a:endParaRPr sz="3600" dirty="0"/>
          </a:p>
          <a:p>
            <a:pPr marL="131230">
              <a:spcBef>
                <a:spcPts val="53"/>
              </a:spcBef>
            </a:pPr>
            <a:r>
              <a:rPr sz="2267" spc="-33" dirty="0">
                <a:solidFill>
                  <a:srgbClr val="2A3890"/>
                </a:solidFill>
              </a:rPr>
              <a:t>WPA2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Handshake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Cracking</a:t>
            </a:r>
            <a:endParaRPr sz="2267" dirty="0"/>
          </a:p>
        </p:txBody>
      </p:sp>
      <p:sp>
        <p:nvSpPr>
          <p:cNvPr id="12" name="object 12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10240" y="1843629"/>
            <a:ext cx="5987627" cy="829224"/>
          </a:xfrm>
          <a:prstGeom prst="rect">
            <a:avLst/>
          </a:prstGeom>
        </p:spPr>
        <p:txBody>
          <a:bodyPr vert="horz" wrap="square" lIns="0" tIns="79587" rIns="0" bIns="0" rtlCol="0">
            <a:spAutoFit/>
          </a:bodyPr>
          <a:lstStyle/>
          <a:p>
            <a:pPr marL="585031" indent="-568098" defTabSz="1219170">
              <a:spcBef>
                <a:spcPts val="627"/>
              </a:spcBef>
              <a:buClr>
                <a:srgbClr val="374151"/>
              </a:buClr>
              <a:buFont typeface="Roboto"/>
              <a:buAutoNum type="arabicPeriod"/>
              <a:tabLst>
                <a:tab pos="585031" algn="l"/>
              </a:tabLst>
            </a:pP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94617" lvl="1" indent="-530847" defTabSz="1219170">
              <a:spcBef>
                <a:spcPts val="447"/>
              </a:spcBef>
              <a:buFont typeface="Arial"/>
              <a:buAutoNum type="alphaLcPeriod"/>
              <a:tabLst>
                <a:tab pos="1194617" algn="l"/>
              </a:tabLst>
            </a:pPr>
            <a:r>
              <a:rPr sz="2133" b="1" kern="0" spc="-33" dirty="0">
                <a:solidFill>
                  <a:srgbClr val="D13368"/>
                </a:solidFill>
                <a:latin typeface="Roboto"/>
                <a:cs typeface="Roboto"/>
              </a:rPr>
              <a:t>aircrack-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ng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&lt;ﬁle-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name&gt;</a:t>
            </a:r>
            <a:r>
              <a:rPr sz="2133" b="1" kern="0" spc="5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w 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rockyou.txt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8220333" y="1685224"/>
            <a:ext cx="2834640" cy="755762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For</a:t>
            </a:r>
            <a:r>
              <a:rPr sz="2400" b="1" kern="0" spc="-6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rockyou.txt</a:t>
            </a:r>
            <a:r>
              <a:rPr sz="2400" b="1" kern="0" spc="-6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visit: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6933" defTabSz="1219170"/>
            <a:r>
              <a:rPr sz="2400" kern="0" spc="-13" dirty="0">
                <a:solidFill>
                  <a:srgbClr val="0F0F0F"/>
                </a:solidFill>
                <a:latin typeface="Roboto"/>
                <a:cs typeface="Roboto"/>
              </a:rPr>
              <a:t>chv.link/autoisac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8131171" y="5"/>
            <a:ext cx="4061460" cy="2707640"/>
            <a:chOff x="6098378" y="4"/>
            <a:chExt cx="3046095" cy="2030730"/>
          </a:xfrm>
        </p:grpSpPr>
        <p:sp>
          <p:nvSpPr>
            <p:cNvPr id="4" name="object 4"/>
            <p:cNvSpPr/>
            <p:nvPr/>
          </p:nvSpPr>
          <p:spPr>
            <a:xfrm>
              <a:off x="8128803" y="15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0" y="0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5" name="object 5"/>
            <p:cNvSpPr/>
            <p:nvPr/>
          </p:nvSpPr>
          <p:spPr>
            <a:xfrm>
              <a:off x="7113463" y="4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6" name="object 6"/>
            <p:cNvSpPr/>
            <p:nvPr/>
          </p:nvSpPr>
          <p:spPr>
            <a:xfrm>
              <a:off x="7113588" y="106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0" y="1015199"/>
                  </a:moveTo>
                  <a:lnTo>
                    <a:pt x="0" y="0"/>
                  </a:lnTo>
                  <a:lnTo>
                    <a:pt x="1015199" y="0"/>
                  </a:lnTo>
                  <a:lnTo>
                    <a:pt x="0" y="1015199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7" name="object 7"/>
            <p:cNvSpPr/>
            <p:nvPr/>
          </p:nvSpPr>
          <p:spPr>
            <a:xfrm>
              <a:off x="6098375" y="101"/>
              <a:ext cx="3046095" cy="2030730"/>
            </a:xfrm>
            <a:custGeom>
              <a:avLst/>
              <a:gdLst/>
              <a:ahLst/>
              <a:cxnLst/>
              <a:rect l="l" t="t" r="r" b="b"/>
              <a:pathLst>
                <a:path w="3046095" h="2030730">
                  <a:moveTo>
                    <a:pt x="1015199" y="0"/>
                  </a:moveTo>
                  <a:lnTo>
                    <a:pt x="0" y="0"/>
                  </a:lnTo>
                  <a:lnTo>
                    <a:pt x="1015199" y="1015199"/>
                  </a:lnTo>
                  <a:lnTo>
                    <a:pt x="1015199" y="0"/>
                  </a:lnTo>
                  <a:close/>
                </a:path>
                <a:path w="3046095" h="2030730">
                  <a:moveTo>
                    <a:pt x="3045612" y="1015276"/>
                  </a:moveTo>
                  <a:lnTo>
                    <a:pt x="2030412" y="1015276"/>
                  </a:lnTo>
                  <a:lnTo>
                    <a:pt x="3045612" y="2030476"/>
                  </a:lnTo>
                  <a:lnTo>
                    <a:pt x="3045612" y="1015276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xfrm>
            <a:off x="8610600" y="6411826"/>
            <a:ext cx="2743200" cy="25417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chemeClr val="tx1"/>
                </a:solidFill>
              </a:rPr>
              <a:pPr marL="50799" defTabSz="1219170">
                <a:lnSpc>
                  <a:spcPts val="2193"/>
                </a:lnSpc>
              </a:pPr>
              <a:t>10</a:t>
            </a:fld>
            <a:endParaRPr kern="0" spc="-33" dirty="0">
              <a:solidFill>
                <a:schemeClr val="tx1"/>
              </a:solidFill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ctrTitle" idx="4294967295"/>
          </p:nvPr>
        </p:nvSpPr>
        <p:spPr>
          <a:xfrm>
            <a:off x="0" y="2932281"/>
            <a:ext cx="5951538" cy="797697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5600" spc="-13" dirty="0"/>
              <a:t>Exercise</a:t>
            </a:r>
            <a:r>
              <a:rPr sz="5600" spc="-267" dirty="0"/>
              <a:t> </a:t>
            </a:r>
            <a:r>
              <a:rPr sz="5600" spc="-33" dirty="0"/>
              <a:t>#01</a:t>
            </a:r>
            <a:endParaRPr sz="5600" dirty="0"/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latin typeface="Roboto"/>
                <a:cs typeface="Roboto"/>
              </a:rPr>
              <a:t>DO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spc="-27" dirty="0">
                <a:latin typeface="Roboto"/>
                <a:cs typeface="Roboto"/>
              </a:rPr>
              <a:t>NOT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dirty="0">
                <a:latin typeface="Roboto"/>
                <a:cs typeface="Roboto"/>
              </a:rPr>
              <a:t>COPY</a:t>
            </a:r>
            <a:r>
              <a:rPr sz="1067" b="1" kern="0" spc="-27" dirty="0">
                <a:latin typeface="Roboto"/>
                <a:cs typeface="Roboto"/>
              </a:rPr>
              <a:t> </a:t>
            </a:r>
            <a:r>
              <a:rPr sz="1067" b="1" kern="0" spc="-33" dirty="0">
                <a:latin typeface="Roboto"/>
                <a:cs typeface="Roboto"/>
              </a:rPr>
              <a:t>OR</a:t>
            </a:r>
            <a:r>
              <a:rPr sz="1067" b="1" kern="0" spc="667" dirty="0">
                <a:latin typeface="Roboto"/>
                <a:cs typeface="Roboto"/>
              </a:rPr>
              <a:t> </a:t>
            </a:r>
            <a:r>
              <a:rPr sz="1067" b="1" kern="0" spc="-13" dirty="0">
                <a:latin typeface="Roboto"/>
                <a:cs typeface="Roboto"/>
              </a:rPr>
              <a:t>REPRODUCE</a:t>
            </a:r>
            <a:endParaRPr sz="1067" kern="0"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94834" y="3702351"/>
            <a:ext cx="4867487" cy="50954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3200" b="1" kern="0" dirty="0">
                <a:latin typeface="Roboto"/>
                <a:cs typeface="Roboto"/>
              </a:rPr>
              <a:t>Mobile</a:t>
            </a:r>
            <a:r>
              <a:rPr sz="3200" b="1" kern="0" spc="-87" dirty="0">
                <a:latin typeface="Roboto"/>
                <a:cs typeface="Roboto"/>
              </a:rPr>
              <a:t> </a:t>
            </a:r>
            <a:r>
              <a:rPr sz="3200" b="1" kern="0" dirty="0">
                <a:latin typeface="Roboto"/>
                <a:cs typeface="Roboto"/>
              </a:rPr>
              <a:t>App:</a:t>
            </a:r>
            <a:r>
              <a:rPr sz="3200" b="1" kern="0" spc="-67" dirty="0">
                <a:latin typeface="Roboto"/>
                <a:cs typeface="Roboto"/>
              </a:rPr>
              <a:t> </a:t>
            </a:r>
            <a:r>
              <a:rPr sz="3200" kern="0" spc="-33" dirty="0">
                <a:latin typeface="Roboto"/>
                <a:cs typeface="Roboto"/>
              </a:rPr>
              <a:t>Wi-</a:t>
            </a:r>
            <a:r>
              <a:rPr sz="3200" kern="0" dirty="0">
                <a:latin typeface="Roboto"/>
                <a:cs typeface="Roboto"/>
              </a:rPr>
              <a:t>Fi</a:t>
            </a:r>
            <a:r>
              <a:rPr sz="3200" kern="0" spc="-80" dirty="0">
                <a:latin typeface="Roboto"/>
                <a:cs typeface="Roboto"/>
              </a:rPr>
              <a:t> </a:t>
            </a:r>
            <a:r>
              <a:rPr sz="3200" kern="0" spc="-13" dirty="0">
                <a:latin typeface="Roboto"/>
                <a:cs typeface="Roboto"/>
              </a:rPr>
              <a:t>Analyzer</a:t>
            </a:r>
            <a:endParaRPr sz="3200" kern="0" dirty="0"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5" name="object 15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11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7607300" cy="57150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3600" dirty="0"/>
              <a:t>Step</a:t>
            </a:r>
            <a:r>
              <a:rPr sz="3600" spc="-33" dirty="0"/>
              <a:t> </a:t>
            </a:r>
            <a:r>
              <a:rPr sz="3600" dirty="0"/>
              <a:t>1</a:t>
            </a:r>
            <a:r>
              <a:rPr sz="3600" spc="-27" dirty="0"/>
              <a:t> </a:t>
            </a:r>
            <a:r>
              <a:rPr sz="3600" dirty="0"/>
              <a:t>-</a:t>
            </a:r>
            <a:r>
              <a:rPr sz="3600" spc="-27" dirty="0"/>
              <a:t> </a:t>
            </a:r>
            <a:r>
              <a:rPr sz="3600" dirty="0">
                <a:solidFill>
                  <a:srgbClr val="2A3890"/>
                </a:solidFill>
              </a:rPr>
              <a:t>Download</a:t>
            </a:r>
            <a:r>
              <a:rPr sz="3600" spc="-27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Wi-</a:t>
            </a:r>
            <a:r>
              <a:rPr sz="3600" dirty="0">
                <a:solidFill>
                  <a:srgbClr val="2A3890"/>
                </a:solidFill>
              </a:rPr>
              <a:t>Fi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Analyzer</a:t>
            </a:r>
            <a:r>
              <a:rPr sz="3600" spc="-27" dirty="0">
                <a:solidFill>
                  <a:srgbClr val="2A3890"/>
                </a:solidFill>
              </a:rPr>
              <a:t> </a:t>
            </a:r>
            <a:r>
              <a:rPr sz="3600" spc="-33" dirty="0">
                <a:solidFill>
                  <a:srgbClr val="2A3890"/>
                </a:solidFill>
              </a:rPr>
              <a:t>App</a:t>
            </a:r>
            <a:endParaRPr sz="3600" dirty="0"/>
          </a:p>
        </p:txBody>
      </p:sp>
      <p:sp>
        <p:nvSpPr>
          <p:cNvPr id="8" name="object 8"/>
          <p:cNvSpPr txBox="1"/>
          <p:nvPr/>
        </p:nvSpPr>
        <p:spPr>
          <a:xfrm>
            <a:off x="512967" y="1181159"/>
            <a:ext cx="6320367" cy="1963913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267" kern="0" dirty="0">
                <a:solidFill>
                  <a:srgbClr val="2A3890"/>
                </a:solidFill>
                <a:latin typeface="Roboto"/>
                <a:cs typeface="Roboto"/>
              </a:rPr>
              <a:t>Mobile</a:t>
            </a:r>
            <a:r>
              <a:rPr sz="2267" kern="0" spc="-47" dirty="0">
                <a:solidFill>
                  <a:srgbClr val="2A3890"/>
                </a:solidFill>
                <a:latin typeface="Roboto"/>
                <a:cs typeface="Roboto"/>
              </a:rPr>
              <a:t> </a:t>
            </a:r>
            <a:r>
              <a:rPr sz="2267" kern="0" dirty="0">
                <a:solidFill>
                  <a:srgbClr val="2A3890"/>
                </a:solidFill>
                <a:latin typeface="Roboto"/>
                <a:cs typeface="Roboto"/>
              </a:rPr>
              <a:t>App:</a:t>
            </a:r>
            <a:r>
              <a:rPr sz="2267" kern="0" spc="-47" dirty="0">
                <a:solidFill>
                  <a:srgbClr val="2A3890"/>
                </a:solidFill>
                <a:latin typeface="Roboto"/>
                <a:cs typeface="Roboto"/>
              </a:rPr>
              <a:t> </a:t>
            </a:r>
            <a:r>
              <a:rPr sz="2267" kern="0" spc="-27" dirty="0">
                <a:solidFill>
                  <a:srgbClr val="2A3890"/>
                </a:solidFill>
                <a:latin typeface="Roboto"/>
                <a:cs typeface="Roboto"/>
              </a:rPr>
              <a:t>Wi-</a:t>
            </a:r>
            <a:r>
              <a:rPr sz="2267" kern="0" dirty="0">
                <a:solidFill>
                  <a:srgbClr val="2A3890"/>
                </a:solidFill>
                <a:latin typeface="Roboto"/>
                <a:cs typeface="Roboto"/>
              </a:rPr>
              <a:t>Fi</a:t>
            </a:r>
            <a:r>
              <a:rPr sz="2267" kern="0" spc="-47" dirty="0">
                <a:solidFill>
                  <a:srgbClr val="2A3890"/>
                </a:solidFill>
                <a:latin typeface="Roboto"/>
                <a:cs typeface="Roboto"/>
              </a:rPr>
              <a:t> </a:t>
            </a:r>
            <a:r>
              <a:rPr sz="2267" kern="0" spc="-13" dirty="0">
                <a:solidFill>
                  <a:srgbClr val="2A3890"/>
                </a:solidFill>
                <a:latin typeface="Roboto"/>
                <a:cs typeface="Roboto"/>
              </a:rPr>
              <a:t>Analyzer</a:t>
            </a:r>
            <a:endParaRPr sz="2267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defTabSz="1219170">
              <a:spcBef>
                <a:spcPts val="272"/>
              </a:spcBef>
            </a:pPr>
            <a:endParaRPr sz="2267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782300" indent="-568098" defTabSz="1219170">
              <a:buClr>
                <a:srgbClr val="374151"/>
              </a:buClr>
              <a:buFont typeface="Roboto"/>
              <a:buAutoNum type="arabicPeriod"/>
              <a:tabLst>
                <a:tab pos="782300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Go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Google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Play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or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Apple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App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Store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782300" indent="-568098" defTabSz="1219170">
              <a:spcBef>
                <a:spcPts val="433"/>
              </a:spcBef>
              <a:buClr>
                <a:srgbClr val="374151"/>
              </a:buClr>
              <a:buFont typeface="Roboto"/>
              <a:buAutoNum type="arabicPeriod"/>
              <a:tabLst>
                <a:tab pos="782300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Type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in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“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wiﬁ</a:t>
            </a:r>
            <a:r>
              <a:rPr sz="2400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analyzer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”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or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“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wiﬁ</a:t>
            </a:r>
            <a:r>
              <a:rPr sz="2400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monitor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”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782300" indent="-568098" defTabSz="1219170">
              <a:spcBef>
                <a:spcPts val="427"/>
              </a:spcBef>
              <a:buClr>
                <a:srgbClr val="374151"/>
              </a:buClr>
              <a:buFont typeface="Roboto"/>
              <a:buAutoNum type="arabicPeriod"/>
              <a:tabLst>
                <a:tab pos="782300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Download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app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with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best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ratings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899200" y="3416297"/>
            <a:ext cx="5521960" cy="2789767"/>
            <a:chOff x="674400" y="2562222"/>
            <a:chExt cx="4141470" cy="2092325"/>
          </a:xfrm>
        </p:grpSpPr>
        <p:pic>
          <p:nvPicPr>
            <p:cNvPr id="10" name="object 10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00046" y="2641420"/>
              <a:ext cx="4006178" cy="1950822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679162" y="2566985"/>
              <a:ext cx="4131945" cy="2082800"/>
            </a:xfrm>
            <a:custGeom>
              <a:avLst/>
              <a:gdLst/>
              <a:ahLst/>
              <a:cxnLst/>
              <a:rect l="l" t="t" r="r" b="b"/>
              <a:pathLst>
                <a:path w="4131945" h="2082800">
                  <a:moveTo>
                    <a:pt x="0" y="0"/>
                  </a:moveTo>
                  <a:lnTo>
                    <a:pt x="4131824" y="0"/>
                  </a:lnTo>
                  <a:lnTo>
                    <a:pt x="4131824" y="2082274"/>
                  </a:lnTo>
                  <a:lnTo>
                    <a:pt x="0" y="2082274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7358967" y="1479467"/>
            <a:ext cx="4257887" cy="4300220"/>
            <a:chOff x="5519225" y="1109600"/>
            <a:chExt cx="3193415" cy="3225165"/>
          </a:xfrm>
        </p:grpSpPr>
        <p:pic>
          <p:nvPicPr>
            <p:cNvPr id="13" name="object 13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528750" y="1119125"/>
              <a:ext cx="3173745" cy="3205899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5523987" y="1114362"/>
              <a:ext cx="3183890" cy="3215640"/>
            </a:xfrm>
            <a:custGeom>
              <a:avLst/>
              <a:gdLst/>
              <a:ahLst/>
              <a:cxnLst/>
              <a:rect l="l" t="t" r="r" b="b"/>
              <a:pathLst>
                <a:path w="3183890" h="3215640">
                  <a:moveTo>
                    <a:pt x="0" y="0"/>
                  </a:moveTo>
                  <a:lnTo>
                    <a:pt x="3183270" y="0"/>
                  </a:lnTo>
                  <a:lnTo>
                    <a:pt x="3183270" y="3215425"/>
                  </a:lnTo>
                  <a:lnTo>
                    <a:pt x="0" y="3215425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01966" y="1668699"/>
            <a:ext cx="3990340" cy="5190067"/>
            <a:chOff x="6151474" y="1251524"/>
            <a:chExt cx="2992755" cy="389255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161000" y="1261049"/>
              <a:ext cx="2149250" cy="3363398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6156237" y="1256287"/>
              <a:ext cx="2159000" cy="3373120"/>
            </a:xfrm>
            <a:custGeom>
              <a:avLst/>
              <a:gdLst/>
              <a:ahLst/>
              <a:cxnLst/>
              <a:rect l="l" t="t" r="r" b="b"/>
              <a:pathLst>
                <a:path w="2159000" h="3373120">
                  <a:moveTo>
                    <a:pt x="0" y="0"/>
                  </a:moveTo>
                  <a:lnTo>
                    <a:pt x="2158775" y="0"/>
                  </a:lnTo>
                  <a:lnTo>
                    <a:pt x="2158775" y="3372923"/>
                  </a:lnTo>
                  <a:lnTo>
                    <a:pt x="0" y="3372923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8" name="object 18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12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9" name="object 9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713378"/>
            <a:ext cx="10101831" cy="962036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53" dirty="0"/>
              <a:t> </a:t>
            </a:r>
            <a:r>
              <a:rPr sz="3600" dirty="0"/>
              <a:t>2</a:t>
            </a:r>
            <a:r>
              <a:rPr sz="3600" spc="-47" dirty="0"/>
              <a:t> </a:t>
            </a:r>
            <a:r>
              <a:rPr sz="3600" dirty="0"/>
              <a:t>-</a:t>
            </a:r>
            <a:r>
              <a:rPr sz="3600" spc="-40" dirty="0"/>
              <a:t> </a:t>
            </a:r>
            <a:r>
              <a:rPr sz="3600" dirty="0">
                <a:solidFill>
                  <a:srgbClr val="2A3890"/>
                </a:solidFill>
              </a:rPr>
              <a:t>Check</a:t>
            </a:r>
            <a:r>
              <a:rPr sz="3600" spc="-47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the</a:t>
            </a:r>
            <a:r>
              <a:rPr sz="3600" spc="-47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Different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Views</a:t>
            </a:r>
            <a:endParaRPr sz="3600" dirty="0"/>
          </a:p>
          <a:p>
            <a:pPr marL="131230">
              <a:spcBef>
                <a:spcPts val="53"/>
              </a:spcBef>
            </a:pPr>
            <a:r>
              <a:rPr sz="2267" dirty="0">
                <a:solidFill>
                  <a:srgbClr val="2A3890"/>
                </a:solidFill>
              </a:rPr>
              <a:t>Mobile</a:t>
            </a:r>
            <a:r>
              <a:rPr sz="2267" spc="-47" dirty="0">
                <a:solidFill>
                  <a:srgbClr val="2A3890"/>
                </a:solidFill>
              </a:rPr>
              <a:t> </a:t>
            </a:r>
            <a:r>
              <a:rPr sz="2267" dirty="0">
                <a:solidFill>
                  <a:srgbClr val="2A3890"/>
                </a:solidFill>
              </a:rPr>
              <a:t>App:</a:t>
            </a:r>
            <a:r>
              <a:rPr sz="2267" spc="-47" dirty="0">
                <a:solidFill>
                  <a:srgbClr val="2A3890"/>
                </a:solidFill>
              </a:rPr>
              <a:t> </a:t>
            </a:r>
            <a:r>
              <a:rPr sz="2267" spc="-27" dirty="0">
                <a:solidFill>
                  <a:srgbClr val="2A3890"/>
                </a:solidFill>
              </a:rPr>
              <a:t>Wi-</a:t>
            </a:r>
            <a:r>
              <a:rPr sz="2267" dirty="0">
                <a:solidFill>
                  <a:srgbClr val="2A3890"/>
                </a:solidFill>
              </a:rPr>
              <a:t>Fi</a:t>
            </a:r>
            <a:r>
              <a:rPr sz="2267" spc="-47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Analyzer</a:t>
            </a:r>
            <a:endParaRPr sz="2267" dirty="0"/>
          </a:p>
        </p:txBody>
      </p:sp>
      <p:grpSp>
        <p:nvGrpSpPr>
          <p:cNvPr id="10" name="object 10"/>
          <p:cNvGrpSpPr/>
          <p:nvPr/>
        </p:nvGrpSpPr>
        <p:grpSpPr>
          <a:xfrm>
            <a:off x="815099" y="1743634"/>
            <a:ext cx="2891367" cy="4510193"/>
            <a:chOff x="611324" y="1307725"/>
            <a:chExt cx="2168525" cy="3382645"/>
          </a:xfrm>
        </p:grpSpPr>
        <p:pic>
          <p:nvPicPr>
            <p:cNvPr id="11" name="object 11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20850" y="1317250"/>
              <a:ext cx="2149250" cy="3363401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616087" y="1312487"/>
              <a:ext cx="2159000" cy="3373120"/>
            </a:xfrm>
            <a:custGeom>
              <a:avLst/>
              <a:gdLst/>
              <a:ahLst/>
              <a:cxnLst/>
              <a:rect l="l" t="t" r="r" b="b"/>
              <a:pathLst>
                <a:path w="2159000" h="3373120">
                  <a:moveTo>
                    <a:pt x="0" y="0"/>
                  </a:moveTo>
                  <a:lnTo>
                    <a:pt x="2158775" y="0"/>
                  </a:lnTo>
                  <a:lnTo>
                    <a:pt x="2158775" y="3372926"/>
                  </a:lnTo>
                  <a:lnTo>
                    <a:pt x="0" y="3372926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grpSp>
        <p:nvGrpSpPr>
          <p:cNvPr id="13" name="object 13"/>
          <p:cNvGrpSpPr/>
          <p:nvPr/>
        </p:nvGrpSpPr>
        <p:grpSpPr>
          <a:xfrm>
            <a:off x="4508533" y="1668700"/>
            <a:ext cx="2891367" cy="4510193"/>
            <a:chOff x="3381399" y="1251524"/>
            <a:chExt cx="2168525" cy="3382645"/>
          </a:xfrm>
        </p:grpSpPr>
        <p:pic>
          <p:nvPicPr>
            <p:cNvPr id="14" name="object 14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390924" y="1261049"/>
              <a:ext cx="2149250" cy="3363401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3386162" y="1256287"/>
              <a:ext cx="2159000" cy="3373120"/>
            </a:xfrm>
            <a:custGeom>
              <a:avLst/>
              <a:gdLst/>
              <a:ahLst/>
              <a:cxnLst/>
              <a:rect l="l" t="t" r="r" b="b"/>
              <a:pathLst>
                <a:path w="2159000" h="3373120">
                  <a:moveTo>
                    <a:pt x="0" y="0"/>
                  </a:moveTo>
                  <a:lnTo>
                    <a:pt x="2158775" y="0"/>
                  </a:lnTo>
                  <a:lnTo>
                    <a:pt x="2158775" y="3372926"/>
                  </a:lnTo>
                  <a:lnTo>
                    <a:pt x="0" y="3372926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1605152" y="6218002"/>
            <a:ext cx="1310640" cy="35907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6933" defTabSz="1219170">
              <a:lnSpc>
                <a:spcPts val="2840"/>
              </a:lnSpc>
            </a:pP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Channels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898683" y="6218002"/>
            <a:ext cx="2147147" cy="35907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6933" defTabSz="1219170">
              <a:lnSpc>
                <a:spcPts val="2840"/>
              </a:lnSpc>
            </a:pP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Signal</a:t>
            </a:r>
            <a:r>
              <a:rPr sz="2400" b="1" kern="0" spc="-11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Strength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8131171" y="5"/>
            <a:ext cx="4061460" cy="2707640"/>
            <a:chOff x="6098378" y="4"/>
            <a:chExt cx="3046095" cy="2030730"/>
          </a:xfrm>
        </p:grpSpPr>
        <p:sp>
          <p:nvSpPr>
            <p:cNvPr id="4" name="object 4"/>
            <p:cNvSpPr/>
            <p:nvPr/>
          </p:nvSpPr>
          <p:spPr>
            <a:xfrm>
              <a:off x="8128803" y="15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0" y="0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5" name="object 5"/>
            <p:cNvSpPr/>
            <p:nvPr/>
          </p:nvSpPr>
          <p:spPr>
            <a:xfrm>
              <a:off x="7113463" y="4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6" name="object 6"/>
            <p:cNvSpPr/>
            <p:nvPr/>
          </p:nvSpPr>
          <p:spPr>
            <a:xfrm>
              <a:off x="7113588" y="106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0" y="1015199"/>
                  </a:moveTo>
                  <a:lnTo>
                    <a:pt x="0" y="0"/>
                  </a:lnTo>
                  <a:lnTo>
                    <a:pt x="1015199" y="0"/>
                  </a:lnTo>
                  <a:lnTo>
                    <a:pt x="0" y="1015199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7" name="object 7"/>
            <p:cNvSpPr/>
            <p:nvPr/>
          </p:nvSpPr>
          <p:spPr>
            <a:xfrm>
              <a:off x="6098375" y="101"/>
              <a:ext cx="3046095" cy="2030730"/>
            </a:xfrm>
            <a:custGeom>
              <a:avLst/>
              <a:gdLst/>
              <a:ahLst/>
              <a:cxnLst/>
              <a:rect l="l" t="t" r="r" b="b"/>
              <a:pathLst>
                <a:path w="3046095" h="2030730">
                  <a:moveTo>
                    <a:pt x="1015199" y="0"/>
                  </a:moveTo>
                  <a:lnTo>
                    <a:pt x="0" y="0"/>
                  </a:lnTo>
                  <a:lnTo>
                    <a:pt x="1015199" y="1015199"/>
                  </a:lnTo>
                  <a:lnTo>
                    <a:pt x="1015199" y="0"/>
                  </a:lnTo>
                  <a:close/>
                </a:path>
                <a:path w="3046095" h="2030730">
                  <a:moveTo>
                    <a:pt x="3045612" y="1015276"/>
                  </a:moveTo>
                  <a:lnTo>
                    <a:pt x="2030412" y="1015276"/>
                  </a:lnTo>
                  <a:lnTo>
                    <a:pt x="3045612" y="2030476"/>
                  </a:lnTo>
                  <a:lnTo>
                    <a:pt x="3045612" y="1015276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xfrm>
            <a:off x="8610600" y="6411826"/>
            <a:ext cx="2743200" cy="25417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chemeClr val="tx1"/>
                </a:solidFill>
              </a:rPr>
              <a:pPr marL="50799" defTabSz="1219170">
                <a:lnSpc>
                  <a:spcPts val="2193"/>
                </a:lnSpc>
              </a:pPr>
              <a:t>13</a:t>
            </a:fld>
            <a:endParaRPr kern="0" spc="-33" dirty="0">
              <a:solidFill>
                <a:schemeClr val="tx1"/>
              </a:solidFill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ctrTitle" idx="4294967295"/>
          </p:nvPr>
        </p:nvSpPr>
        <p:spPr>
          <a:xfrm>
            <a:off x="0" y="2631303"/>
            <a:ext cx="5951538" cy="797697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5600" spc="-13" dirty="0"/>
              <a:t>Exercise</a:t>
            </a:r>
            <a:r>
              <a:rPr sz="5600" spc="-267" dirty="0"/>
              <a:t> </a:t>
            </a:r>
            <a:r>
              <a:rPr sz="5600" spc="-33" dirty="0"/>
              <a:t>#04</a:t>
            </a:r>
            <a:endParaRPr sz="5600" dirty="0"/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latin typeface="Roboto"/>
                <a:cs typeface="Roboto"/>
              </a:rPr>
              <a:t>DO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spc="-27" dirty="0">
                <a:latin typeface="Roboto"/>
                <a:cs typeface="Roboto"/>
              </a:rPr>
              <a:t>NOT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dirty="0">
                <a:latin typeface="Roboto"/>
                <a:cs typeface="Roboto"/>
              </a:rPr>
              <a:t>COPY</a:t>
            </a:r>
            <a:r>
              <a:rPr sz="1067" b="1" kern="0" spc="-27" dirty="0">
                <a:latin typeface="Roboto"/>
                <a:cs typeface="Roboto"/>
              </a:rPr>
              <a:t> </a:t>
            </a:r>
            <a:r>
              <a:rPr sz="1067" b="1" kern="0" spc="-33" dirty="0">
                <a:latin typeface="Roboto"/>
                <a:cs typeface="Roboto"/>
              </a:rPr>
              <a:t>OR</a:t>
            </a:r>
            <a:r>
              <a:rPr sz="1067" b="1" kern="0" spc="667" dirty="0">
                <a:latin typeface="Roboto"/>
                <a:cs typeface="Roboto"/>
              </a:rPr>
              <a:t> </a:t>
            </a:r>
            <a:r>
              <a:rPr sz="1067" b="1" kern="0" spc="-13" dirty="0">
                <a:latin typeface="Roboto"/>
                <a:cs typeface="Roboto"/>
              </a:rPr>
              <a:t>REPRODUCE</a:t>
            </a:r>
            <a:endParaRPr sz="1067" kern="0"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94833" y="3702351"/>
            <a:ext cx="2497667" cy="50954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3200" kern="0" dirty="0">
                <a:latin typeface="Roboto"/>
                <a:cs typeface="Roboto"/>
              </a:rPr>
              <a:t>Utilize</a:t>
            </a:r>
            <a:r>
              <a:rPr sz="3200" kern="0" spc="-160" dirty="0">
                <a:latin typeface="Roboto"/>
                <a:cs typeface="Roboto"/>
              </a:rPr>
              <a:t> </a:t>
            </a:r>
            <a:r>
              <a:rPr sz="3200" kern="0" spc="-13" dirty="0">
                <a:latin typeface="Roboto"/>
                <a:cs typeface="Roboto"/>
              </a:rPr>
              <a:t>Wiﬁte2</a:t>
            </a:r>
            <a:endParaRPr sz="3200" kern="0"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9" name="object 9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14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847063"/>
            <a:ext cx="10948854" cy="636369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spc="-13" dirty="0"/>
              <a:t>Wiﬁte2</a:t>
            </a:r>
            <a:endParaRPr sz="3600" dirty="0"/>
          </a:p>
        </p:txBody>
      </p:sp>
      <p:sp>
        <p:nvSpPr>
          <p:cNvPr id="10" name="object 10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68868" y="1863175"/>
            <a:ext cx="9513993" cy="4527307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 defTabSz="1219170">
              <a:lnSpc>
                <a:spcPct val="114999"/>
              </a:lnSpc>
              <a:spcBef>
                <a:spcPts val="133"/>
              </a:spcBef>
            </a:pP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This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tool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automates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attacks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on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WPS,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80" dirty="0">
                <a:solidFill>
                  <a:srgbClr val="434343"/>
                </a:solidFill>
                <a:latin typeface="Roboto"/>
                <a:cs typeface="Roboto"/>
              </a:rPr>
              <a:t>WEP,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and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WPA-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PSK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networks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and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performs</a:t>
            </a:r>
            <a:r>
              <a:rPr sz="2000" kern="0" spc="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the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following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actions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automatically:</a:t>
            </a:r>
            <a:endParaRPr sz="20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235256" indent="-458035" defTabSz="1219170">
              <a:spcBef>
                <a:spcPts val="2360"/>
              </a:spcBef>
              <a:buFont typeface="Arial"/>
              <a:buChar char="●"/>
              <a:tabLst>
                <a:tab pos="1235256" algn="l"/>
              </a:tabLst>
            </a:pP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Sets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interface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in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monitor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27" dirty="0">
                <a:solidFill>
                  <a:srgbClr val="434343"/>
                </a:solidFill>
                <a:latin typeface="Roboto"/>
                <a:cs typeface="Roboto"/>
              </a:rPr>
              <a:t>mode</a:t>
            </a:r>
            <a:endParaRPr sz="20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235256" indent="-458035" defTabSz="1219170">
              <a:spcBef>
                <a:spcPts val="360"/>
              </a:spcBef>
              <a:buFont typeface="Arial"/>
              <a:buChar char="●"/>
              <a:tabLst>
                <a:tab pos="1235256" algn="l"/>
              </a:tabLst>
            </a:pP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Scans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for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potential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networks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and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allows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selection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of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victim(s)</a:t>
            </a:r>
            <a:endParaRPr sz="20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235256" indent="-458035" defTabSz="1219170">
              <a:spcBef>
                <a:spcPts val="360"/>
              </a:spcBef>
              <a:buFont typeface="Arial"/>
              <a:buChar char="●"/>
              <a:tabLst>
                <a:tab pos="1235256" algn="l"/>
              </a:tabLst>
            </a:pP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Launches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WEP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attacks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if</a:t>
            </a:r>
            <a:r>
              <a:rPr sz="2000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applicable</a:t>
            </a:r>
            <a:endParaRPr sz="20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235256" indent="-458035" defTabSz="1219170">
              <a:spcBef>
                <a:spcPts val="360"/>
              </a:spcBef>
              <a:buFont typeface="Arial"/>
              <a:buChar char="●"/>
              <a:tabLst>
                <a:tab pos="1235256" algn="l"/>
              </a:tabLst>
            </a:pP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Executes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WPA-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PSK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attacks</a:t>
            </a:r>
            <a:endParaRPr sz="20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236102" marR="124457" indent="-458882" defTabSz="1219170">
              <a:lnSpc>
                <a:spcPct val="114999"/>
              </a:lnSpc>
              <a:buFont typeface="Arial"/>
              <a:buChar char="●"/>
              <a:tabLst>
                <a:tab pos="1236102" algn="l"/>
              </a:tabLst>
            </a:pP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Conducts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WPS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attacks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including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Pixie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dust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attack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and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27" dirty="0">
                <a:solidFill>
                  <a:srgbClr val="434343"/>
                </a:solidFill>
                <a:latin typeface="Roboto"/>
                <a:cs typeface="Roboto"/>
              </a:rPr>
              <a:t>brute-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force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attack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(note: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27" dirty="0">
                <a:solidFill>
                  <a:srgbClr val="434343"/>
                </a:solidFill>
                <a:latin typeface="Roboto"/>
                <a:cs typeface="Roboto"/>
              </a:rPr>
              <a:t>brute-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force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attack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may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be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time-consuming)</a:t>
            </a:r>
            <a:endParaRPr sz="20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235256" indent="-458035" defTabSz="1219170">
              <a:spcBef>
                <a:spcPts val="360"/>
              </a:spcBef>
              <a:buFont typeface="Arial"/>
              <a:buChar char="●"/>
              <a:tabLst>
                <a:tab pos="1235256" algn="l"/>
              </a:tabLst>
            </a:pP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Attempts</a:t>
            </a:r>
            <a:r>
              <a:rPr sz="20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0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capture</a:t>
            </a:r>
            <a:r>
              <a:rPr sz="20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0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PMKID</a:t>
            </a:r>
            <a:r>
              <a:rPr sz="20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from</a:t>
            </a:r>
            <a:r>
              <a:rPr sz="20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0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Access</a:t>
            </a:r>
            <a:r>
              <a:rPr sz="20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Point</a:t>
            </a:r>
            <a:r>
              <a:rPr sz="20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(AP)</a:t>
            </a:r>
            <a:r>
              <a:rPr sz="20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for</a:t>
            </a:r>
            <a:r>
              <a:rPr sz="20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cracking</a:t>
            </a:r>
            <a:endParaRPr sz="20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235256" indent="-458035" defTabSz="1219170">
              <a:spcBef>
                <a:spcPts val="360"/>
              </a:spcBef>
              <a:buFont typeface="Arial"/>
              <a:buChar char="●"/>
              <a:tabLst>
                <a:tab pos="1235256" algn="l"/>
              </a:tabLst>
            </a:pP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Tries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deauthenticate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clients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of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AP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capture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handshake</a:t>
            </a:r>
            <a:endParaRPr sz="20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236102" marR="157476" indent="-458882" defTabSz="1219170">
              <a:lnSpc>
                <a:spcPct val="114999"/>
              </a:lnSpc>
              <a:buFont typeface="Arial"/>
              <a:buChar char="●"/>
              <a:tabLst>
                <a:tab pos="1236102" algn="l"/>
              </a:tabLst>
            </a:pP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If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PMKID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or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Handshake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is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captured,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attempts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27" dirty="0">
                <a:solidFill>
                  <a:srgbClr val="434343"/>
                </a:solidFill>
                <a:latin typeface="Roboto"/>
                <a:cs typeface="Roboto"/>
              </a:rPr>
              <a:t>brute-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force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using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top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27" dirty="0">
                <a:solidFill>
                  <a:srgbClr val="434343"/>
                </a:solidFill>
                <a:latin typeface="Roboto"/>
                <a:cs typeface="Roboto"/>
              </a:rPr>
              <a:t>5000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passwords.</a:t>
            </a:r>
            <a:endParaRPr sz="20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15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79450"/>
            <a:ext cx="14924088" cy="688975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Wiﬁte2</a:t>
            </a:r>
            <a:r>
              <a:rPr sz="3600" spc="-87" dirty="0"/>
              <a:t> </a:t>
            </a:r>
            <a:r>
              <a:rPr sz="3600" dirty="0">
                <a:solidFill>
                  <a:srgbClr val="2A3890"/>
                </a:solidFill>
              </a:rPr>
              <a:t>-</a:t>
            </a:r>
            <a:r>
              <a:rPr sz="3600" spc="-80" dirty="0">
                <a:solidFill>
                  <a:srgbClr val="2A3890"/>
                </a:solidFill>
              </a:rPr>
              <a:t> </a:t>
            </a:r>
            <a:r>
              <a:rPr sz="3600" spc="-27" dirty="0">
                <a:solidFill>
                  <a:srgbClr val="2A3890"/>
                </a:solidFill>
              </a:rPr>
              <a:t>Steps</a:t>
            </a:r>
            <a:endParaRPr sz="3600"/>
          </a:p>
        </p:txBody>
      </p:sp>
      <p:sp>
        <p:nvSpPr>
          <p:cNvPr id="8" name="object 8"/>
          <p:cNvSpPr txBox="1"/>
          <p:nvPr/>
        </p:nvSpPr>
        <p:spPr>
          <a:xfrm>
            <a:off x="719468" y="1851999"/>
            <a:ext cx="8867987" cy="4205767"/>
          </a:xfrm>
          <a:prstGeom prst="rect">
            <a:avLst/>
          </a:prstGeom>
        </p:spPr>
        <p:txBody>
          <a:bodyPr vert="horz" wrap="square" lIns="0" tIns="71120" rIns="0" bIns="0" rtlCol="0">
            <a:spAutoFit/>
          </a:bodyPr>
          <a:lstStyle/>
          <a:p>
            <a:pPr marL="575719" indent="-556246" defTabSz="1219170">
              <a:spcBef>
                <a:spcPts val="560"/>
              </a:spcBef>
              <a:buClr>
                <a:srgbClr val="374151"/>
              </a:buClr>
              <a:buFontTx/>
              <a:buAutoNum type="arabicPeriod"/>
              <a:tabLst>
                <a:tab pos="575719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Connect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your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Wi-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Fi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Adapter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75719" indent="-556246" defTabSz="1219170">
              <a:spcBef>
                <a:spcPts val="433"/>
              </a:spcBef>
              <a:buClr>
                <a:srgbClr val="374151"/>
              </a:buClr>
              <a:buFontTx/>
              <a:buAutoNum type="arabicPeriod"/>
              <a:tabLst>
                <a:tab pos="575719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Open</a:t>
            </a:r>
            <a:r>
              <a:rPr sz="2400" kern="0" spc="-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Terminal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75719" indent="-556246" defTabSz="1219170">
              <a:spcBef>
                <a:spcPts val="433"/>
              </a:spcBef>
              <a:buClr>
                <a:srgbClr val="374151"/>
              </a:buClr>
              <a:buFontTx/>
              <a:buAutoNum type="arabicPeriod"/>
              <a:tabLst>
                <a:tab pos="575719" algn="l"/>
              </a:tabLst>
            </a:pP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85304" lvl="1" indent="-558786" defTabSz="1219170">
              <a:spcBef>
                <a:spcPts val="433"/>
              </a:spcBef>
              <a:buFont typeface="Arial"/>
              <a:buAutoNum type="alphaLcPeriod"/>
              <a:tabLst>
                <a:tab pos="1185304" algn="l"/>
              </a:tabLst>
            </a:pP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$</a:t>
            </a:r>
            <a:r>
              <a:rPr sz="2400" b="1" kern="0" spc="-2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400" b="1" kern="0" spc="-2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wiﬁte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75719" indent="-558786" defTabSz="1219170">
              <a:spcBef>
                <a:spcPts val="433"/>
              </a:spcBef>
              <a:buClr>
                <a:srgbClr val="374151"/>
              </a:buClr>
              <a:buFont typeface="Arial"/>
              <a:buAutoNum type="arabicPeriod"/>
              <a:tabLst>
                <a:tab pos="575719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Hit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Ctrl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+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C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begin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attacking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Wi-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Fi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APs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75719" indent="-558786" defTabSz="1219170">
              <a:spcBef>
                <a:spcPts val="427"/>
              </a:spcBef>
              <a:buClr>
                <a:srgbClr val="374151"/>
              </a:buClr>
              <a:buFont typeface="Arial"/>
              <a:buAutoNum type="arabicPeriod"/>
              <a:tabLst>
                <a:tab pos="575719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Select</a:t>
            </a:r>
            <a:r>
              <a:rPr sz="2400" kern="0" spc="-8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Target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75719" indent="-556246" defTabSz="1219170">
              <a:spcBef>
                <a:spcPts val="433"/>
              </a:spcBef>
              <a:buClr>
                <a:srgbClr val="374151"/>
              </a:buClr>
              <a:buFontTx/>
              <a:buAutoNum type="arabicPeriod"/>
              <a:tabLst>
                <a:tab pos="575719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Wiﬁte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will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begin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capturing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handshake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75719" indent="-556246" defTabSz="1219170">
              <a:spcBef>
                <a:spcPts val="433"/>
              </a:spcBef>
              <a:buClr>
                <a:srgbClr val="374151"/>
              </a:buClr>
              <a:buFontTx/>
              <a:buAutoNum type="arabicPeriod"/>
              <a:tabLst>
                <a:tab pos="575719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Automatically</a:t>
            </a:r>
            <a:r>
              <a:rPr sz="2400" kern="0" spc="-11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deauthenticate</a:t>
            </a:r>
            <a:r>
              <a:rPr sz="2400" kern="0" spc="-11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clients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75719" marR="6773" indent="-556246" defTabSz="1219170">
              <a:lnSpc>
                <a:spcPct val="114999"/>
              </a:lnSpc>
              <a:buClr>
                <a:srgbClr val="374151"/>
              </a:buClr>
              <a:buFontTx/>
              <a:buAutoNum type="arabicPeriod"/>
              <a:tabLst>
                <a:tab pos="575719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Automatically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cracks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password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using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wordlist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similar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to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rockyou.txt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pic>
        <p:nvPicPr>
          <p:cNvPr id="9" name="object 9"/>
          <p:cNvPicPr/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17734" y="304867"/>
            <a:ext cx="5021964" cy="2667932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1325561"/>
            <a:ext cx="10239375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dirty="0"/>
              <a:t>Lab</a:t>
            </a:r>
            <a:r>
              <a:rPr sz="5400" spc="-60" dirty="0"/>
              <a:t> </a:t>
            </a:r>
            <a:r>
              <a:rPr sz="5400" dirty="0"/>
              <a:t>1</a:t>
            </a:r>
            <a:r>
              <a:rPr sz="5400" spc="-70" dirty="0"/>
              <a:t> </a:t>
            </a:r>
            <a:r>
              <a:rPr sz="5400" dirty="0"/>
              <a:t>–</a:t>
            </a:r>
            <a:r>
              <a:rPr sz="5400" spc="-60" dirty="0"/>
              <a:t> </a:t>
            </a:r>
            <a:r>
              <a:rPr sz="5400" dirty="0"/>
              <a:t>Understanding</a:t>
            </a:r>
            <a:r>
              <a:rPr sz="5400" spc="-75" dirty="0"/>
              <a:t> </a:t>
            </a:r>
            <a:r>
              <a:rPr sz="5400" spc="-10" dirty="0"/>
              <a:t>Your</a:t>
            </a:r>
            <a:r>
              <a:rPr sz="5400" spc="-45" dirty="0"/>
              <a:t> </a:t>
            </a:r>
            <a:r>
              <a:rPr sz="5400" spc="-10" dirty="0"/>
              <a:t>Environment</a:t>
            </a:r>
            <a:endParaRPr sz="5400"/>
          </a:p>
        </p:txBody>
      </p:sp>
    </p:spTree>
    <p:custDataLst>
      <p:tags r:id="rId1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8131171" y="5"/>
            <a:ext cx="4061460" cy="2707640"/>
            <a:chOff x="6098378" y="4"/>
            <a:chExt cx="3046095" cy="2030730"/>
          </a:xfrm>
        </p:grpSpPr>
        <p:sp>
          <p:nvSpPr>
            <p:cNvPr id="4" name="object 4"/>
            <p:cNvSpPr/>
            <p:nvPr/>
          </p:nvSpPr>
          <p:spPr>
            <a:xfrm>
              <a:off x="8128803" y="15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0" y="0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5" name="object 5"/>
            <p:cNvSpPr/>
            <p:nvPr/>
          </p:nvSpPr>
          <p:spPr>
            <a:xfrm>
              <a:off x="7113463" y="4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6" name="object 6"/>
            <p:cNvSpPr/>
            <p:nvPr/>
          </p:nvSpPr>
          <p:spPr>
            <a:xfrm>
              <a:off x="7113588" y="106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0" y="1015199"/>
                  </a:moveTo>
                  <a:lnTo>
                    <a:pt x="0" y="0"/>
                  </a:lnTo>
                  <a:lnTo>
                    <a:pt x="1015199" y="0"/>
                  </a:lnTo>
                  <a:lnTo>
                    <a:pt x="0" y="1015199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7" name="object 7"/>
            <p:cNvSpPr/>
            <p:nvPr/>
          </p:nvSpPr>
          <p:spPr>
            <a:xfrm>
              <a:off x="6098375" y="101"/>
              <a:ext cx="3046095" cy="2030730"/>
            </a:xfrm>
            <a:custGeom>
              <a:avLst/>
              <a:gdLst/>
              <a:ahLst/>
              <a:cxnLst/>
              <a:rect l="l" t="t" r="r" b="b"/>
              <a:pathLst>
                <a:path w="3046095" h="2030730">
                  <a:moveTo>
                    <a:pt x="1015199" y="0"/>
                  </a:moveTo>
                  <a:lnTo>
                    <a:pt x="0" y="0"/>
                  </a:lnTo>
                  <a:lnTo>
                    <a:pt x="1015199" y="1015199"/>
                  </a:lnTo>
                  <a:lnTo>
                    <a:pt x="1015199" y="0"/>
                  </a:lnTo>
                  <a:close/>
                </a:path>
                <a:path w="3046095" h="2030730">
                  <a:moveTo>
                    <a:pt x="3045612" y="1015276"/>
                  </a:moveTo>
                  <a:lnTo>
                    <a:pt x="2030412" y="1015276"/>
                  </a:lnTo>
                  <a:lnTo>
                    <a:pt x="3045612" y="2030476"/>
                  </a:lnTo>
                  <a:lnTo>
                    <a:pt x="3045612" y="1015276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xfrm>
            <a:off x="8610600" y="6411826"/>
            <a:ext cx="2743200" cy="25417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chemeClr val="tx1"/>
                </a:solidFill>
              </a:rPr>
              <a:pPr marL="50799" defTabSz="1219170">
                <a:lnSpc>
                  <a:spcPts val="2193"/>
                </a:lnSpc>
              </a:pPr>
              <a:t>17</a:t>
            </a:fld>
            <a:endParaRPr kern="0" spc="-33" dirty="0">
              <a:solidFill>
                <a:schemeClr val="tx1"/>
              </a:solidFill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ctrTitle" idx="4294967295"/>
          </p:nvPr>
        </p:nvSpPr>
        <p:spPr>
          <a:xfrm>
            <a:off x="0" y="2756800"/>
            <a:ext cx="5951538" cy="797697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5600" spc="-13" dirty="0"/>
              <a:t>Exercise</a:t>
            </a:r>
            <a:r>
              <a:rPr sz="5600" spc="-267" dirty="0"/>
              <a:t> </a:t>
            </a:r>
            <a:r>
              <a:rPr sz="5600" spc="-33" dirty="0"/>
              <a:t>#02</a:t>
            </a:r>
            <a:endParaRPr sz="5600" dirty="0"/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latin typeface="Roboto"/>
                <a:cs typeface="Roboto"/>
              </a:rPr>
              <a:t>DO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spc="-27" dirty="0">
                <a:latin typeface="Roboto"/>
                <a:cs typeface="Roboto"/>
              </a:rPr>
              <a:t>NOT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dirty="0">
                <a:latin typeface="Roboto"/>
                <a:cs typeface="Roboto"/>
              </a:rPr>
              <a:t>COPY</a:t>
            </a:r>
            <a:r>
              <a:rPr sz="1067" b="1" kern="0" spc="-27" dirty="0">
                <a:latin typeface="Roboto"/>
                <a:cs typeface="Roboto"/>
              </a:rPr>
              <a:t> </a:t>
            </a:r>
            <a:r>
              <a:rPr sz="1067" b="1" kern="0" spc="-33" dirty="0">
                <a:latin typeface="Roboto"/>
                <a:cs typeface="Roboto"/>
              </a:rPr>
              <a:t>OR</a:t>
            </a:r>
            <a:r>
              <a:rPr sz="1067" b="1" kern="0" spc="667" dirty="0">
                <a:latin typeface="Roboto"/>
                <a:cs typeface="Roboto"/>
              </a:rPr>
              <a:t> </a:t>
            </a:r>
            <a:r>
              <a:rPr sz="1067" b="1" kern="0" spc="-13" dirty="0">
                <a:latin typeface="Roboto"/>
                <a:cs typeface="Roboto"/>
              </a:rPr>
              <a:t>REPRODUCE</a:t>
            </a:r>
            <a:endParaRPr sz="1067" kern="0"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94834" y="3702351"/>
            <a:ext cx="6328833" cy="50954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3200" kern="0" dirty="0">
                <a:latin typeface="Roboto"/>
                <a:cs typeface="Roboto"/>
              </a:rPr>
              <a:t>Break</a:t>
            </a:r>
            <a:r>
              <a:rPr sz="3200" kern="0" spc="-113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into</a:t>
            </a:r>
            <a:r>
              <a:rPr sz="3200" kern="0" spc="-107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the</a:t>
            </a:r>
            <a:r>
              <a:rPr sz="3200" kern="0" spc="-107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Network</a:t>
            </a:r>
            <a:r>
              <a:rPr sz="3200" kern="0" spc="-107" dirty="0">
                <a:latin typeface="Roboto"/>
                <a:cs typeface="Roboto"/>
              </a:rPr>
              <a:t> </a:t>
            </a:r>
            <a:r>
              <a:rPr sz="3200" kern="0" spc="-13" dirty="0">
                <a:latin typeface="Roboto"/>
                <a:cs typeface="Roboto"/>
              </a:rPr>
              <a:t>“HackISAC”</a:t>
            </a:r>
            <a:endParaRPr sz="3200" kern="0"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18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11079163" cy="57150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3600" dirty="0"/>
              <a:t>Step</a:t>
            </a:r>
            <a:r>
              <a:rPr sz="3600" spc="-53" dirty="0"/>
              <a:t> </a:t>
            </a:r>
            <a:r>
              <a:rPr sz="3600" dirty="0"/>
              <a:t>1</a:t>
            </a:r>
            <a:r>
              <a:rPr sz="3600" spc="-47" dirty="0"/>
              <a:t> </a:t>
            </a:r>
            <a:r>
              <a:rPr sz="3600" dirty="0"/>
              <a:t>-</a:t>
            </a:r>
            <a:r>
              <a:rPr sz="3600" spc="-53" dirty="0"/>
              <a:t> </a:t>
            </a:r>
            <a:r>
              <a:rPr sz="3600" dirty="0">
                <a:solidFill>
                  <a:srgbClr val="2A3890"/>
                </a:solidFill>
              </a:rPr>
              <a:t>Download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Wordlist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&amp;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Identify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Wireless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Adapter</a:t>
            </a:r>
            <a:endParaRPr sz="3600" dirty="0"/>
          </a:p>
        </p:txBody>
      </p:sp>
      <p:sp>
        <p:nvSpPr>
          <p:cNvPr id="8" name="object 8"/>
          <p:cNvSpPr txBox="1"/>
          <p:nvPr/>
        </p:nvSpPr>
        <p:spPr>
          <a:xfrm>
            <a:off x="716029" y="1400574"/>
            <a:ext cx="8349827" cy="1372834"/>
          </a:xfrm>
          <a:prstGeom prst="rect">
            <a:avLst/>
          </a:prstGeom>
        </p:spPr>
        <p:txBody>
          <a:bodyPr vert="horz" wrap="square" lIns="0" tIns="74507" rIns="0" bIns="0" rtlCol="0">
            <a:spAutoFit/>
          </a:bodyPr>
          <a:lstStyle/>
          <a:p>
            <a:pPr marL="599425" indent="-582492" defTabSz="1219170">
              <a:spcBef>
                <a:spcPts val="587"/>
              </a:spcBef>
              <a:buClr>
                <a:srgbClr val="374151"/>
              </a:buClr>
              <a:buFont typeface="Roboto"/>
              <a:buAutoNum type="arabicPeriod"/>
              <a:tabLst>
                <a:tab pos="599425" algn="l"/>
              </a:tabLst>
            </a:pPr>
            <a:r>
              <a:rPr sz="2533" kern="0" dirty="0">
                <a:solidFill>
                  <a:srgbClr val="434343"/>
                </a:solidFill>
                <a:latin typeface="Roboto"/>
                <a:cs typeface="Roboto"/>
              </a:rPr>
              <a:t>Download</a:t>
            </a:r>
            <a:r>
              <a:rPr sz="2533" kern="0" spc="-11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533" b="1" kern="0" dirty="0">
                <a:solidFill>
                  <a:srgbClr val="D13368"/>
                </a:solidFill>
                <a:latin typeface="Roboto"/>
                <a:cs typeface="Roboto"/>
              </a:rPr>
              <a:t>rockyou.txt</a:t>
            </a:r>
            <a:r>
              <a:rPr sz="2533" b="1" kern="0" spc="-11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533" kern="0" dirty="0">
                <a:solidFill>
                  <a:srgbClr val="434343"/>
                </a:solidFill>
                <a:latin typeface="Roboto"/>
                <a:cs typeface="Roboto"/>
              </a:rPr>
              <a:t>from</a:t>
            </a:r>
            <a:r>
              <a:rPr sz="2533" kern="0" spc="-1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533" b="1" kern="0" spc="-13" dirty="0">
                <a:solidFill>
                  <a:srgbClr val="D13368"/>
                </a:solidFill>
                <a:latin typeface="Roboto"/>
                <a:cs typeface="Roboto"/>
              </a:rPr>
              <a:t>chv.link/autoisac</a:t>
            </a:r>
            <a:endParaRPr sz="2533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99425" indent="-582492" defTabSz="1219170">
              <a:spcBef>
                <a:spcPts val="460"/>
              </a:spcBef>
              <a:buClr>
                <a:srgbClr val="374151"/>
              </a:buClr>
              <a:buFont typeface="Roboto"/>
              <a:buAutoNum type="arabicPeriod"/>
              <a:tabLst>
                <a:tab pos="599425" algn="l"/>
              </a:tabLst>
            </a:pPr>
            <a:r>
              <a:rPr sz="2533" kern="0" dirty="0">
                <a:solidFill>
                  <a:srgbClr val="434343"/>
                </a:solidFill>
                <a:latin typeface="Roboto"/>
                <a:cs typeface="Roboto"/>
              </a:rPr>
              <a:t>Open</a:t>
            </a:r>
            <a:r>
              <a:rPr sz="2533" kern="0" spc="-1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533" kern="0" spc="-27" dirty="0">
                <a:solidFill>
                  <a:srgbClr val="434343"/>
                </a:solidFill>
                <a:latin typeface="Roboto"/>
                <a:cs typeface="Roboto"/>
              </a:rPr>
              <a:t>Terminal</a:t>
            </a:r>
            <a:r>
              <a:rPr sz="2533" kern="0" spc="-7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533" kern="0" spc="-13" dirty="0">
                <a:solidFill>
                  <a:srgbClr val="434343"/>
                </a:solidFill>
                <a:latin typeface="Roboto"/>
                <a:cs typeface="Roboto"/>
              </a:rPr>
              <a:t>(DragonOS)</a:t>
            </a:r>
            <a:endParaRPr sz="2533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209010" lvl="1" indent="-573179" defTabSz="1219170">
              <a:spcBef>
                <a:spcPts val="453"/>
              </a:spcBef>
              <a:buFont typeface="Arial"/>
              <a:buAutoNum type="alphaLcPeriod"/>
              <a:tabLst>
                <a:tab pos="1209010" algn="l"/>
              </a:tabLst>
            </a:pPr>
            <a:r>
              <a:rPr sz="2533" b="1" kern="0" dirty="0">
                <a:solidFill>
                  <a:srgbClr val="D13368"/>
                </a:solidFill>
                <a:latin typeface="Roboto"/>
                <a:cs typeface="Roboto"/>
              </a:rPr>
              <a:t>$</a:t>
            </a:r>
            <a:r>
              <a:rPr sz="2533" b="1" kern="0" spc="-8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533" b="1" kern="0" dirty="0">
                <a:solidFill>
                  <a:srgbClr val="D13368"/>
                </a:solidFill>
                <a:latin typeface="Roboto"/>
                <a:cs typeface="Roboto"/>
              </a:rPr>
              <a:t>ifconﬁg</a:t>
            </a:r>
            <a:r>
              <a:rPr sz="2533" b="1" kern="0" spc="-6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533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533" kern="0" spc="-7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533" kern="0" dirty="0">
                <a:solidFill>
                  <a:srgbClr val="434343"/>
                </a:solidFill>
                <a:latin typeface="Roboto"/>
                <a:cs typeface="Roboto"/>
              </a:rPr>
              <a:t>identify</a:t>
            </a:r>
            <a:r>
              <a:rPr sz="2533" kern="0" spc="-8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533" kern="0" dirty="0">
                <a:solidFill>
                  <a:srgbClr val="434343"/>
                </a:solidFill>
                <a:latin typeface="Roboto"/>
                <a:cs typeface="Roboto"/>
              </a:rPr>
              <a:t>your</a:t>
            </a:r>
            <a:r>
              <a:rPr sz="2533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533" b="1" kern="0" dirty="0">
                <a:solidFill>
                  <a:srgbClr val="D13368"/>
                </a:solidFill>
                <a:latin typeface="Roboto"/>
                <a:cs typeface="Roboto"/>
              </a:rPr>
              <a:t>wireless</a:t>
            </a:r>
            <a:r>
              <a:rPr sz="2533" b="1" kern="0" spc="-7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533" b="1" kern="0" spc="-27" dirty="0">
                <a:solidFill>
                  <a:srgbClr val="D13368"/>
                </a:solidFill>
                <a:latin typeface="Roboto"/>
                <a:cs typeface="Roboto"/>
              </a:rPr>
              <a:t>adapter’s</a:t>
            </a:r>
            <a:r>
              <a:rPr sz="2533" b="1" kern="0" spc="-8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533" b="1" kern="0" spc="-27" dirty="0">
                <a:solidFill>
                  <a:srgbClr val="D13368"/>
                </a:solidFill>
                <a:latin typeface="Roboto"/>
                <a:cs typeface="Roboto"/>
              </a:rPr>
              <a:t>name</a:t>
            </a:r>
            <a:endParaRPr sz="25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1045883" y="3273199"/>
            <a:ext cx="10081260" cy="2185247"/>
            <a:chOff x="784412" y="2454899"/>
            <a:chExt cx="7560945" cy="1638935"/>
          </a:xfrm>
        </p:grpSpPr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98700" y="2454899"/>
              <a:ext cx="7546575" cy="1638674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798699" y="2571749"/>
              <a:ext cx="1708785" cy="281305"/>
            </a:xfrm>
            <a:custGeom>
              <a:avLst/>
              <a:gdLst/>
              <a:ahLst/>
              <a:cxnLst/>
              <a:rect l="l" t="t" r="r" b="b"/>
              <a:pathLst>
                <a:path w="1708785" h="281305">
                  <a:moveTo>
                    <a:pt x="0" y="0"/>
                  </a:moveTo>
                  <a:lnTo>
                    <a:pt x="1708199" y="0"/>
                  </a:lnTo>
                  <a:lnTo>
                    <a:pt x="1708199" y="281099"/>
                  </a:lnTo>
                  <a:lnTo>
                    <a:pt x="0" y="2810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693565" y="5672675"/>
            <a:ext cx="4734560" cy="38643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400" b="1" kern="0" dirty="0">
                <a:solidFill>
                  <a:srgbClr val="595959"/>
                </a:solidFill>
                <a:latin typeface="Roboto"/>
                <a:cs typeface="Roboto"/>
              </a:rPr>
              <a:t>Example</a:t>
            </a:r>
            <a:r>
              <a:rPr sz="2400" b="1" kern="0" spc="-67" dirty="0">
                <a:solidFill>
                  <a:srgbClr val="595959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595959"/>
                </a:solidFill>
                <a:latin typeface="Roboto"/>
                <a:cs typeface="Roboto"/>
              </a:rPr>
              <a:t>of</a:t>
            </a:r>
            <a:r>
              <a:rPr sz="2400" b="1" kern="0" spc="-60" dirty="0">
                <a:solidFill>
                  <a:srgbClr val="595959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595959"/>
                </a:solidFill>
                <a:latin typeface="Roboto"/>
                <a:cs typeface="Roboto"/>
              </a:rPr>
              <a:t>wireless</a:t>
            </a:r>
            <a:r>
              <a:rPr sz="2400" b="1" kern="0" spc="-60" dirty="0">
                <a:solidFill>
                  <a:srgbClr val="595959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595959"/>
                </a:solidFill>
                <a:latin typeface="Roboto"/>
                <a:cs typeface="Roboto"/>
              </a:rPr>
              <a:t>adapter</a:t>
            </a:r>
            <a:r>
              <a:rPr sz="2400" b="1" kern="0" spc="-60" dirty="0">
                <a:solidFill>
                  <a:srgbClr val="595959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595959"/>
                </a:solidFill>
                <a:latin typeface="Roboto"/>
                <a:cs typeface="Roboto"/>
              </a:rPr>
              <a:t>name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19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821608"/>
            <a:ext cx="10380964" cy="636369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40" dirty="0"/>
              <a:t> </a:t>
            </a:r>
            <a:r>
              <a:rPr sz="3600" dirty="0"/>
              <a:t>2</a:t>
            </a:r>
            <a:r>
              <a:rPr sz="3600" spc="-27" dirty="0"/>
              <a:t> </a:t>
            </a:r>
            <a:r>
              <a:rPr sz="3600" dirty="0"/>
              <a:t>-</a:t>
            </a:r>
            <a:r>
              <a:rPr sz="3600" spc="-33" dirty="0"/>
              <a:t> </a:t>
            </a:r>
            <a:r>
              <a:rPr sz="3600" dirty="0">
                <a:solidFill>
                  <a:srgbClr val="2A3890"/>
                </a:solidFill>
              </a:rPr>
              <a:t>Kill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Interrupting</a:t>
            </a:r>
            <a:r>
              <a:rPr sz="3600" spc="-40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Services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&amp;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Start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Monitor</a:t>
            </a:r>
            <a:r>
              <a:rPr sz="3600" spc="-40" dirty="0">
                <a:solidFill>
                  <a:srgbClr val="2A3890"/>
                </a:solidFill>
              </a:rPr>
              <a:t> </a:t>
            </a:r>
            <a:r>
              <a:rPr sz="3600" spc="-27" dirty="0">
                <a:solidFill>
                  <a:srgbClr val="2A3890"/>
                </a:solidFill>
              </a:rPr>
              <a:t>Mode</a:t>
            </a:r>
            <a:endParaRPr sz="3600" dirty="0"/>
          </a:p>
        </p:txBody>
      </p:sp>
      <p:sp>
        <p:nvSpPr>
          <p:cNvPr id="8" name="object 8"/>
          <p:cNvSpPr txBox="1"/>
          <p:nvPr/>
        </p:nvSpPr>
        <p:spPr>
          <a:xfrm>
            <a:off x="668867" y="1877602"/>
            <a:ext cx="4436533" cy="1019873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Kill</a:t>
            </a:r>
            <a:r>
              <a:rPr sz="2400" b="1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Interrupting</a:t>
            </a:r>
            <a:r>
              <a:rPr sz="2400" b="1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Services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43178" defTabSz="1219170">
              <a:spcBef>
                <a:spcPts val="1933"/>
              </a:spcBef>
              <a:tabLst>
                <a:tab pos="625671" algn="l"/>
              </a:tabLst>
            </a:pPr>
            <a:r>
              <a:rPr sz="2533" b="1" kern="0" spc="-33" dirty="0">
                <a:solidFill>
                  <a:srgbClr val="374151"/>
                </a:solidFill>
                <a:latin typeface="Roboto"/>
                <a:cs typeface="Roboto"/>
              </a:rPr>
              <a:t>1.</a:t>
            </a:r>
            <a:r>
              <a:rPr sz="2533" b="1" kern="0" dirty="0">
                <a:solidFill>
                  <a:srgbClr val="374151"/>
                </a:solidFill>
                <a:latin typeface="Roboto"/>
                <a:cs typeface="Roboto"/>
              </a:rPr>
              <a:t>	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$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D13368"/>
                </a:solidFill>
                <a:latin typeface="Roboto"/>
                <a:cs typeface="Roboto"/>
              </a:rPr>
              <a:t>airmon-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ng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check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D13368"/>
                </a:solidFill>
                <a:latin typeface="Roboto"/>
                <a:cs typeface="Roboto"/>
              </a:rPr>
              <a:t>kill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529633" y="3317100"/>
            <a:ext cx="9132699" cy="1627632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975700" y="3088366"/>
            <a:ext cx="11216640" cy="3770207"/>
            <a:chOff x="731775" y="2316274"/>
            <a:chExt cx="8412480" cy="2827655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31775" y="2316274"/>
              <a:ext cx="6530605" cy="2334924"/>
            </a:xfrm>
            <a:prstGeom prst="rect">
              <a:avLst/>
            </a:prstGeom>
          </p:spPr>
        </p:pic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20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30363" y="753880"/>
            <a:ext cx="12161637" cy="636369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40" dirty="0"/>
              <a:t> </a:t>
            </a:r>
            <a:r>
              <a:rPr sz="3600" dirty="0"/>
              <a:t>2</a:t>
            </a:r>
            <a:r>
              <a:rPr sz="3600" spc="-27" dirty="0"/>
              <a:t> </a:t>
            </a:r>
            <a:r>
              <a:rPr sz="3600" dirty="0"/>
              <a:t>-</a:t>
            </a:r>
            <a:r>
              <a:rPr sz="3600" spc="-33" dirty="0"/>
              <a:t> </a:t>
            </a:r>
            <a:r>
              <a:rPr sz="3600" dirty="0">
                <a:solidFill>
                  <a:srgbClr val="2A3890"/>
                </a:solidFill>
              </a:rPr>
              <a:t>Kill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Interrupting</a:t>
            </a:r>
            <a:r>
              <a:rPr sz="3600" spc="-40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Services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&amp;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Start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Monitor</a:t>
            </a:r>
            <a:r>
              <a:rPr sz="3600" spc="-40" dirty="0">
                <a:solidFill>
                  <a:srgbClr val="2A3890"/>
                </a:solidFill>
              </a:rPr>
              <a:t> </a:t>
            </a:r>
            <a:r>
              <a:rPr sz="3600" spc="-27" dirty="0">
                <a:solidFill>
                  <a:srgbClr val="2A3890"/>
                </a:solidFill>
              </a:rPr>
              <a:t>Mode</a:t>
            </a:r>
            <a:endParaRPr sz="3600" dirty="0"/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68868" y="1877602"/>
            <a:ext cx="7344833" cy="1019873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Start</a:t>
            </a:r>
            <a:r>
              <a:rPr sz="2400" b="1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Monitor</a:t>
            </a:r>
            <a:r>
              <a:rPr sz="2400" b="1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434343"/>
                </a:solidFill>
                <a:latin typeface="Roboto"/>
                <a:cs typeface="Roboto"/>
              </a:rPr>
              <a:t>Mode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43178" defTabSz="1219170">
              <a:spcBef>
                <a:spcPts val="1933"/>
              </a:spcBef>
              <a:tabLst>
                <a:tab pos="625671" algn="l"/>
              </a:tabLst>
            </a:pPr>
            <a:r>
              <a:rPr sz="2533" b="1" kern="0" spc="-33" dirty="0">
                <a:solidFill>
                  <a:srgbClr val="374151"/>
                </a:solidFill>
                <a:latin typeface="Roboto"/>
                <a:cs typeface="Roboto"/>
              </a:rPr>
              <a:t>1.</a:t>
            </a:r>
            <a:r>
              <a:rPr sz="2533" b="1" kern="0" dirty="0">
                <a:solidFill>
                  <a:srgbClr val="374151"/>
                </a:solidFill>
                <a:latin typeface="Roboto"/>
                <a:cs typeface="Roboto"/>
              </a:rPr>
              <a:t>	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$</a:t>
            </a:r>
            <a:r>
              <a:rPr sz="2400" b="1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D13368"/>
                </a:solidFill>
                <a:latin typeface="Roboto"/>
                <a:cs typeface="Roboto"/>
              </a:rPr>
              <a:t>airmon-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ng</a:t>
            </a:r>
            <a:r>
              <a:rPr sz="2400" b="1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start</a:t>
            </a:r>
            <a:r>
              <a:rPr sz="2400" b="1" kern="0" spc="5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&lt;wireless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adapter</a:t>
            </a:r>
            <a:r>
              <a:rPr sz="2400" b="1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name&gt;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765017" y="2349501"/>
            <a:ext cx="10427545" cy="4508500"/>
            <a:chOff x="1323762" y="1762125"/>
            <a:chExt cx="7820659" cy="3381375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3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6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338050" y="1762125"/>
              <a:ext cx="5222975" cy="3127900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1338050" y="2571750"/>
              <a:ext cx="4335145" cy="137795"/>
            </a:xfrm>
            <a:custGeom>
              <a:avLst/>
              <a:gdLst/>
              <a:ahLst/>
              <a:cxnLst/>
              <a:rect l="l" t="t" r="r" b="b"/>
              <a:pathLst>
                <a:path w="4335145" h="137794">
                  <a:moveTo>
                    <a:pt x="0" y="0"/>
                  </a:moveTo>
                  <a:lnTo>
                    <a:pt x="4334699" y="0"/>
                  </a:lnTo>
                  <a:lnTo>
                    <a:pt x="4334699" y="137399"/>
                  </a:lnTo>
                  <a:lnTo>
                    <a:pt x="0" y="1373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1" name="object 11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21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9" name="object 9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4994275" cy="57150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3600" dirty="0"/>
              <a:t>Step</a:t>
            </a:r>
            <a:r>
              <a:rPr sz="3600" spc="-20" dirty="0"/>
              <a:t> </a:t>
            </a:r>
            <a:r>
              <a:rPr sz="3600" dirty="0"/>
              <a:t>3</a:t>
            </a:r>
            <a:r>
              <a:rPr sz="3600" spc="-20" dirty="0"/>
              <a:t> </a:t>
            </a:r>
            <a:r>
              <a:rPr sz="3600" dirty="0"/>
              <a:t>-</a:t>
            </a:r>
            <a:r>
              <a:rPr sz="3600" spc="-13" dirty="0"/>
              <a:t> </a:t>
            </a:r>
            <a:r>
              <a:rPr sz="3600" dirty="0">
                <a:solidFill>
                  <a:srgbClr val="2A3890"/>
                </a:solidFill>
              </a:rPr>
              <a:t>Look</a:t>
            </a:r>
            <a:r>
              <a:rPr sz="3600" spc="-20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for</a:t>
            </a:r>
            <a:r>
              <a:rPr sz="3600" spc="-87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Targets</a:t>
            </a:r>
            <a:endParaRPr sz="3600" dirty="0"/>
          </a:p>
        </p:txBody>
      </p:sp>
      <p:sp>
        <p:nvSpPr>
          <p:cNvPr id="12" name="object 12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40041" y="1532868"/>
            <a:ext cx="6997700" cy="735244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585031" indent="-568098" defTabSz="1219170">
              <a:lnSpc>
                <a:spcPts val="2727"/>
              </a:lnSpc>
              <a:spcBef>
                <a:spcPts val="133"/>
              </a:spcBef>
              <a:buClr>
                <a:srgbClr val="434343"/>
              </a:buClr>
              <a:buFontTx/>
              <a:buAutoNum type="arabicPeriod"/>
              <a:tabLst>
                <a:tab pos="585031" algn="l"/>
                <a:tab pos="3570304" algn="l"/>
              </a:tabLst>
            </a:pP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$</a:t>
            </a:r>
            <a:r>
              <a:rPr sz="2400" b="1" kern="0" spc="2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400" b="1" kern="0" spc="2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airodump-ng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	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&lt;wireless</a:t>
            </a:r>
            <a:r>
              <a:rPr sz="2400" b="1" kern="0" spc="-10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adapter</a:t>
            </a:r>
            <a:r>
              <a:rPr sz="2400" b="1" kern="0" spc="-9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name&gt;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lnSpc>
                <a:spcPts val="2887"/>
              </a:lnSpc>
              <a:buSzPct val="94736"/>
              <a:buFont typeface="Roboto"/>
              <a:buAutoNum type="arabicPeriod"/>
              <a:tabLst>
                <a:tab pos="585031" algn="l"/>
              </a:tabLst>
            </a:pPr>
            <a:r>
              <a:rPr sz="2533" kern="0" dirty="0">
                <a:solidFill>
                  <a:srgbClr val="434343"/>
                </a:solidFill>
                <a:latin typeface="Roboto"/>
                <a:cs typeface="Roboto"/>
              </a:rPr>
              <a:t>Locate</a:t>
            </a:r>
            <a:r>
              <a:rPr sz="2533" kern="0" spc="-10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533" b="1" kern="0" spc="-13" dirty="0">
                <a:solidFill>
                  <a:srgbClr val="D13368"/>
                </a:solidFill>
                <a:latin typeface="Roboto"/>
                <a:cs typeface="Roboto"/>
              </a:rPr>
              <a:t>HackISAC</a:t>
            </a:r>
            <a:endParaRPr sz="25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22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820035"/>
            <a:ext cx="8828088" cy="962036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27" dirty="0"/>
              <a:t> </a:t>
            </a:r>
            <a:r>
              <a:rPr sz="3600" dirty="0"/>
              <a:t>4</a:t>
            </a:r>
            <a:r>
              <a:rPr sz="3600" spc="-20" dirty="0"/>
              <a:t> </a:t>
            </a:r>
            <a:r>
              <a:rPr sz="3600" dirty="0"/>
              <a:t>-</a:t>
            </a:r>
            <a:r>
              <a:rPr sz="3600" spc="-20" dirty="0"/>
              <a:t> </a:t>
            </a:r>
            <a:r>
              <a:rPr sz="3600" dirty="0">
                <a:solidFill>
                  <a:srgbClr val="2A3890"/>
                </a:solidFill>
              </a:rPr>
              <a:t>Deauth</a:t>
            </a:r>
            <a:r>
              <a:rPr sz="3600" spc="-20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Clients</a:t>
            </a:r>
            <a:endParaRPr sz="3600" dirty="0"/>
          </a:p>
          <a:p>
            <a:pPr marL="131230">
              <a:spcBef>
                <a:spcPts val="53"/>
              </a:spcBef>
            </a:pPr>
            <a:r>
              <a:rPr sz="2267" spc="-33" dirty="0">
                <a:solidFill>
                  <a:srgbClr val="2A3890"/>
                </a:solidFill>
              </a:rPr>
              <a:t>WPA2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Handshake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Cracking</a:t>
            </a:r>
            <a:endParaRPr sz="2267" dirty="0"/>
          </a:p>
        </p:txBody>
      </p:sp>
      <p:sp>
        <p:nvSpPr>
          <p:cNvPr id="8" name="object 8"/>
          <p:cNvSpPr txBox="1"/>
          <p:nvPr/>
        </p:nvSpPr>
        <p:spPr>
          <a:xfrm>
            <a:off x="710241" y="1843629"/>
            <a:ext cx="10469879" cy="829224"/>
          </a:xfrm>
          <a:prstGeom prst="rect">
            <a:avLst/>
          </a:prstGeom>
        </p:spPr>
        <p:txBody>
          <a:bodyPr vert="horz" wrap="square" lIns="0" tIns="79587" rIns="0" bIns="0" rtlCol="0">
            <a:spAutoFit/>
          </a:bodyPr>
          <a:lstStyle/>
          <a:p>
            <a:pPr marL="585031" indent="-568098" defTabSz="1219170">
              <a:spcBef>
                <a:spcPts val="627"/>
              </a:spcBef>
              <a:buClr>
                <a:srgbClr val="374151"/>
              </a:buClr>
              <a:buFont typeface="Roboto"/>
              <a:buAutoNum type="arabicPeriod"/>
              <a:tabLst>
                <a:tab pos="585031" algn="l"/>
              </a:tabLst>
            </a:pP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94617" lvl="1" indent="-530847" defTabSz="1219170">
              <a:spcBef>
                <a:spcPts val="447"/>
              </a:spcBef>
              <a:buFont typeface="Arial"/>
              <a:buAutoNum type="alphaLcPeriod"/>
              <a:tabLst>
                <a:tab pos="1194617" algn="l"/>
              </a:tabLst>
            </a:pP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133" b="1" kern="0" spc="-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aireplay</a:t>
            </a:r>
            <a:r>
              <a:rPr sz="2133" b="1" kern="0" spc="-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deauth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2</a:t>
            </a:r>
            <a:r>
              <a:rPr sz="2133" b="1" kern="0" spc="-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a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94:83:C4:1D:7D:1A</a:t>
            </a:r>
            <a:r>
              <a:rPr sz="2133" b="1" kern="0" spc="-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c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04:D6:AA:5B:50:99</a:t>
            </a:r>
            <a:r>
              <a:rPr sz="2133" b="1" kern="0" spc="4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wlan1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pic>
        <p:nvPicPr>
          <p:cNvPr id="9" name="object 9"/>
          <p:cNvPicPr/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2900" y="3285732"/>
            <a:ext cx="11505003" cy="1661392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658900" y="3634083"/>
            <a:ext cx="11533293" cy="3224107"/>
            <a:chOff x="494175" y="2725562"/>
            <a:chExt cx="8649970" cy="241808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94175" y="2725562"/>
              <a:ext cx="8155630" cy="1925634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88450" y="3605237"/>
              <a:ext cx="7967345" cy="366395"/>
            </a:xfrm>
            <a:custGeom>
              <a:avLst/>
              <a:gdLst/>
              <a:ahLst/>
              <a:cxnLst/>
              <a:rect l="l" t="t" r="r" b="b"/>
              <a:pathLst>
                <a:path w="7967345" h="366395">
                  <a:moveTo>
                    <a:pt x="0" y="0"/>
                  </a:moveTo>
                  <a:lnTo>
                    <a:pt x="7967099" y="0"/>
                  </a:lnTo>
                  <a:lnTo>
                    <a:pt x="7967099" y="366299"/>
                  </a:lnTo>
                  <a:lnTo>
                    <a:pt x="0" y="366299"/>
                  </a:lnTo>
                  <a:lnTo>
                    <a:pt x="0" y="0"/>
                  </a:lnTo>
                  <a:close/>
                </a:path>
              </a:pathLst>
            </a:custGeom>
            <a:ln w="38099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1" name="object 11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23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9" name="object 9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875385"/>
            <a:ext cx="10082581" cy="636369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53" dirty="0"/>
              <a:t> </a:t>
            </a:r>
            <a:r>
              <a:rPr sz="3600" dirty="0"/>
              <a:t>5</a:t>
            </a:r>
            <a:r>
              <a:rPr sz="3600" spc="-47" dirty="0"/>
              <a:t> </a:t>
            </a:r>
            <a:r>
              <a:rPr sz="3600" dirty="0"/>
              <a:t>-</a:t>
            </a:r>
            <a:r>
              <a:rPr sz="3600" spc="-40" dirty="0"/>
              <a:t> </a:t>
            </a:r>
            <a:r>
              <a:rPr sz="3600" dirty="0">
                <a:solidFill>
                  <a:srgbClr val="2A3890"/>
                </a:solidFill>
              </a:rPr>
              <a:t>Capture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Network</a:t>
            </a:r>
            <a:r>
              <a:rPr sz="3600" spc="-47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Handshake</a:t>
            </a:r>
            <a:r>
              <a:rPr sz="3600" spc="-47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and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Save</a:t>
            </a:r>
            <a:r>
              <a:rPr sz="3600" spc="-47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to</a:t>
            </a:r>
            <a:r>
              <a:rPr sz="3600" spc="-47" dirty="0">
                <a:solidFill>
                  <a:srgbClr val="2A3890"/>
                </a:solidFill>
              </a:rPr>
              <a:t> </a:t>
            </a:r>
            <a:r>
              <a:rPr sz="3600" spc="-27" dirty="0">
                <a:solidFill>
                  <a:srgbClr val="2A3890"/>
                </a:solidFill>
              </a:rPr>
              <a:t>File</a:t>
            </a:r>
            <a:endParaRPr sz="3600" dirty="0"/>
          </a:p>
        </p:txBody>
      </p:sp>
      <p:sp>
        <p:nvSpPr>
          <p:cNvPr id="12" name="object 12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68867" y="1588540"/>
            <a:ext cx="9324340" cy="189197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Capture</a:t>
            </a:r>
            <a:r>
              <a:rPr sz="2400" b="1" kern="0" spc="-10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Network</a:t>
            </a:r>
            <a:r>
              <a:rPr sz="2400" b="1" kern="0" spc="-10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Handshake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625671" indent="-582492" defTabSz="1219170">
              <a:spcBef>
                <a:spcPts val="2427"/>
              </a:spcBef>
              <a:buClr>
                <a:srgbClr val="374151"/>
              </a:buClr>
              <a:buSzPct val="105555"/>
              <a:buFontTx/>
              <a:buAutoNum type="arabicPeriod"/>
              <a:tabLst>
                <a:tab pos="625671" algn="l"/>
              </a:tabLst>
            </a:pP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$</a:t>
            </a:r>
            <a:r>
              <a:rPr sz="2400" b="1" kern="0" spc="-2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400" b="1" kern="0" spc="-2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airodump-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ng</a:t>
            </a:r>
            <a:r>
              <a:rPr sz="2400" b="1" kern="0" spc="57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&lt;wireless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adapter&gt;</a:t>
            </a:r>
            <a:r>
              <a:rPr sz="2400" b="1" kern="0" spc="-2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--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bssid</a:t>
            </a:r>
            <a:r>
              <a:rPr sz="2400" b="1" kern="0" spc="-2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&lt;wiﬁ-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bssid&gt;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D13368"/>
                </a:solidFill>
                <a:latin typeface="Roboto"/>
                <a:cs typeface="Roboto"/>
              </a:rPr>
              <a:t>-</a:t>
            </a:r>
            <a:r>
              <a:rPr sz="2400" b="1" kern="0" spc="-67" dirty="0">
                <a:solidFill>
                  <a:srgbClr val="D13368"/>
                </a:solidFill>
                <a:latin typeface="Roboto"/>
                <a:cs typeface="Roboto"/>
              </a:rPr>
              <a:t>w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626518" defTabSz="1219170">
              <a:spcBef>
                <a:spcPts val="460"/>
              </a:spcBef>
            </a:pPr>
            <a:r>
              <a:rPr sz="2400" b="1" kern="0" spc="-27" dirty="0">
                <a:solidFill>
                  <a:srgbClr val="D13368"/>
                </a:solidFill>
                <a:latin typeface="Roboto"/>
                <a:cs typeface="Roboto"/>
              </a:rPr>
              <a:t>&lt;File-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name&gt;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625671" indent="-558786" defTabSz="1219170">
              <a:spcBef>
                <a:spcPts val="200"/>
              </a:spcBef>
              <a:buClr>
                <a:srgbClr val="374151"/>
              </a:buClr>
              <a:buFont typeface="Arial"/>
              <a:buAutoNum type="arabicPeriod" startAt="2"/>
              <a:tabLst>
                <a:tab pos="62567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Save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File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288001" y="2537067"/>
            <a:ext cx="10904220" cy="4321387"/>
            <a:chOff x="966000" y="1902800"/>
            <a:chExt cx="8178165" cy="324104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6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66000" y="1902800"/>
              <a:ext cx="6031675" cy="2894924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2626375" y="2805524"/>
              <a:ext cx="2075814" cy="305435"/>
            </a:xfrm>
            <a:custGeom>
              <a:avLst/>
              <a:gdLst/>
              <a:ahLst/>
              <a:cxnLst/>
              <a:rect l="l" t="t" r="r" b="b"/>
              <a:pathLst>
                <a:path w="2075814" h="305435">
                  <a:moveTo>
                    <a:pt x="0" y="0"/>
                  </a:moveTo>
                  <a:lnTo>
                    <a:pt x="2075699" y="0"/>
                  </a:lnTo>
                  <a:lnTo>
                    <a:pt x="2075699" y="305099"/>
                  </a:lnTo>
                  <a:lnTo>
                    <a:pt x="0" y="305099"/>
                  </a:lnTo>
                  <a:lnTo>
                    <a:pt x="0" y="0"/>
                  </a:lnTo>
                  <a:close/>
                </a:path>
              </a:pathLst>
            </a:custGeom>
            <a:ln w="38099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1" name="object 11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24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9" name="object 9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14219" y="643180"/>
            <a:ext cx="10589795" cy="518902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3600" dirty="0"/>
              <a:t>Step</a:t>
            </a:r>
            <a:r>
              <a:rPr sz="3600" spc="-40" dirty="0"/>
              <a:t> </a:t>
            </a:r>
            <a:r>
              <a:rPr sz="3600" dirty="0"/>
              <a:t>6</a:t>
            </a:r>
            <a:r>
              <a:rPr sz="3600" spc="-27" dirty="0"/>
              <a:t> </a:t>
            </a:r>
            <a:r>
              <a:rPr sz="3600" dirty="0">
                <a:solidFill>
                  <a:srgbClr val="2A3890"/>
                </a:solidFill>
              </a:rPr>
              <a:t>-</a:t>
            </a:r>
            <a:r>
              <a:rPr sz="3600" spc="-40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Crack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Password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using</a:t>
            </a:r>
            <a:r>
              <a:rPr sz="3600" spc="-40" dirty="0">
                <a:solidFill>
                  <a:srgbClr val="2A3890"/>
                </a:solidFill>
              </a:rPr>
              <a:t> </a:t>
            </a:r>
            <a:r>
              <a:rPr sz="3600" spc="-27" dirty="0">
                <a:solidFill>
                  <a:srgbClr val="2A3890"/>
                </a:solidFill>
              </a:rPr>
              <a:t>Aircrack-</a:t>
            </a:r>
            <a:r>
              <a:rPr sz="3600" dirty="0">
                <a:solidFill>
                  <a:srgbClr val="2A3890"/>
                </a:solidFill>
              </a:rPr>
              <a:t>ng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&amp;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Wordlist</a:t>
            </a:r>
            <a:endParaRPr sz="3600" dirty="0"/>
          </a:p>
        </p:txBody>
      </p:sp>
      <p:sp>
        <p:nvSpPr>
          <p:cNvPr id="12" name="object 12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95467" y="1298681"/>
            <a:ext cx="6134947" cy="1019873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Crack</a:t>
            </a:r>
            <a:r>
              <a:rPr sz="2400" b="1" kern="0" spc="-9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Password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43178" defTabSz="1219170">
              <a:spcBef>
                <a:spcPts val="1933"/>
              </a:spcBef>
              <a:tabLst>
                <a:tab pos="625671" algn="l"/>
              </a:tabLst>
            </a:pPr>
            <a:r>
              <a:rPr sz="2533" b="1" kern="0" spc="-33" dirty="0">
                <a:solidFill>
                  <a:srgbClr val="374151"/>
                </a:solidFill>
                <a:latin typeface="Roboto"/>
                <a:cs typeface="Roboto"/>
              </a:rPr>
              <a:t>1.</a:t>
            </a:r>
            <a:r>
              <a:rPr sz="2533" b="1" kern="0" dirty="0">
                <a:solidFill>
                  <a:srgbClr val="374151"/>
                </a:solidFill>
                <a:latin typeface="Roboto"/>
                <a:cs typeface="Roboto"/>
              </a:rPr>
              <a:t>	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$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aircrack-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ng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D13368"/>
                </a:solidFill>
                <a:latin typeface="Roboto"/>
                <a:cs typeface="Roboto"/>
              </a:rPr>
              <a:t>&lt;ﬁle-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name&gt;</a:t>
            </a:r>
            <a:r>
              <a:rPr sz="2400" b="1" kern="0" spc="58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D13368"/>
                </a:solidFill>
                <a:latin typeface="Roboto"/>
                <a:cs typeface="Roboto"/>
              </a:rPr>
              <a:t>-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w</a:t>
            </a:r>
            <a:r>
              <a:rPr sz="2400" b="1" kern="0" spc="-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&lt;wordlist&gt;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8131171" y="5"/>
            <a:ext cx="4061460" cy="2707640"/>
            <a:chOff x="6098378" y="4"/>
            <a:chExt cx="3046095" cy="2030730"/>
          </a:xfrm>
        </p:grpSpPr>
        <p:sp>
          <p:nvSpPr>
            <p:cNvPr id="4" name="object 4"/>
            <p:cNvSpPr/>
            <p:nvPr/>
          </p:nvSpPr>
          <p:spPr>
            <a:xfrm>
              <a:off x="8128803" y="15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0" y="0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5" name="object 5"/>
            <p:cNvSpPr/>
            <p:nvPr/>
          </p:nvSpPr>
          <p:spPr>
            <a:xfrm>
              <a:off x="7113463" y="4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6" name="object 6"/>
            <p:cNvSpPr/>
            <p:nvPr/>
          </p:nvSpPr>
          <p:spPr>
            <a:xfrm>
              <a:off x="7113588" y="106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0" y="1015199"/>
                  </a:moveTo>
                  <a:lnTo>
                    <a:pt x="0" y="0"/>
                  </a:lnTo>
                  <a:lnTo>
                    <a:pt x="1015199" y="0"/>
                  </a:lnTo>
                  <a:lnTo>
                    <a:pt x="0" y="1015199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7" name="object 7"/>
            <p:cNvSpPr/>
            <p:nvPr/>
          </p:nvSpPr>
          <p:spPr>
            <a:xfrm>
              <a:off x="6098375" y="101"/>
              <a:ext cx="3046095" cy="2030730"/>
            </a:xfrm>
            <a:custGeom>
              <a:avLst/>
              <a:gdLst/>
              <a:ahLst/>
              <a:cxnLst/>
              <a:rect l="l" t="t" r="r" b="b"/>
              <a:pathLst>
                <a:path w="3046095" h="2030730">
                  <a:moveTo>
                    <a:pt x="1015199" y="0"/>
                  </a:moveTo>
                  <a:lnTo>
                    <a:pt x="0" y="0"/>
                  </a:lnTo>
                  <a:lnTo>
                    <a:pt x="1015199" y="1015199"/>
                  </a:lnTo>
                  <a:lnTo>
                    <a:pt x="1015199" y="0"/>
                  </a:lnTo>
                  <a:close/>
                </a:path>
                <a:path w="3046095" h="2030730">
                  <a:moveTo>
                    <a:pt x="3045612" y="1015276"/>
                  </a:moveTo>
                  <a:lnTo>
                    <a:pt x="2030412" y="1015276"/>
                  </a:lnTo>
                  <a:lnTo>
                    <a:pt x="3045612" y="2030476"/>
                  </a:lnTo>
                  <a:lnTo>
                    <a:pt x="3045612" y="1015276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xfrm>
            <a:off x="8610600" y="6411826"/>
            <a:ext cx="2743200" cy="25417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chemeClr val="tx1"/>
                </a:solidFill>
              </a:rPr>
              <a:pPr marL="50799" defTabSz="1219170">
                <a:lnSpc>
                  <a:spcPts val="2193"/>
                </a:lnSpc>
              </a:pPr>
              <a:t>25</a:t>
            </a:fld>
            <a:endParaRPr kern="0" spc="-33" dirty="0">
              <a:solidFill>
                <a:schemeClr val="tx1"/>
              </a:solidFill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ctrTitle" idx="4294967295"/>
          </p:nvPr>
        </p:nvSpPr>
        <p:spPr>
          <a:xfrm>
            <a:off x="0" y="2631303"/>
            <a:ext cx="5951538" cy="797697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5600" spc="-13" dirty="0"/>
              <a:t>Exercise</a:t>
            </a:r>
            <a:r>
              <a:rPr sz="5600" spc="-267" dirty="0"/>
              <a:t> </a:t>
            </a:r>
            <a:r>
              <a:rPr sz="5600" spc="-33" dirty="0"/>
              <a:t>#03</a:t>
            </a:r>
            <a:endParaRPr sz="5600" dirty="0"/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latin typeface="Roboto"/>
                <a:cs typeface="Roboto"/>
              </a:rPr>
              <a:t>DO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spc="-27" dirty="0">
                <a:latin typeface="Roboto"/>
                <a:cs typeface="Roboto"/>
              </a:rPr>
              <a:t>NOT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dirty="0">
                <a:latin typeface="Roboto"/>
                <a:cs typeface="Roboto"/>
              </a:rPr>
              <a:t>COPY</a:t>
            </a:r>
            <a:r>
              <a:rPr sz="1067" b="1" kern="0" spc="-27" dirty="0">
                <a:latin typeface="Roboto"/>
                <a:cs typeface="Roboto"/>
              </a:rPr>
              <a:t> </a:t>
            </a:r>
            <a:r>
              <a:rPr sz="1067" b="1" kern="0" spc="-33" dirty="0">
                <a:latin typeface="Roboto"/>
                <a:cs typeface="Roboto"/>
              </a:rPr>
              <a:t>OR</a:t>
            </a:r>
            <a:r>
              <a:rPr sz="1067" b="1" kern="0" spc="667" dirty="0">
                <a:latin typeface="Roboto"/>
                <a:cs typeface="Roboto"/>
              </a:rPr>
              <a:t> </a:t>
            </a:r>
            <a:r>
              <a:rPr sz="1067" b="1" kern="0" spc="-13" dirty="0">
                <a:latin typeface="Roboto"/>
                <a:cs typeface="Roboto"/>
              </a:rPr>
              <a:t>REPRODUCE</a:t>
            </a:r>
            <a:endParaRPr sz="1067" kern="0"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94833" y="3706009"/>
            <a:ext cx="10584179" cy="398465"/>
          </a:xfrm>
          <a:prstGeom prst="rect">
            <a:avLst/>
          </a:prstGeom>
        </p:spPr>
        <p:txBody>
          <a:bodyPr vert="horz" wrap="square" lIns="0" tIns="18627" rIns="0" bIns="0" rtlCol="0">
            <a:spAutoFit/>
          </a:bodyPr>
          <a:lstStyle/>
          <a:p>
            <a:pPr marL="16933" defTabSz="1219170">
              <a:spcBef>
                <a:spcPts val="147"/>
              </a:spcBef>
            </a:pPr>
            <a:r>
              <a:rPr sz="2467" kern="0" dirty="0">
                <a:latin typeface="Roboto"/>
                <a:cs typeface="Roboto"/>
              </a:rPr>
              <a:t>Post</a:t>
            </a:r>
            <a:r>
              <a:rPr sz="2467" kern="0" spc="-40" dirty="0">
                <a:latin typeface="Roboto"/>
                <a:cs typeface="Roboto"/>
              </a:rPr>
              <a:t> </a:t>
            </a:r>
            <a:r>
              <a:rPr sz="2467" kern="0" dirty="0">
                <a:latin typeface="Roboto"/>
                <a:cs typeface="Roboto"/>
              </a:rPr>
              <a:t>exploitation,</a:t>
            </a:r>
            <a:r>
              <a:rPr sz="2467" kern="0" spc="-33" dirty="0">
                <a:latin typeface="Roboto"/>
                <a:cs typeface="Roboto"/>
              </a:rPr>
              <a:t> </a:t>
            </a:r>
            <a:r>
              <a:rPr sz="2467" kern="0" dirty="0">
                <a:latin typeface="Roboto"/>
                <a:cs typeface="Roboto"/>
              </a:rPr>
              <a:t>looking</a:t>
            </a:r>
            <a:r>
              <a:rPr sz="2467" kern="0" spc="-33" dirty="0">
                <a:latin typeface="Roboto"/>
                <a:cs typeface="Roboto"/>
              </a:rPr>
              <a:t> </a:t>
            </a:r>
            <a:r>
              <a:rPr sz="2467" kern="0" dirty="0">
                <a:latin typeface="Roboto"/>
                <a:cs typeface="Roboto"/>
              </a:rPr>
              <a:t>for</a:t>
            </a:r>
            <a:r>
              <a:rPr sz="2467" kern="0" spc="-33" dirty="0">
                <a:latin typeface="Roboto"/>
                <a:cs typeface="Roboto"/>
              </a:rPr>
              <a:t> </a:t>
            </a:r>
            <a:r>
              <a:rPr sz="2467" kern="0" dirty="0">
                <a:latin typeface="Roboto"/>
                <a:cs typeface="Roboto"/>
              </a:rPr>
              <a:t>vulnerable</a:t>
            </a:r>
            <a:r>
              <a:rPr sz="2467" kern="0" spc="-40" dirty="0">
                <a:latin typeface="Roboto"/>
                <a:cs typeface="Roboto"/>
              </a:rPr>
              <a:t> </a:t>
            </a:r>
            <a:r>
              <a:rPr sz="2467" kern="0" dirty="0">
                <a:latin typeface="Roboto"/>
                <a:cs typeface="Roboto"/>
              </a:rPr>
              <a:t>devices</a:t>
            </a:r>
            <a:r>
              <a:rPr sz="2467" kern="0" spc="-33" dirty="0">
                <a:latin typeface="Roboto"/>
                <a:cs typeface="Roboto"/>
              </a:rPr>
              <a:t> </a:t>
            </a:r>
            <a:r>
              <a:rPr sz="2467" kern="0" dirty="0">
                <a:latin typeface="Roboto"/>
                <a:cs typeface="Roboto"/>
              </a:rPr>
              <a:t>on</a:t>
            </a:r>
            <a:r>
              <a:rPr sz="2467" kern="0" spc="-33" dirty="0">
                <a:latin typeface="Roboto"/>
                <a:cs typeface="Roboto"/>
              </a:rPr>
              <a:t> </a:t>
            </a:r>
            <a:r>
              <a:rPr sz="2467" kern="0" dirty="0">
                <a:latin typeface="Roboto"/>
                <a:cs typeface="Roboto"/>
              </a:rPr>
              <a:t>the</a:t>
            </a:r>
            <a:r>
              <a:rPr sz="2467" kern="0" spc="-33" dirty="0">
                <a:latin typeface="Roboto"/>
                <a:cs typeface="Roboto"/>
              </a:rPr>
              <a:t> </a:t>
            </a:r>
            <a:r>
              <a:rPr sz="2467" kern="0" dirty="0">
                <a:latin typeface="Roboto"/>
                <a:cs typeface="Roboto"/>
              </a:rPr>
              <a:t>“HackISAC</a:t>
            </a:r>
            <a:r>
              <a:rPr sz="2467" kern="0" spc="-47" dirty="0">
                <a:latin typeface="Roboto"/>
                <a:cs typeface="Roboto"/>
              </a:rPr>
              <a:t> </a:t>
            </a:r>
            <a:r>
              <a:rPr sz="2467" kern="0" spc="-13" dirty="0">
                <a:latin typeface="Roboto"/>
                <a:cs typeface="Roboto"/>
              </a:rPr>
              <a:t>Network”</a:t>
            </a:r>
            <a:endParaRPr sz="2467" kern="0"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2027238" y="178336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WiFi Information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756231"/>
            <a:ext cx="8699500" cy="5668382"/>
          </a:xfrm>
        </p:spPr>
        <p:txBody>
          <a:bodyPr>
            <a:normAutofit/>
          </a:bodyPr>
          <a:lstStyle/>
          <a:p>
            <a:r>
              <a:rPr lang="en-US" sz="1800" dirty="0"/>
              <a:t>Basics</a:t>
            </a:r>
          </a:p>
          <a:p>
            <a:pPr lvl="1"/>
            <a:r>
              <a:rPr lang="en-US" sz="1400" dirty="0"/>
              <a:t>Wireless Local Area Networking based on IEEE 802.11 standards</a:t>
            </a:r>
          </a:p>
          <a:p>
            <a:pPr lvl="1"/>
            <a:r>
              <a:rPr lang="en-US" sz="1400" dirty="0"/>
              <a:t>Wireless Ethernet link</a:t>
            </a:r>
          </a:p>
          <a:p>
            <a:pPr lvl="1"/>
            <a:r>
              <a:rPr lang="en-US" sz="1400" dirty="0"/>
              <a:t>Connect to WLAN from a wide range of devices via Access Point</a:t>
            </a:r>
          </a:p>
          <a:p>
            <a:pPr lvl="1"/>
            <a:r>
              <a:rPr lang="en-US" sz="1400" dirty="0"/>
              <a:t>WiFi-5: IEEE 802.11b/g (2.4Ghz band) and IEEE 802.11a (U-NII 5Ghz)</a:t>
            </a:r>
          </a:p>
          <a:p>
            <a:pPr lvl="1"/>
            <a:r>
              <a:rPr lang="en-US" sz="1400" dirty="0"/>
              <a:t>WiFi-6: IEEE 802.11n (2.4Ghz, </a:t>
            </a:r>
            <a:r>
              <a:rPr lang="en-US" sz="1400"/>
              <a:t>5.8Ghz), IEEE 802.11ac/ax </a:t>
            </a:r>
            <a:r>
              <a:rPr lang="en-US" sz="1400" dirty="0"/>
              <a:t>(2.4Ghz, 5Ghz and 5.8Ghz)</a:t>
            </a:r>
          </a:p>
          <a:p>
            <a:pPr lvl="1"/>
            <a:r>
              <a:rPr lang="en-US" sz="1400" dirty="0"/>
              <a:t>WiFi-6E: Opens up IEEE 802.11ax to 6Ghz bands</a:t>
            </a:r>
          </a:p>
          <a:p>
            <a:pPr lvl="1"/>
            <a:r>
              <a:rPr lang="en-US" sz="1400" dirty="0"/>
              <a:t>Band allocation various by region, channels vary</a:t>
            </a:r>
          </a:p>
          <a:p>
            <a:pPr lvl="1"/>
            <a:r>
              <a:rPr lang="en-US" sz="1400" dirty="0"/>
              <a:t>Bandwidth ranges from 20Mhz (b) to 160Mhz (ac)</a:t>
            </a:r>
          </a:p>
          <a:p>
            <a:pPr lvl="1"/>
            <a:r>
              <a:rPr lang="en-US" sz="1400" dirty="0"/>
              <a:t>Vulnerable to eavesdropping</a:t>
            </a:r>
          </a:p>
          <a:p>
            <a:r>
              <a:rPr lang="en-US" sz="1800" dirty="0"/>
              <a:t>Links</a:t>
            </a:r>
          </a:p>
          <a:p>
            <a:pPr lvl="1"/>
            <a:r>
              <a:rPr lang="en-US" sz="1400" dirty="0"/>
              <a:t>WiFi Alliance: </a:t>
            </a:r>
            <a:r>
              <a:rPr lang="en-US" sz="1400" dirty="0">
                <a:hlinkClick r:id="rId3"/>
              </a:rPr>
              <a:t>https://www.wi-fi.org/</a:t>
            </a:r>
            <a:endParaRPr lang="en-US" sz="1400" dirty="0"/>
          </a:p>
          <a:p>
            <a:pPr lvl="1"/>
            <a:r>
              <a:rPr lang="en-US" sz="1400" dirty="0">
                <a:hlinkClick r:id="rId4"/>
              </a:rPr>
              <a:t>https://en.wikipedia.org/wiki/Wi-Fi</a:t>
            </a:r>
            <a:endParaRPr lang="en-US" sz="1400" dirty="0"/>
          </a:p>
          <a:p>
            <a:pPr lvl="1"/>
            <a:r>
              <a:rPr lang="en-US" sz="1400" dirty="0">
                <a:hlinkClick r:id="rId5"/>
              </a:rPr>
              <a:t>https://en.wikipedia.org/wiki/Wireless_security</a:t>
            </a:r>
            <a:endParaRPr lang="en-US" sz="1400" dirty="0"/>
          </a:p>
          <a:p>
            <a:pPr lvl="1"/>
            <a:r>
              <a:rPr lang="en-US" sz="1400" dirty="0">
                <a:hlinkClick r:id="rId6"/>
              </a:rPr>
              <a:t>https://en.wikipedia.org/wiki/Wi-Fi_Direct</a:t>
            </a:r>
            <a:endParaRPr lang="en-US" sz="1400" dirty="0"/>
          </a:p>
          <a:p>
            <a:pPr lvl="1"/>
            <a:r>
              <a:rPr lang="en-US" sz="1400" dirty="0"/>
              <a:t>Mapping of known Access Points (APs) </a:t>
            </a:r>
            <a:r>
              <a:rPr lang="en-US" sz="1400" dirty="0">
                <a:hlinkClick r:id="rId7"/>
              </a:rPr>
              <a:t>https://wigle.net/</a:t>
            </a:r>
            <a:endParaRPr lang="en-US" sz="1400" dirty="0"/>
          </a:p>
          <a:p>
            <a:pPr lvl="1"/>
            <a:endParaRPr lang="en-US" sz="1400" dirty="0"/>
          </a:p>
          <a:p>
            <a:pPr marL="457200" lvl="1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741385545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WiFi</a:t>
            </a:r>
            <a:r>
              <a:rPr lang="en-US" dirty="0"/>
              <a:t> Security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72943"/>
            <a:ext cx="8699500" cy="5451671"/>
          </a:xfrm>
        </p:spPr>
        <p:txBody>
          <a:bodyPr>
            <a:normAutofit fontScale="92500" lnSpcReduction="10000"/>
          </a:bodyPr>
          <a:lstStyle/>
          <a:p>
            <a:r>
              <a:rPr lang="en-US" altLang="ja-JP" sz="1600" dirty="0"/>
              <a:t>Basics</a:t>
            </a:r>
          </a:p>
          <a:p>
            <a:pPr lvl="1"/>
            <a:r>
              <a:rPr lang="en-US" altLang="ja-JP" sz="1400" dirty="0"/>
              <a:t>WPA2-PSK is meant for consumer networks, not enterprise networks</a:t>
            </a:r>
          </a:p>
          <a:p>
            <a:pPr lvl="1"/>
            <a:r>
              <a:rPr lang="en-US" altLang="ja-JP" sz="1400" dirty="0"/>
              <a:t>Use 802.1X/EAP with WPA2+AES (WPA3 in the future)</a:t>
            </a:r>
          </a:p>
          <a:p>
            <a:pPr lvl="1"/>
            <a:r>
              <a:rPr lang="en-US" altLang="ja-JP" sz="1400" dirty="0"/>
              <a:t>Use at least 20 characters in passphrase</a:t>
            </a:r>
          </a:p>
          <a:p>
            <a:pPr lvl="1"/>
            <a:r>
              <a:rPr lang="en-US" altLang="ja-JP" sz="1400" dirty="0"/>
              <a:t>Use VPN over public WiFi</a:t>
            </a:r>
          </a:p>
          <a:p>
            <a:pPr lvl="1"/>
            <a:r>
              <a:rPr lang="en-US" altLang="ja-JP" sz="1400" dirty="0"/>
              <a:t>Keep WiFi equipment updated to latest firmware</a:t>
            </a:r>
          </a:p>
          <a:p>
            <a:pPr lvl="1"/>
            <a:r>
              <a:rPr lang="en-US" altLang="ja-JP" sz="1400" dirty="0"/>
              <a:t>Replace older equipment (no new updates) with newer models</a:t>
            </a:r>
          </a:p>
          <a:p>
            <a:r>
              <a:rPr lang="en-US" sz="1800" dirty="0"/>
              <a:t>Security</a:t>
            </a:r>
          </a:p>
          <a:p>
            <a:pPr lvl="1"/>
            <a:r>
              <a:rPr lang="en-US" sz="1400" dirty="0"/>
              <a:t>802.11 specification has critical flaw and doesn’t secure frames</a:t>
            </a:r>
          </a:p>
          <a:p>
            <a:pPr lvl="1"/>
            <a:r>
              <a:rPr lang="en-US" sz="1400" dirty="0"/>
              <a:t>802.11i specification attempts to address security</a:t>
            </a:r>
          </a:p>
          <a:p>
            <a:pPr lvl="1"/>
            <a:r>
              <a:rPr lang="en-US" sz="1400" dirty="0"/>
              <a:t>WEP</a:t>
            </a:r>
          </a:p>
          <a:p>
            <a:pPr lvl="2"/>
            <a:r>
              <a:rPr lang="en-US" sz="1200" dirty="0"/>
              <a:t>Do not use</a:t>
            </a:r>
          </a:p>
          <a:p>
            <a:pPr lvl="2"/>
            <a:r>
              <a:rPr lang="en-US" sz="1200" dirty="0"/>
              <a:t>Easily breakable and hackable</a:t>
            </a:r>
          </a:p>
          <a:p>
            <a:pPr lvl="1"/>
            <a:r>
              <a:rPr lang="en-US" sz="1400" dirty="0"/>
              <a:t>WPA/WPA2 increases security</a:t>
            </a:r>
          </a:p>
          <a:p>
            <a:pPr lvl="2"/>
            <a:r>
              <a:rPr lang="en-US" sz="1200" dirty="0"/>
              <a:t>Choose WPA2 over WPA</a:t>
            </a:r>
          </a:p>
          <a:p>
            <a:pPr lvl="2"/>
            <a:r>
              <a:rPr lang="en-US" sz="1200" dirty="0"/>
              <a:t>WPA2 uses multiple keys: PSK, PMK (PSK or EAP), PTK</a:t>
            </a:r>
          </a:p>
          <a:p>
            <a:pPr lvl="2"/>
            <a:r>
              <a:rPr lang="en-US" sz="1200" dirty="0"/>
              <a:t>WPA2 is recommended with AES/CCMP, not TKIP</a:t>
            </a:r>
          </a:p>
          <a:p>
            <a:pPr lvl="2"/>
            <a:r>
              <a:rPr lang="en-US" sz="1200" dirty="0"/>
              <a:t>TKIP interferes with WPA/WPA2 QoS mechanism</a:t>
            </a:r>
          </a:p>
          <a:p>
            <a:pPr lvl="2"/>
            <a:r>
              <a:rPr lang="en-US" sz="1200" dirty="0"/>
              <a:t>Attack tools: </a:t>
            </a:r>
            <a:r>
              <a:rPr lang="en-US" sz="1200" dirty="0" err="1"/>
              <a:t>pyrit</a:t>
            </a:r>
            <a:r>
              <a:rPr lang="en-US" sz="1200" dirty="0"/>
              <a:t>, </a:t>
            </a:r>
            <a:r>
              <a:rPr lang="en-US" sz="1200" dirty="0" err="1"/>
              <a:t>hashcat</a:t>
            </a:r>
            <a:r>
              <a:rPr lang="en-US" sz="1200" dirty="0"/>
              <a:t>, </a:t>
            </a:r>
            <a:r>
              <a:rPr lang="en-US" sz="1200" dirty="0" err="1"/>
              <a:t>aircrack</a:t>
            </a:r>
            <a:r>
              <a:rPr lang="en-US" sz="1200" dirty="0"/>
              <a:t>-ng</a:t>
            </a:r>
          </a:p>
          <a:p>
            <a:pPr lvl="1"/>
            <a:r>
              <a:rPr lang="en-US" sz="1400" dirty="0" err="1"/>
              <a:t>WiFi</a:t>
            </a:r>
            <a:r>
              <a:rPr lang="en-US" sz="1400" dirty="0"/>
              <a:t> Protected Setup (WPS) has security flaw and is not recommended</a:t>
            </a:r>
          </a:p>
          <a:p>
            <a:pPr lvl="2"/>
            <a:r>
              <a:rPr lang="en-US" sz="1200" dirty="0"/>
              <a:t>PIN is printed on device label</a:t>
            </a:r>
          </a:p>
          <a:p>
            <a:pPr lvl="2"/>
            <a:r>
              <a:rPr lang="en-US" sz="1200" dirty="0"/>
              <a:t>Easy to brute force</a:t>
            </a:r>
          </a:p>
          <a:p>
            <a:pPr lvl="2"/>
            <a:r>
              <a:rPr lang="en-US" sz="1200" dirty="0" err="1"/>
              <a:t>Reaver</a:t>
            </a:r>
            <a:r>
              <a:rPr lang="en-US" sz="1200" dirty="0"/>
              <a:t> attack (</a:t>
            </a:r>
            <a:r>
              <a:rPr lang="en-US" sz="1200" dirty="0">
                <a:hlinkClick r:id="rId3"/>
              </a:rPr>
              <a:t>http://code.google.com/p/reaver-wps</a:t>
            </a:r>
            <a:r>
              <a:rPr lang="en-US" sz="1200" dirty="0"/>
              <a:t>)</a:t>
            </a:r>
          </a:p>
          <a:p>
            <a:pPr lvl="1"/>
            <a:r>
              <a:rPr lang="en-US" sz="1400" dirty="0"/>
              <a:t>WPA3 just announced</a:t>
            </a:r>
          </a:p>
          <a:p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2769245189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WiFi</a:t>
            </a:r>
            <a:r>
              <a:rPr lang="en-US" dirty="0"/>
              <a:t> Vulnerabilities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72943"/>
            <a:ext cx="8699500" cy="5451671"/>
          </a:xfrm>
        </p:spPr>
        <p:txBody>
          <a:bodyPr>
            <a:normAutofit fontScale="92500" lnSpcReduction="10000"/>
          </a:bodyPr>
          <a:lstStyle/>
          <a:p>
            <a:r>
              <a:rPr lang="en-US" altLang="ja-JP" sz="1600" dirty="0"/>
              <a:t>Known Exploits/Vulnerabilities</a:t>
            </a:r>
          </a:p>
          <a:p>
            <a:pPr lvl="1"/>
            <a:r>
              <a:rPr lang="en-US" sz="1400" dirty="0"/>
              <a:t>Weak access points easily identified by wardriving</a:t>
            </a:r>
          </a:p>
          <a:p>
            <a:pPr lvl="1"/>
            <a:r>
              <a:rPr lang="en-US" altLang="ja-JP" sz="1400" dirty="0"/>
              <a:t>Password cracking, built-in passwords</a:t>
            </a:r>
          </a:p>
          <a:p>
            <a:pPr lvl="1"/>
            <a:r>
              <a:rPr lang="en-US" altLang="ja-JP" sz="1400" dirty="0"/>
              <a:t>Firmware bugs leaves remote administration vulnerable</a:t>
            </a:r>
          </a:p>
          <a:p>
            <a:pPr lvl="1"/>
            <a:r>
              <a:rPr lang="en-US" altLang="ja-JP" sz="1400" dirty="0"/>
              <a:t>Open access </a:t>
            </a:r>
            <a:r>
              <a:rPr lang="en-US" altLang="ja-JP" sz="1400" dirty="0" err="1"/>
              <a:t>WiFi</a:t>
            </a:r>
            <a:r>
              <a:rPr lang="en-US" altLang="ja-JP" sz="1400" dirty="0"/>
              <a:t> is easily sniffed and hacked</a:t>
            </a:r>
          </a:p>
          <a:p>
            <a:pPr lvl="1"/>
            <a:r>
              <a:rPr lang="en-US" altLang="ja-JP" sz="1400" dirty="0"/>
              <a:t>Super-G is not a standard and will swamp 2.4Ghz</a:t>
            </a:r>
          </a:p>
          <a:p>
            <a:r>
              <a:rPr lang="en-US" altLang="ja-JP" sz="1600" dirty="0"/>
              <a:t>Hacking &amp; Cracking</a:t>
            </a:r>
          </a:p>
          <a:p>
            <a:pPr lvl="1"/>
            <a:r>
              <a:rPr lang="en-US" altLang="ja-JP" sz="1400" dirty="0"/>
              <a:t>Passwords under 20 characters are easily hacked</a:t>
            </a:r>
          </a:p>
          <a:p>
            <a:pPr lvl="1"/>
            <a:r>
              <a:rPr lang="en-US" altLang="ja-JP" sz="1400" dirty="0"/>
              <a:t>Pre-computed PMK hashes for top 1000 common SSIDs available at </a:t>
            </a:r>
            <a:r>
              <a:rPr lang="en-US" altLang="ja-JP" sz="1400" dirty="0">
                <a:hlinkClick r:id="rId3"/>
              </a:rPr>
              <a:t>https://wigle.net/</a:t>
            </a:r>
            <a:endParaRPr lang="en-US" altLang="ja-JP" sz="1400" dirty="0"/>
          </a:p>
          <a:p>
            <a:pPr lvl="1"/>
            <a:r>
              <a:rPr lang="en-US" altLang="ja-JP" sz="1400" dirty="0"/>
              <a:t>Tools to accelerate hash computation and WPA2-PSK cracking</a:t>
            </a:r>
          </a:p>
          <a:p>
            <a:pPr lvl="2"/>
            <a:r>
              <a:rPr lang="en-US" altLang="ja-JP" sz="1200" dirty="0"/>
              <a:t> Runs on ATI or NVIDIA GPUs (</a:t>
            </a:r>
            <a:r>
              <a:rPr lang="en-US" altLang="ja-JP" sz="1200" dirty="0" err="1"/>
              <a:t>Pyrit</a:t>
            </a:r>
            <a:r>
              <a:rPr lang="en-US" altLang="ja-JP" sz="1200" dirty="0"/>
              <a:t>, </a:t>
            </a:r>
            <a:r>
              <a:rPr lang="en-US" altLang="ja-JP" sz="1200" dirty="0" err="1"/>
              <a:t>hashcat</a:t>
            </a:r>
            <a:r>
              <a:rPr lang="en-US" altLang="ja-JP" sz="1200" dirty="0"/>
              <a:t>)</a:t>
            </a:r>
          </a:p>
          <a:p>
            <a:pPr lvl="1"/>
            <a:r>
              <a:rPr lang="en-US" altLang="ja-JP" sz="1400" dirty="0"/>
              <a:t>Can crack within seconds</a:t>
            </a:r>
          </a:p>
          <a:p>
            <a:pPr lvl="1"/>
            <a:r>
              <a:rPr lang="en-US" altLang="ja-JP" sz="1400" dirty="0"/>
              <a:t>PSK and PMK are stored on client devices, which can be stolen</a:t>
            </a:r>
          </a:p>
          <a:p>
            <a:r>
              <a:rPr lang="en-US" altLang="ja-JP" sz="1600" b="1" dirty="0">
                <a:solidFill>
                  <a:srgbClr val="FF0000"/>
                </a:solidFill>
              </a:rPr>
              <a:t>KRACK</a:t>
            </a:r>
            <a:endParaRPr lang="en-US" altLang="ja-JP" sz="1800" b="1" dirty="0">
              <a:solidFill>
                <a:srgbClr val="FF0000"/>
              </a:solidFill>
            </a:endParaRPr>
          </a:p>
          <a:p>
            <a:pPr lvl="1"/>
            <a:r>
              <a:rPr lang="en-US" altLang="ja-JP" sz="1400" dirty="0">
                <a:hlinkClick r:id="rId4"/>
              </a:rPr>
              <a:t>https://en.wikipedia.org/wiki/KRACK</a:t>
            </a:r>
            <a:endParaRPr lang="en-US" altLang="ja-JP" sz="1400" dirty="0"/>
          </a:p>
          <a:p>
            <a:pPr lvl="1"/>
            <a:r>
              <a:rPr lang="en-US" altLang="ja-JP" sz="1400" dirty="0">
                <a:hlinkClick r:id="rId5"/>
              </a:rPr>
              <a:t>https://www.krackattacks.com/</a:t>
            </a:r>
            <a:endParaRPr lang="en-US" altLang="ja-JP" sz="1400" dirty="0"/>
          </a:p>
          <a:p>
            <a:pPr lvl="1"/>
            <a:r>
              <a:rPr lang="en-US" altLang="ja-JP" sz="1400" dirty="0"/>
              <a:t>Against 802.11i/r</a:t>
            </a:r>
          </a:p>
          <a:p>
            <a:pPr lvl="1"/>
            <a:r>
              <a:rPr lang="en-US" altLang="ja-JP" sz="1400" dirty="0"/>
              <a:t>Uses replay attacks</a:t>
            </a:r>
          </a:p>
          <a:p>
            <a:pPr lvl="1"/>
            <a:r>
              <a:rPr lang="en-US" altLang="ja-JP" sz="1400" dirty="0"/>
              <a:t>TKIP, CCMP, or GCMP (</a:t>
            </a:r>
            <a:r>
              <a:rPr lang="en-US" altLang="ja-JP" sz="1400" dirty="0" err="1"/>
              <a:t>WiGig</a:t>
            </a:r>
            <a:r>
              <a:rPr lang="en-US" altLang="ja-JP" sz="1400" dirty="0"/>
              <a:t>) with 802.1X key distribution</a:t>
            </a:r>
          </a:p>
          <a:p>
            <a:pPr lvl="1"/>
            <a:r>
              <a:rPr lang="en-US" altLang="ja-JP" sz="1400" dirty="0"/>
              <a:t>Affects all current crypto and key derivation methods</a:t>
            </a:r>
          </a:p>
          <a:p>
            <a:pPr lvl="1"/>
            <a:r>
              <a:rPr lang="en-US" altLang="ja-JP" sz="1400" dirty="0"/>
              <a:t>Not in the wild (yet)</a:t>
            </a:r>
          </a:p>
          <a:p>
            <a:r>
              <a:rPr lang="en-US" sz="1600" dirty="0"/>
              <a:t>CERT CVE Lookup</a:t>
            </a:r>
          </a:p>
          <a:p>
            <a:pPr lvl="1"/>
            <a:r>
              <a:rPr lang="en-US" sz="1400" dirty="0">
                <a:hlinkClick r:id="rId6"/>
              </a:rPr>
              <a:t>http://cve.mitre.org/cgi-bin/cvekey.cgi?keyword=wifi</a:t>
            </a:r>
            <a:endParaRPr lang="en-US" sz="1400" dirty="0"/>
          </a:p>
          <a:p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4061204039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WiFi</a:t>
            </a:r>
            <a:r>
              <a:rPr lang="en-US" dirty="0"/>
              <a:t> Enterprise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72943"/>
            <a:ext cx="8699500" cy="5451671"/>
          </a:xfrm>
        </p:spPr>
        <p:txBody>
          <a:bodyPr>
            <a:normAutofit lnSpcReduction="10000"/>
          </a:bodyPr>
          <a:lstStyle/>
          <a:p>
            <a:r>
              <a:rPr lang="en-US" altLang="ja-JP" sz="1600" dirty="0"/>
              <a:t>Security</a:t>
            </a:r>
          </a:p>
          <a:p>
            <a:pPr lvl="1"/>
            <a:r>
              <a:rPr lang="en-US" altLang="ja-JP" sz="1400" dirty="0"/>
              <a:t>WPA2-Enterprise</a:t>
            </a:r>
          </a:p>
          <a:p>
            <a:pPr lvl="1"/>
            <a:r>
              <a:rPr lang="en-US" altLang="ja-JP" sz="1400" dirty="0"/>
              <a:t>TKIP or CCMP with 802.1X key distribution</a:t>
            </a:r>
          </a:p>
          <a:p>
            <a:pPr lvl="1"/>
            <a:r>
              <a:rPr lang="en-US" altLang="ja-JP" sz="1400" dirty="0"/>
              <a:t>EAPOL (PMK + PTK) 4-way with PMK</a:t>
            </a:r>
          </a:p>
          <a:p>
            <a:pPr lvl="1"/>
            <a:r>
              <a:rPr lang="en-US" altLang="ja-JP" sz="1400" dirty="0"/>
              <a:t>Encryption keys rotated every 216 packets</a:t>
            </a:r>
          </a:p>
          <a:p>
            <a:pPr lvl="1"/>
            <a:r>
              <a:rPr lang="en-US" altLang="ja-JP" sz="1400" dirty="0"/>
              <a:t>PEAP negotiation over TLS, new key every 64K packets</a:t>
            </a:r>
          </a:p>
          <a:p>
            <a:pPr lvl="2"/>
            <a:r>
              <a:rPr lang="en-US" altLang="ja-JP" sz="1200" dirty="0"/>
              <a:t>Subject to known TLS vulnerabilities</a:t>
            </a:r>
          </a:p>
          <a:p>
            <a:r>
              <a:rPr lang="en-US" altLang="ja-JP" sz="1600" dirty="0"/>
              <a:t>Vulnerabilities</a:t>
            </a:r>
          </a:p>
          <a:p>
            <a:pPr lvl="1"/>
            <a:r>
              <a:rPr lang="en-US" altLang="ja-JP" sz="1400" dirty="0"/>
              <a:t>Don’t always need to target WPA2 security</a:t>
            </a:r>
          </a:p>
          <a:p>
            <a:pPr lvl="1"/>
            <a:r>
              <a:rPr lang="en-US" altLang="ja-JP" sz="1400" dirty="0"/>
              <a:t>Impersonate open SSID with MiFi or AP</a:t>
            </a:r>
          </a:p>
          <a:p>
            <a:pPr lvl="2"/>
            <a:r>
              <a:rPr lang="en-US" altLang="ja-JP" sz="1200" dirty="0"/>
              <a:t>Can be leveraged for </a:t>
            </a:r>
            <a:r>
              <a:rPr lang="en-US" altLang="ja-JP" sz="1200" dirty="0" err="1"/>
              <a:t>DoS</a:t>
            </a:r>
            <a:r>
              <a:rPr lang="en-US" altLang="ja-JP" sz="1200" dirty="0"/>
              <a:t> attack to force roaming event to impersonating AP</a:t>
            </a:r>
          </a:p>
          <a:p>
            <a:pPr lvl="1"/>
            <a:r>
              <a:rPr lang="en-US" altLang="ja-JP" sz="1400" dirty="0"/>
              <a:t>Attacker looks for valid usernames by sniffing</a:t>
            </a:r>
          </a:p>
          <a:p>
            <a:pPr lvl="2"/>
            <a:r>
              <a:rPr lang="en-US" altLang="ja-JP" sz="1200" dirty="0"/>
              <a:t>Attacker attempts authentication using common weak passwords</a:t>
            </a:r>
          </a:p>
          <a:p>
            <a:pPr lvl="2"/>
            <a:r>
              <a:rPr lang="en-US" altLang="ja-JP" sz="1200" dirty="0"/>
              <a:t>Account lockout if policy is enabled</a:t>
            </a:r>
          </a:p>
          <a:p>
            <a:pPr lvl="1"/>
            <a:r>
              <a:rPr lang="en-US" altLang="ja-JP" sz="1400" dirty="0"/>
              <a:t>Many PEAP deployments fail to deploy properly</a:t>
            </a:r>
          </a:p>
          <a:p>
            <a:pPr lvl="2"/>
            <a:r>
              <a:rPr lang="en-US" altLang="ja-JP" sz="1200" dirty="0"/>
              <a:t>Fail to enable server certificate validation</a:t>
            </a:r>
          </a:p>
          <a:p>
            <a:pPr lvl="2"/>
            <a:r>
              <a:rPr lang="en-US" altLang="ja-JP" sz="1200" dirty="0"/>
              <a:t>Using CHAP/PAP (MS-CHAPv2), which can be cracked</a:t>
            </a:r>
          </a:p>
          <a:p>
            <a:pPr lvl="1"/>
            <a:r>
              <a:rPr lang="en-US" altLang="ja-JP" sz="1400" dirty="0"/>
              <a:t>Anyone can impersonate RADIUS server</a:t>
            </a:r>
          </a:p>
          <a:p>
            <a:pPr lvl="2"/>
            <a:r>
              <a:rPr lang="en-US" altLang="ja-JP" sz="1200" dirty="0"/>
              <a:t>Clients don’t always validate the CA certificate</a:t>
            </a:r>
          </a:p>
          <a:p>
            <a:pPr lvl="2"/>
            <a:r>
              <a:rPr lang="en-US" altLang="ja-JP" sz="1200" dirty="0"/>
              <a:t>Windows client ask for </a:t>
            </a:r>
            <a:r>
              <a:rPr lang="en-US" altLang="ja-JP" sz="1200" dirty="0" err="1"/>
              <a:t>userid</a:t>
            </a:r>
            <a:r>
              <a:rPr lang="en-US" altLang="ja-JP" sz="1200" dirty="0"/>
              <a:t>/password before validating certificate</a:t>
            </a:r>
          </a:p>
          <a:p>
            <a:pPr lvl="3"/>
            <a:r>
              <a:rPr lang="en-US" altLang="ja-JP" sz="1000" dirty="0"/>
              <a:t>Sends MS-CHAPv2 credentials to attacker</a:t>
            </a:r>
            <a:endParaRPr lang="en-US" altLang="ja-JP" sz="1200" dirty="0"/>
          </a:p>
          <a:p>
            <a:pPr lvl="2"/>
            <a:r>
              <a:rPr lang="en-US" altLang="ja-JP" sz="1200" dirty="0"/>
              <a:t>Users left to decide to trust or reject certificate (iOS)</a:t>
            </a:r>
          </a:p>
          <a:p>
            <a:pPr lvl="3"/>
            <a:r>
              <a:rPr lang="en-US" altLang="ja-JP" sz="1000" dirty="0"/>
              <a:t>Android unless specifically configured to trust a public CA</a:t>
            </a:r>
          </a:p>
        </p:txBody>
      </p:sp>
    </p:spTree>
    <p:extLst>
      <p:ext uri="{BB962C8B-B14F-4D97-AF65-F5344CB8AC3E}">
        <p14:creationId xmlns:p14="http://schemas.microsoft.com/office/powerpoint/2010/main" val="83961264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WiFi Guidelines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72943"/>
            <a:ext cx="8699500" cy="5451671"/>
          </a:xfrm>
        </p:spPr>
        <p:txBody>
          <a:bodyPr>
            <a:normAutofit/>
          </a:bodyPr>
          <a:lstStyle/>
          <a:p>
            <a:r>
              <a:rPr lang="en-US" sz="1600" dirty="0"/>
              <a:t>CERT Guide</a:t>
            </a:r>
          </a:p>
          <a:p>
            <a:pPr lvl="1"/>
            <a:r>
              <a:rPr lang="en-US" sz="1400" dirty="0">
                <a:hlinkClick r:id="rId3"/>
              </a:rPr>
              <a:t>https://www.us-cert.gov/sites/default/files/publications/A_Guide_to_Securing_Networks_for_Wi-Fi.pdf</a:t>
            </a:r>
            <a:endParaRPr lang="en-US" sz="1400" dirty="0"/>
          </a:p>
          <a:p>
            <a:r>
              <a:rPr lang="en-US" sz="1600" dirty="0"/>
              <a:t>NIST Guidelines</a:t>
            </a:r>
          </a:p>
          <a:p>
            <a:pPr lvl="1"/>
            <a:r>
              <a:rPr lang="en-US" sz="1400" dirty="0">
                <a:hlinkClick r:id="rId4"/>
              </a:rPr>
              <a:t>https://csrc.nist.gov/publications/detail/sp/800-97/final</a:t>
            </a:r>
          </a:p>
          <a:p>
            <a:pPr lvl="1"/>
            <a:r>
              <a:rPr lang="en-US" sz="1400" dirty="0">
                <a:hlinkClick r:id="rId4"/>
              </a:rPr>
              <a:t>https://csrc.nist.gov/publications/detail/sp/800-153/final</a:t>
            </a:r>
          </a:p>
          <a:p>
            <a:r>
              <a:rPr lang="en-US" sz="1600" dirty="0"/>
              <a:t>SANS Whitepaper</a:t>
            </a:r>
          </a:p>
          <a:p>
            <a:pPr lvl="1"/>
            <a:r>
              <a:rPr lang="en-US" sz="1400" dirty="0">
                <a:hlinkClick r:id="rId5"/>
              </a:rPr>
              <a:t>https://www.sans.org/reading-room/whitepapers/access/security-vulnerabilities-wireless-lan-technology-1629</a:t>
            </a:r>
          </a:p>
          <a:p>
            <a:pPr lvl="1"/>
            <a:r>
              <a:rPr lang="en-US" sz="1400" dirty="0">
                <a:hlinkClick r:id="rId5"/>
              </a:rPr>
              <a:t>https://www.sans.org/reading-room/whitepapers/wireless/security-guidelines-wireless-lan-implementation-1233</a:t>
            </a:r>
          </a:p>
          <a:p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4149052973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WiFi Tools    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00706"/>
            <a:ext cx="8699500" cy="5523908"/>
          </a:xfrm>
        </p:spPr>
        <p:txBody>
          <a:bodyPr>
            <a:normAutofit lnSpcReduction="10000"/>
          </a:bodyPr>
          <a:lstStyle/>
          <a:p>
            <a:r>
              <a:rPr lang="en-US" altLang="ja-JP" sz="1600" dirty="0"/>
              <a:t>Tools</a:t>
            </a:r>
          </a:p>
          <a:p>
            <a:pPr lvl="1"/>
            <a:r>
              <a:rPr lang="en-US" altLang="ja-JP" sz="1400" dirty="0"/>
              <a:t>Too many to enumerate, available for all platforms</a:t>
            </a:r>
          </a:p>
          <a:p>
            <a:pPr lvl="1"/>
            <a:r>
              <a:rPr lang="en-US" altLang="ja-JP" sz="1400" dirty="0"/>
              <a:t>SANS SWAT Toolkit</a:t>
            </a:r>
          </a:p>
          <a:p>
            <a:r>
              <a:rPr lang="en-US" altLang="ja-JP" sz="1600" dirty="0"/>
              <a:t>Popular</a:t>
            </a:r>
          </a:p>
          <a:p>
            <a:pPr lvl="1"/>
            <a:r>
              <a:rPr lang="en-US" altLang="ja-JP" sz="1400" dirty="0"/>
              <a:t>Android</a:t>
            </a:r>
          </a:p>
          <a:p>
            <a:pPr lvl="2"/>
            <a:r>
              <a:rPr lang="en-US" altLang="ja-JP" sz="1200" dirty="0" err="1"/>
              <a:t>Wifi</a:t>
            </a:r>
            <a:r>
              <a:rPr lang="en-US" altLang="ja-JP" sz="1200" dirty="0"/>
              <a:t> Analyzer</a:t>
            </a:r>
          </a:p>
          <a:p>
            <a:pPr lvl="1"/>
            <a:r>
              <a:rPr lang="en-US" altLang="ja-JP" sz="1400" dirty="0"/>
              <a:t>Linux (usually included with Kali Linux)</a:t>
            </a:r>
          </a:p>
          <a:p>
            <a:pPr lvl="2"/>
            <a:r>
              <a:rPr lang="en-US" altLang="ja-JP" sz="1200" dirty="0"/>
              <a:t>Linux allows </a:t>
            </a:r>
            <a:r>
              <a:rPr lang="en-US" altLang="ja-JP" sz="1200" dirty="0" err="1"/>
              <a:t>WiFi</a:t>
            </a:r>
            <a:r>
              <a:rPr lang="en-US" altLang="ja-JP" sz="1200" dirty="0"/>
              <a:t> devices to be put into monitor mode good for sniffing</a:t>
            </a:r>
          </a:p>
          <a:p>
            <a:pPr lvl="2"/>
            <a:r>
              <a:rPr lang="en-US" altLang="ja-JP" sz="1200" dirty="0"/>
              <a:t>Command line tools</a:t>
            </a:r>
          </a:p>
          <a:p>
            <a:pPr lvl="3"/>
            <a:r>
              <a:rPr lang="en-US" altLang="ja-JP" sz="1000" dirty="0" err="1"/>
              <a:t>iwlist</a:t>
            </a:r>
            <a:endParaRPr lang="en-US" altLang="ja-JP" sz="1000" dirty="0"/>
          </a:p>
          <a:p>
            <a:pPr lvl="3"/>
            <a:r>
              <a:rPr lang="en-US" altLang="ja-JP" sz="1000" dirty="0" err="1"/>
              <a:t>wavemon</a:t>
            </a:r>
            <a:endParaRPr lang="en-US" altLang="ja-JP" sz="1000" dirty="0"/>
          </a:p>
          <a:p>
            <a:pPr lvl="2"/>
            <a:r>
              <a:rPr lang="en-US" altLang="ja-JP" sz="1200" dirty="0" err="1"/>
              <a:t>Aircrack</a:t>
            </a:r>
            <a:r>
              <a:rPr lang="en-US" altLang="ja-JP" sz="1200" dirty="0"/>
              <a:t>-NG Suite: </a:t>
            </a:r>
            <a:r>
              <a:rPr lang="en-US" altLang="ja-JP" sz="1200" dirty="0" err="1"/>
              <a:t>aircrack</a:t>
            </a:r>
            <a:r>
              <a:rPr lang="en-US" altLang="ja-JP" sz="1200" dirty="0"/>
              <a:t>-ng, </a:t>
            </a:r>
            <a:r>
              <a:rPr lang="en-US" altLang="ja-JP" sz="1200" dirty="0" err="1"/>
              <a:t>airmon</a:t>
            </a:r>
            <a:r>
              <a:rPr lang="en-US" altLang="ja-JP" sz="1200" dirty="0"/>
              <a:t>-ng, </a:t>
            </a:r>
            <a:r>
              <a:rPr lang="en-US" altLang="ja-JP" sz="1200" dirty="0" err="1"/>
              <a:t>aircrack</a:t>
            </a:r>
            <a:r>
              <a:rPr lang="en-US" altLang="ja-JP" sz="1200" dirty="0"/>
              <a:t>-ng, </a:t>
            </a:r>
            <a:r>
              <a:rPr lang="en-US" altLang="ja-JP" sz="1200" dirty="0" err="1"/>
              <a:t>airdecap</a:t>
            </a:r>
            <a:r>
              <a:rPr lang="en-US" altLang="ja-JP" sz="1200" dirty="0"/>
              <a:t>-ng, …</a:t>
            </a:r>
          </a:p>
          <a:p>
            <a:pPr lvl="2"/>
            <a:r>
              <a:rPr lang="en-US" altLang="ja-JP" sz="1200" dirty="0" err="1"/>
              <a:t>Hashcat</a:t>
            </a:r>
            <a:endParaRPr lang="en-US" altLang="ja-JP" sz="1200" dirty="0"/>
          </a:p>
          <a:p>
            <a:pPr lvl="2"/>
            <a:r>
              <a:rPr lang="en-US" altLang="ja-JP" sz="1200" dirty="0"/>
              <a:t>Kismet</a:t>
            </a:r>
          </a:p>
          <a:p>
            <a:pPr lvl="2"/>
            <a:r>
              <a:rPr lang="en-US" altLang="ja-JP" sz="1200" dirty="0" err="1"/>
              <a:t>LinSSID</a:t>
            </a:r>
            <a:endParaRPr lang="en-US" altLang="ja-JP" sz="1200" dirty="0"/>
          </a:p>
          <a:p>
            <a:pPr lvl="2"/>
            <a:r>
              <a:rPr lang="en-US" altLang="ja-JP" sz="1200" dirty="0"/>
              <a:t>Wireshark, </a:t>
            </a:r>
            <a:r>
              <a:rPr lang="en-US" altLang="ja-JP" sz="1200" dirty="0" err="1"/>
              <a:t>tshark</a:t>
            </a:r>
            <a:endParaRPr lang="en-US" altLang="ja-JP" sz="1200" dirty="0"/>
          </a:p>
          <a:p>
            <a:pPr lvl="1"/>
            <a:r>
              <a:rPr lang="en-US" altLang="ja-JP" sz="1400" dirty="0"/>
              <a:t>Windows</a:t>
            </a:r>
          </a:p>
          <a:p>
            <a:pPr lvl="2"/>
            <a:r>
              <a:rPr lang="en-US" altLang="ja-JP" sz="1200" dirty="0"/>
              <a:t>Using 802.11n/ac dongle</a:t>
            </a:r>
          </a:p>
          <a:p>
            <a:pPr lvl="2"/>
            <a:r>
              <a:rPr lang="en-US" altLang="ja-JP" sz="1200" dirty="0"/>
              <a:t>Acrylic </a:t>
            </a:r>
            <a:r>
              <a:rPr lang="en-US" altLang="ja-JP" sz="1200" dirty="0" err="1"/>
              <a:t>WiFi</a:t>
            </a:r>
            <a:r>
              <a:rPr lang="en-US" altLang="ja-JP" sz="1200" dirty="0"/>
              <a:t>: </a:t>
            </a:r>
            <a:r>
              <a:rPr lang="en-US" altLang="ja-JP" sz="1200" dirty="0">
                <a:hlinkClick r:id="rId3"/>
              </a:rPr>
              <a:t>https://www.acrylicwifi.com/en/</a:t>
            </a:r>
            <a:endParaRPr lang="en-US" altLang="ja-JP" sz="1200" dirty="0"/>
          </a:p>
          <a:p>
            <a:pPr lvl="2"/>
            <a:r>
              <a:rPr lang="en-US" altLang="ja-JP" sz="1200" dirty="0" err="1"/>
              <a:t>NetSpot</a:t>
            </a:r>
            <a:r>
              <a:rPr lang="en-US" altLang="ja-JP" sz="1200" dirty="0"/>
              <a:t>: </a:t>
            </a:r>
            <a:r>
              <a:rPr lang="en-US" altLang="ja-JP" sz="1200" dirty="0">
                <a:hlinkClick r:id="rId4"/>
              </a:rPr>
              <a:t>https://www.netspotapp.com/</a:t>
            </a:r>
            <a:endParaRPr lang="en-US" altLang="ja-JP" sz="1200" dirty="0"/>
          </a:p>
          <a:p>
            <a:pPr lvl="2"/>
            <a:r>
              <a:rPr lang="en-US" altLang="ja-JP" sz="1200" dirty="0" err="1"/>
              <a:t>InSSIDer</a:t>
            </a:r>
            <a:r>
              <a:rPr lang="en-US" altLang="ja-JP" sz="1200" dirty="0"/>
              <a:t>: </a:t>
            </a:r>
            <a:r>
              <a:rPr lang="en-US" altLang="ja-JP" sz="1200" dirty="0">
                <a:hlinkClick r:id="rId5"/>
              </a:rPr>
              <a:t>https://www.metageek.com/products/inssider/</a:t>
            </a:r>
            <a:endParaRPr lang="en-US" altLang="ja-JP" sz="1200" dirty="0"/>
          </a:p>
          <a:p>
            <a:pPr lvl="2"/>
            <a:r>
              <a:rPr lang="en-US" altLang="ja-JP" sz="1200" dirty="0"/>
              <a:t>Wireshark</a:t>
            </a:r>
          </a:p>
          <a:p>
            <a:pPr lvl="2"/>
            <a:r>
              <a:rPr lang="en-US" altLang="ja-JP" sz="1200" dirty="0" err="1"/>
              <a:t>WirelessKeyView</a:t>
            </a:r>
            <a:r>
              <a:rPr lang="en-US" altLang="ja-JP" sz="1200" dirty="0"/>
              <a:t> (</a:t>
            </a:r>
            <a:r>
              <a:rPr lang="en-US" altLang="ja-JP" sz="1200" dirty="0" err="1"/>
              <a:t>NirSoft</a:t>
            </a:r>
            <a:r>
              <a:rPr lang="en-US" altLang="ja-JP" sz="1200" dirty="0"/>
              <a:t>)</a:t>
            </a:r>
          </a:p>
          <a:p>
            <a:pPr lvl="2"/>
            <a:endParaRPr lang="en-US" altLang="ja-JP" sz="1200" dirty="0"/>
          </a:p>
          <a:p>
            <a:pPr lvl="1"/>
            <a:endParaRPr lang="en-US" altLang="ja-JP" sz="1400" dirty="0"/>
          </a:p>
          <a:p>
            <a:pPr lvl="1"/>
            <a:endParaRPr lang="en-US" altLang="ja-JP" sz="1200" dirty="0"/>
          </a:p>
          <a:p>
            <a:pPr marL="0" indent="0">
              <a:buNone/>
            </a:pP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2831607438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ARTICULATE_SLIDE_COUNT" val="15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c7a77415-c4a3-4262-8430-671f3e8707b6">7J4PPY27XH2W-901365475-257158</_dlc_DocId>
    <_dlc_DocIdUrl xmlns="c7a77415-c4a3-4262-8430-671f3e8707b6">
      <Url>https://automotivei.sharepoint.com/sites/PMO/_layouts/15/DocIdRedir.aspx?ID=7J4PPY27XH2W-901365475-257158</Url>
      <Description>7J4PPY27XH2W-901365475-257158</Description>
    </_dlc_DocIdUrl>
    <TaxCatchAll xmlns="c7a77415-c4a3-4262-8430-671f3e8707b6" xsi:nil="true"/>
    <lcf76f155ced4ddcb4097134ff3c332f xmlns="69a7259e-7a2c-42d5-bc84-25eccf0dce8b">
      <Terms xmlns="http://schemas.microsoft.com/office/infopath/2007/PartnerControls"/>
    </lcf76f155ced4ddcb4097134ff3c332f>
  </documentManagement>
</p:properties>
</file>

<file path=customXml/item2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7B86F8708159745A0B6896184DE9576" ma:contentTypeVersion="19" ma:contentTypeDescription="Create a new document." ma:contentTypeScope="" ma:versionID="493bf26d373952ea1ae3b9e24cd19b33">
  <xsd:schema xmlns:xsd="http://www.w3.org/2001/XMLSchema" xmlns:xs="http://www.w3.org/2001/XMLSchema" xmlns:p="http://schemas.microsoft.com/office/2006/metadata/properties" xmlns:ns2="c7a77415-c4a3-4262-8430-671f3e8707b6" xmlns:ns3="69a7259e-7a2c-42d5-bc84-25eccf0dce8b" targetNamespace="http://schemas.microsoft.com/office/2006/metadata/properties" ma:root="true" ma:fieldsID="69c00e31f84d56e19bb090b7ea67ab52" ns2:_="" ns3:_="">
    <xsd:import namespace="c7a77415-c4a3-4262-8430-671f3e8707b6"/>
    <xsd:import namespace="69a7259e-7a2c-42d5-bc84-25eccf0dce8b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2:SharedWithUsers" minOccurs="0"/>
                <xsd:element ref="ns2:SharedWithDetail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7a77415-c4a3-4262-8430-671f3e8707b6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SharedWithUsers" ma:index="2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6" nillable="true" ma:displayName="Taxonomy Catch All Column" ma:hidden="true" ma:list="{d3a045ce-0abc-407a-a385-daab9685d46b}" ma:internalName="TaxCatchAll" ma:showField="CatchAllData" ma:web="c7a77415-c4a3-4262-8430-671f3e8707b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7259e-7a2c-42d5-bc84-25eccf0dce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3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5" nillable="true" ma:taxonomy="true" ma:internalName="lcf76f155ced4ddcb4097134ff3c332f" ma:taxonomyFieldName="MediaServiceImageTags" ma:displayName="Image Tags" ma:readOnly="false" ma:fieldId="{5cf76f15-5ced-4ddc-b409-7134ff3c332f}" ma:taxonomyMulti="true" ma:sspId="ca126d71-af09-421f-972c-d16e59c147a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71A463F-9F4B-47AC-91AA-3962FD8F3CE5}">
  <ds:schemaRefs>
    <ds:schemaRef ds:uri="http://schemas.microsoft.com/office/2006/metadata/properties"/>
    <ds:schemaRef ds:uri="http://schemas.microsoft.com/office/infopath/2007/PartnerControls"/>
    <ds:schemaRef ds:uri="c7a77415-c4a3-4262-8430-671f3e8707b6"/>
    <ds:schemaRef ds:uri="69a7259e-7a2c-42d5-bc84-25eccf0dce8b"/>
  </ds:schemaRefs>
</ds:datastoreItem>
</file>

<file path=customXml/itemProps2.xml><?xml version="1.0" encoding="utf-8"?>
<ds:datastoreItem xmlns:ds="http://schemas.openxmlformats.org/officeDocument/2006/customXml" ds:itemID="{54C592EF-85C1-482B-896B-DED434B6FCCC}">
  <ds:schemaRefs>
    <ds:schemaRef ds:uri="http://schemas.microsoft.com/sharepoint/events"/>
  </ds:schemaRefs>
</ds:datastoreItem>
</file>

<file path=customXml/itemProps3.xml><?xml version="1.0" encoding="utf-8"?>
<ds:datastoreItem xmlns:ds="http://schemas.openxmlformats.org/officeDocument/2006/customXml" ds:itemID="{84EE72F3-C956-4A5B-833F-E761B5D8ACD8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8FEF19B7-7529-453B-A7D5-A8465340F17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7a77415-c4a3-4262-8430-671f3e8707b6"/>
    <ds:schemaRef ds:uri="69a7259e-7a2c-42d5-bc84-25eccf0dce8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1303</TotalTime>
  <Words>1667</Words>
  <Application>Microsoft Office PowerPoint</Application>
  <PresentationFormat>Widescreen</PresentationFormat>
  <Paragraphs>280</Paragraphs>
  <Slides>31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Aptos</vt:lpstr>
      <vt:lpstr>Aptos Display</vt:lpstr>
      <vt:lpstr>Arial</vt:lpstr>
      <vt:lpstr>Roboto</vt:lpstr>
      <vt:lpstr>Custom Design</vt:lpstr>
      <vt:lpstr>PowerPoint Presentation</vt:lpstr>
      <vt:lpstr>Walkthrough WPA2 Handshake Cracking</vt:lpstr>
      <vt:lpstr>Step 1 - Setup Monitor Mode WPA2 Handshake Cracking</vt:lpstr>
      <vt:lpstr>Step 2 - Analyze Available Wi-Fi Networks WPA2 Handshake Cracking</vt:lpstr>
      <vt:lpstr>Step 3 - Analyze Networks on a Speciﬁc Channel WPA2 Handshake Cracking</vt:lpstr>
      <vt:lpstr>Step 4 - Analyze Speciﬁc Access Point (BSSID) WPA2 Handshake Cracking</vt:lpstr>
      <vt:lpstr>Step 4 - Deauth Clients WPA2 Handshake Cracking</vt:lpstr>
      <vt:lpstr>Step 5 - Capture Handshake WPA2 Handshake Cracking</vt:lpstr>
      <vt:lpstr>Step 6 - Crack Handshake WPA2 Handshake Cracking</vt:lpstr>
      <vt:lpstr>Exercise #01</vt:lpstr>
      <vt:lpstr>Step 1 - Download Wi-Fi Analyzer App</vt:lpstr>
      <vt:lpstr>Step 2 - Check the Different Views Mobile App: Wi-Fi Analyzer</vt:lpstr>
      <vt:lpstr>Exercise #04</vt:lpstr>
      <vt:lpstr>Wiﬁte2</vt:lpstr>
      <vt:lpstr>Wiﬁte2 - Steps</vt:lpstr>
      <vt:lpstr>Lab 1 – Understanding Your Environment</vt:lpstr>
      <vt:lpstr>Exercise #02</vt:lpstr>
      <vt:lpstr>Step 1 - Download Wordlist &amp; Identify Wireless Adapter</vt:lpstr>
      <vt:lpstr>Step 2 - Kill Interrupting Services &amp; Start Monitor Mode</vt:lpstr>
      <vt:lpstr>Step 2 - Kill Interrupting Services &amp; Start Monitor Mode</vt:lpstr>
      <vt:lpstr>Step 3 - Look for Targets</vt:lpstr>
      <vt:lpstr>Step 4 - Deauth Clients WPA2 Handshake Cracking</vt:lpstr>
      <vt:lpstr>Step 5 - Capture Network Handshake and Save to File</vt:lpstr>
      <vt:lpstr>Step 6 - Crack Password using Aircrack-ng &amp; Wordlist</vt:lpstr>
      <vt:lpstr>Exercise #03</vt:lpstr>
      <vt:lpstr>WiFi Information</vt:lpstr>
      <vt:lpstr>WiFi Security</vt:lpstr>
      <vt:lpstr>WiFi Vulnerabilities</vt:lpstr>
      <vt:lpstr>WiFi Enterprise</vt:lpstr>
      <vt:lpstr>WiFi Guidelines</vt:lpstr>
      <vt:lpstr>WiFi Tools  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Carey Garback</dc:creator>
  <cp:lastModifiedBy>Probert, Neal</cp:lastModifiedBy>
  <cp:revision>8</cp:revision>
  <dcterms:created xsi:type="dcterms:W3CDTF">2026-03-11T18:02:03Z</dcterms:created>
  <dcterms:modified xsi:type="dcterms:W3CDTF">2026-09-04T13:23:16Z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9C55993E-2489-4B16-A624-642EE1CF50C1</vt:lpwstr>
  </property>
  <property fmtid="{D5CDD505-2E9C-101B-9397-08002B2CF9AE}" pid="3" name="ArticulatePath">
    <vt:lpwstr>Presentation1</vt:lpwstr>
  </property>
  <property fmtid="{D5CDD505-2E9C-101B-9397-08002B2CF9AE}" pid="4" name="_dlc_DocIdItemGuid">
    <vt:lpwstr>93579079-5068-410a-b208-65d154b95cd0</vt:lpwstr>
  </property>
  <property fmtid="{D5CDD505-2E9C-101B-9397-08002B2CF9AE}" pid="5" name="ContentTypeId">
    <vt:lpwstr>0x01010067B86F8708159745A0B6896184DE9576</vt:lpwstr>
  </property>
  <property fmtid="{D5CDD505-2E9C-101B-9397-08002B2CF9AE}" pid="6" name="MediaServiceImageTags">
    <vt:lpwstr/>
  </property>
</Properties>
</file>