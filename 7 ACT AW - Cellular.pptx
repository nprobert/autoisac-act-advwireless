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5"/>
  </p:sldMasterIdLst>
  <p:notesMasterIdLst>
    <p:notesMasterId r:id="rId29"/>
  </p:notesMasterIdLst>
  <p:sldIdLst>
    <p:sldId id="404" r:id="rId6"/>
    <p:sldId id="405" r:id="rId7"/>
    <p:sldId id="406" r:id="rId8"/>
    <p:sldId id="407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408" r:id="rId23"/>
    <p:sldId id="409" r:id="rId24"/>
    <p:sldId id="410" r:id="rId25"/>
    <p:sldId id="411" r:id="rId26"/>
    <p:sldId id="412" r:id="rId27"/>
    <p:sldId id="413" r:id="rId28"/>
  </p:sldIdLst>
  <p:sldSz cx="12192000" cy="6858000"/>
  <p:notesSz cx="6858000" cy="9144000"/>
  <p:custDataLst>
    <p:tags r:id="rId3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ellular" id="{25C6303D-1F66-4394-9550-8A6018EDAB0A}">
          <p14:sldIdLst>
            <p14:sldId id="404"/>
            <p14:sldId id="405"/>
            <p14:sldId id="406"/>
            <p14:sldId id="407"/>
            <p14:sldId id="326"/>
          </p14:sldIdLst>
        </p14:section>
        <p14:section name="Cellular - srsRAN" id="{FB62652E-D7E0-472B-B534-6309AEE11FE8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408"/>
            <p14:sldId id="409"/>
            <p14:sldId id="410"/>
            <p14:sldId id="411"/>
            <p14:sldId id="412"/>
            <p14:sldId id="4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A02856-269D-4F17-A7F6-0B8C7D84C0B3}" v="7" dt="2026-03-11T21:04:40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tags" Target="tags/tag1.xml"/><Relationship Id="rId35" Type="http://schemas.microsoft.com/office/2016/11/relationships/changesInfo" Target="changesInfos/changesInfo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ey Garback" userId="dc25ffa4-de89-4779-8381-34524c87e417" providerId="ADAL" clId="{6E1D5EB8-13F6-40DF-B512-351F8F358EAF}"/>
    <pc:docChg chg="undo custSel delSld modSld addMainMaster delMainMaster modMainMaster">
      <pc:chgData name="Carey Garback" userId="dc25ffa4-de89-4779-8381-34524c87e417" providerId="ADAL" clId="{6E1D5EB8-13F6-40DF-B512-351F8F358EAF}" dt="2026-03-11T21:17:14.370" v="429" actId="478"/>
      <pc:docMkLst>
        <pc:docMk/>
      </pc:docMkLst>
      <pc:sldChg chg="modSp mod modClrScheme chgLayout">
        <pc:chgData name="Carey Garback" userId="dc25ffa4-de89-4779-8381-34524c87e417" providerId="ADAL" clId="{6E1D5EB8-13F6-40DF-B512-351F8F358EAF}" dt="2026-03-11T21:16:21.167" v="425" actId="1036"/>
        <pc:sldMkLst>
          <pc:docMk/>
          <pc:sldMk cId="0" sldId="272"/>
        </pc:sldMkLst>
        <pc:spChg chg="mod ord">
          <ac:chgData name="Carey Garback" userId="dc25ffa4-de89-4779-8381-34524c87e417" providerId="ADAL" clId="{6E1D5EB8-13F6-40DF-B512-351F8F358EAF}" dt="2026-03-11T21:16:09.261" v="398" actId="404"/>
          <ac:spMkLst>
            <pc:docMk/>
            <pc:sldMk cId="0" sldId="27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2"/>
            <ac:spMk id="4" creationId="{00000000-0000-0000-0000-000000000000}"/>
          </ac:spMkLst>
        </pc:spChg>
        <pc:graphicFrameChg chg="mod">
          <ac:chgData name="Carey Garback" userId="dc25ffa4-de89-4779-8381-34524c87e417" providerId="ADAL" clId="{6E1D5EB8-13F6-40DF-B512-351F8F358EAF}" dt="2026-03-11T21:16:21.167" v="425" actId="1036"/>
          <ac:graphicFrameMkLst>
            <pc:docMk/>
            <pc:sldMk cId="0" sldId="272"/>
            <ac:graphicFrameMk id="2" creationId="{00000000-0000-0000-0000-000000000000}"/>
          </ac:graphicFrameMkLst>
        </pc:graphicFrame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3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5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7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77"/>
            <ac:spMk id="236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6.747" v="53" actId="478"/>
          <ac:spMkLst>
            <pc:docMk/>
            <pc:sldMk cId="0" sldId="277"/>
            <ac:spMk id="237" creationId="{00000000-0000-0000-0000-000000000000}"/>
          </ac:spMkLst>
        </pc:spChg>
      </pc:sldChg>
      <pc:sldChg chg="addSp delSp modSp del mod modClrScheme chgLayout">
        <pc:chgData name="Carey Garback" userId="dc25ffa4-de89-4779-8381-34524c87e417" providerId="ADAL" clId="{6E1D5EB8-13F6-40DF-B512-351F8F358EAF}" dt="2026-03-11T21:02:37.558" v="179" actId="47"/>
        <pc:sldMkLst>
          <pc:docMk/>
          <pc:sldMk cId="0" sldId="283"/>
        </pc:sldMkLst>
        <pc:spChg chg="mod">
          <ac:chgData name="Carey Garback" userId="dc25ffa4-de89-4779-8381-34524c87e417" providerId="ADAL" clId="{6E1D5EB8-13F6-40DF-B512-351F8F358EAF}" dt="2026-03-11T20:48:16.823" v="26" actId="122"/>
          <ac:spMkLst>
            <pc:docMk/>
            <pc:sldMk cId="0" sldId="28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7:34.307" v="11" actId="478"/>
          <ac:spMkLst>
            <pc:docMk/>
            <pc:sldMk cId="0" sldId="283"/>
            <ac:spMk id="3" creationId="{00000000-0000-0000-0000-000000000000}"/>
          </ac:spMkLst>
        </pc:spChg>
        <pc:spChg chg="add del mod ord">
          <ac:chgData name="Carey Garback" userId="dc25ffa4-de89-4779-8381-34524c87e417" providerId="ADAL" clId="{6E1D5EB8-13F6-40DF-B512-351F8F358EAF}" dt="2026-03-11T20:47:04.265" v="2" actId="478"/>
          <ac:spMkLst>
            <pc:docMk/>
            <pc:sldMk cId="0" sldId="283"/>
            <ac:spMk id="4" creationId="{97632196-89BD-C7F0-DBD2-2D6818DF3201}"/>
          </ac:spMkLst>
        </pc:spChg>
        <pc:spChg chg="add del mod ord">
          <ac:chgData name="Carey Garback" userId="dc25ffa4-de89-4779-8381-34524c87e417" providerId="ADAL" clId="{6E1D5EB8-13F6-40DF-B512-351F8F358EAF}" dt="2026-03-11T20:47:09.019" v="3" actId="478"/>
          <ac:spMkLst>
            <pc:docMk/>
            <pc:sldMk cId="0" sldId="283"/>
            <ac:spMk id="5" creationId="{F109EC6E-FF5E-0D09-3536-67771EBDC5DA}"/>
          </ac:spMkLst>
        </pc:spChg>
      </pc:sldChg>
      <pc:sldChg chg="addSp modSp mod modClrScheme chgLayout">
        <pc:chgData name="Carey Garback" userId="dc25ffa4-de89-4779-8381-34524c87e417" providerId="ADAL" clId="{6E1D5EB8-13F6-40DF-B512-351F8F358EAF}" dt="2026-03-11T21:02:41.265" v="181" actId="20577"/>
        <pc:sldMkLst>
          <pc:docMk/>
          <pc:sldMk cId="0" sldId="284"/>
        </pc:sldMkLst>
        <pc:spChg chg="mod ord">
          <ac:chgData name="Carey Garback" userId="dc25ffa4-de89-4779-8381-34524c87e417" providerId="ADAL" clId="{6E1D5EB8-13F6-40DF-B512-351F8F358EAF}" dt="2026-03-11T21:00:46.152" v="149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0:42.106" v="148" actId="1036"/>
          <ac:spMkLst>
            <pc:docMk/>
            <pc:sldMk cId="0" sldId="284"/>
            <ac:spMk id="3" creationId="{00000000-0000-0000-0000-000000000000}"/>
          </ac:spMkLst>
        </pc:spChg>
        <pc:spChg chg="add mod">
          <ac:chgData name="Carey Garback" userId="dc25ffa4-de89-4779-8381-34524c87e417" providerId="ADAL" clId="{6E1D5EB8-13F6-40DF-B512-351F8F358EAF}" dt="2026-03-11T21:02:41.265" v="181" actId="20577"/>
          <ac:spMkLst>
            <pc:docMk/>
            <pc:sldMk cId="0" sldId="284"/>
            <ac:spMk id="5" creationId="{0A99B574-4EB3-874B-D372-0652085B8A06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8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8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2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5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8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29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29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0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34.897" v="212" actId="14100"/>
        <pc:sldMkLst>
          <pc:docMk/>
          <pc:sldMk cId="0" sldId="301"/>
        </pc:sldMkLst>
        <pc:spChg chg="mod ord">
          <ac:chgData name="Carey Garback" userId="dc25ffa4-de89-4779-8381-34524c87e417" providerId="ADAL" clId="{6E1D5EB8-13F6-40DF-B512-351F8F358EAF}" dt="2026-03-11T21:05:29.945" v="211" actId="1038"/>
          <ac:spMkLst>
            <pc:docMk/>
            <pc:sldMk cId="0" sldId="301"/>
            <ac:spMk id="30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5:34.897" v="212" actId="14100"/>
          <ac:spMkLst>
            <pc:docMk/>
            <pc:sldMk cId="0" sldId="301"/>
            <ac:spMk id="30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9:36.646" v="112" actId="1076"/>
        <pc:sldMkLst>
          <pc:docMk/>
          <pc:sldMk cId="0" sldId="302"/>
        </pc:sldMkLst>
        <pc:spChg chg="mod ord">
          <ac:chgData name="Carey Garback" userId="dc25ffa4-de89-4779-8381-34524c87e417" providerId="ADAL" clId="{6E1D5EB8-13F6-40DF-B512-351F8F358EAF}" dt="2026-03-11T20:59:36.646" v="112" actId="1076"/>
          <ac:spMkLst>
            <pc:docMk/>
            <pc:sldMk cId="0" sldId="302"/>
            <ac:spMk id="30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2"/>
            <ac:spMk id="3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3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13.525" v="323" actId="1076"/>
        <pc:sldMkLst>
          <pc:docMk/>
          <pc:sldMk cId="0" sldId="304"/>
        </pc:sldMkLst>
        <pc:spChg chg="mod ord">
          <ac:chgData name="Carey Garback" userId="dc25ffa4-de89-4779-8381-34524c87e417" providerId="ADAL" clId="{6E1D5EB8-13F6-40DF-B512-351F8F358EAF}" dt="2026-03-11T21:11:13.525" v="323" actId="1076"/>
          <ac:spMkLst>
            <pc:docMk/>
            <pc:sldMk cId="0" sldId="30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4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1.393" v="325" actId="1076"/>
        <pc:sldMkLst>
          <pc:docMk/>
          <pc:sldMk cId="0" sldId="305"/>
        </pc:sldMkLst>
        <pc:spChg chg="mod ord">
          <ac:chgData name="Carey Garback" userId="dc25ffa4-de89-4779-8381-34524c87e417" providerId="ADAL" clId="{6E1D5EB8-13F6-40DF-B512-351F8F358EAF}" dt="2026-03-11T21:11:21.393" v="325" actId="1076"/>
          <ac:spMkLst>
            <pc:docMk/>
            <pc:sldMk cId="0" sldId="305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5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29.020" v="327" actId="1076"/>
        <pc:sldMkLst>
          <pc:docMk/>
          <pc:sldMk cId="0" sldId="306"/>
        </pc:sldMkLst>
        <pc:spChg chg="mod ord">
          <ac:chgData name="Carey Garback" userId="dc25ffa4-de89-4779-8381-34524c87e417" providerId="ADAL" clId="{6E1D5EB8-13F6-40DF-B512-351F8F358EAF}" dt="2026-03-11T21:11:29.020" v="327" actId="1076"/>
          <ac:spMkLst>
            <pc:docMk/>
            <pc:sldMk cId="0" sldId="306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6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0:59:43.671" v="113" actId="1076"/>
        <pc:sldMkLst>
          <pc:docMk/>
          <pc:sldMk cId="0" sldId="307"/>
        </pc:sldMkLst>
        <pc:spChg chg="mod ord">
          <ac:chgData name="Carey Garback" userId="dc25ffa4-de89-4779-8381-34524c87e417" providerId="ADAL" clId="{6E1D5EB8-13F6-40DF-B512-351F8F358EAF}" dt="2026-03-11T20:59:43.671" v="113" actId="1076"/>
          <ac:spMkLst>
            <pc:docMk/>
            <pc:sldMk cId="0" sldId="307"/>
            <ac:spMk id="47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7"/>
            <ac:spMk id="480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1:00.979" v="52" actId="478"/>
          <ac:spMkLst>
            <pc:docMk/>
            <pc:sldMk cId="0" sldId="307"/>
            <ac:spMk id="48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08"/>
            <ac:spMk id="488" creationId="{00000000-0000-0000-0000-000000000000}"/>
          </ac:spMkLst>
        </pc:spChg>
      </pc:sldChg>
      <pc:sldChg chg="del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09"/>
        </pc:sldMkLst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49:21.684" v="28" actId="700"/>
          <ac:spMkLst>
            <pc:docMk/>
            <pc:sldMk cId="0" sldId="309"/>
            <ac:spMk id="49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6:03.065" v="216" actId="14100"/>
        <pc:sldMkLst>
          <pc:docMk/>
          <pc:sldMk cId="0" sldId="310"/>
        </pc:sldMkLst>
        <pc:spChg chg="mod ord">
          <ac:chgData name="Carey Garback" userId="dc25ffa4-de89-4779-8381-34524c87e417" providerId="ADAL" clId="{6E1D5EB8-13F6-40DF-B512-351F8F358EAF}" dt="2026-03-11T21:06:03.065" v="216" actId="14100"/>
          <ac:spMkLst>
            <pc:docMk/>
            <pc:sldMk cId="0" sldId="31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5:54.010" v="215" actId="1076"/>
        <pc:sldMkLst>
          <pc:docMk/>
          <pc:sldMk cId="0" sldId="311"/>
        </pc:sldMkLst>
        <pc:spChg chg="mod ord">
          <ac:chgData name="Carey Garback" userId="dc25ffa4-de89-4779-8381-34524c87e417" providerId="ADAL" clId="{6E1D5EB8-13F6-40DF-B512-351F8F358EAF}" dt="2026-03-11T21:05:54.010" v="215" actId="1076"/>
          <ac:spMkLst>
            <pc:docMk/>
            <pc:sldMk cId="0" sldId="311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2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26.356" v="366" actId="1076"/>
        <pc:sldMkLst>
          <pc:docMk/>
          <pc:sldMk cId="0" sldId="313"/>
        </pc:sldMkLst>
        <pc:spChg chg="mod ord">
          <ac:chgData name="Carey Garback" userId="dc25ffa4-de89-4779-8381-34524c87e417" providerId="ADAL" clId="{6E1D5EB8-13F6-40DF-B512-351F8F358EAF}" dt="2026-03-11T21:12:26.356" v="366" actId="1076"/>
          <ac:spMkLst>
            <pc:docMk/>
            <pc:sldMk cId="0" sldId="31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3"/>
            <ac:spMk id="18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37.002" v="369" actId="1076"/>
        <pc:sldMkLst>
          <pc:docMk/>
          <pc:sldMk cId="0" sldId="314"/>
        </pc:sldMkLst>
        <pc:spChg chg="del">
          <ac:chgData name="Carey Garback" userId="dc25ffa4-de89-4779-8381-34524c87e417" providerId="ADAL" clId="{6E1D5EB8-13F6-40DF-B512-351F8F358EAF}" dt="2026-03-11T21:12:30.155" v="367" actId="478"/>
          <ac:spMkLst>
            <pc:docMk/>
            <pc:sldMk cId="0" sldId="314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7.002" v="369" actId="1076"/>
          <ac:spMkLst>
            <pc:docMk/>
            <pc:sldMk cId="0" sldId="314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33.351" v="368" actId="207"/>
          <ac:spMkLst>
            <pc:docMk/>
            <pc:sldMk cId="0" sldId="314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5"/>
            <ac:spMk id="1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46.091" v="371" actId="1076"/>
        <pc:sldMkLst>
          <pc:docMk/>
          <pc:sldMk cId="0" sldId="316"/>
        </pc:sldMkLst>
        <pc:spChg chg="mod ord">
          <ac:chgData name="Carey Garback" userId="dc25ffa4-de89-4779-8381-34524c87e417" providerId="ADAL" clId="{6E1D5EB8-13F6-40DF-B512-351F8F358EAF}" dt="2026-03-11T21:12:46.091" v="371" actId="1076"/>
          <ac:spMkLst>
            <pc:docMk/>
            <pc:sldMk cId="0" sldId="31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2:55.325" v="373" actId="1076"/>
        <pc:sldMkLst>
          <pc:docMk/>
          <pc:sldMk cId="0" sldId="317"/>
        </pc:sldMkLst>
        <pc:spChg chg="mod ord">
          <ac:chgData name="Carey Garback" userId="dc25ffa4-de89-4779-8381-34524c87e417" providerId="ADAL" clId="{6E1D5EB8-13F6-40DF-B512-351F8F358EAF}" dt="2026-03-11T21:12:55.325" v="373" actId="1076"/>
          <ac:spMkLst>
            <pc:docMk/>
            <pc:sldMk cId="0" sldId="317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7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06.442" v="375" actId="1076"/>
        <pc:sldMkLst>
          <pc:docMk/>
          <pc:sldMk cId="0" sldId="319"/>
        </pc:sldMkLst>
        <pc:spChg chg="mod ord">
          <ac:chgData name="Carey Garback" userId="dc25ffa4-de89-4779-8381-34524c87e417" providerId="ADAL" clId="{6E1D5EB8-13F6-40DF-B512-351F8F358EAF}" dt="2026-03-11T21:13:06.442" v="375" actId="1076"/>
          <ac:spMkLst>
            <pc:docMk/>
            <pc:sldMk cId="0" sldId="31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19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21.197" v="243" actId="1035"/>
        <pc:sldMkLst>
          <pc:docMk/>
          <pc:sldMk cId="0" sldId="320"/>
        </pc:sldMkLst>
        <pc:spChg chg="del">
          <ac:chgData name="Carey Garback" userId="dc25ffa4-de89-4779-8381-34524c87e417" providerId="ADAL" clId="{6E1D5EB8-13F6-40DF-B512-351F8F358EAF}" dt="2026-03-11T20:51:58.859" v="59" actId="478"/>
          <ac:spMkLst>
            <pc:docMk/>
            <pc:sldMk cId="0" sldId="32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2:07.165" v="60" actId="207"/>
          <ac:spMkLst>
            <pc:docMk/>
            <pc:sldMk cId="0" sldId="32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21.197" v="243" actId="1035"/>
          <ac:spMkLst>
            <pc:docMk/>
            <pc:sldMk cId="0" sldId="320"/>
            <ac:spMk id="10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0:52:16.188" v="62" actId="478"/>
          <ac:spMkLst>
            <pc:docMk/>
            <pc:sldMk cId="0" sldId="320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2:14.243" v="61" actId="478"/>
          <ac:spMkLst>
            <pc:docMk/>
            <pc:sldMk cId="0" sldId="320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2:19.283" v="63" actId="478"/>
          <ac:grpSpMkLst>
            <pc:docMk/>
            <pc:sldMk cId="0" sldId="320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1"/>
        </pc:sldMkLst>
        <pc:spChg chg="del">
          <ac:chgData name="Carey Garback" userId="dc25ffa4-de89-4779-8381-34524c87e417" providerId="ADAL" clId="{6E1D5EB8-13F6-40DF-B512-351F8F358EAF}" dt="2026-03-11T20:52:36.269" v="65" actId="478"/>
          <ac:spMkLst>
            <pc:docMk/>
            <pc:sldMk cId="0" sldId="321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53.179" v="68" actId="478"/>
          <ac:spMkLst>
            <pc:docMk/>
            <pc:sldMk cId="0" sldId="321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01.539" v="83" actId="478"/>
          <ac:spMkLst>
            <pc:docMk/>
            <pc:sldMk cId="0" sldId="321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05.284" v="69" actId="478"/>
          <ac:spMkLst>
            <pc:docMk/>
            <pc:sldMk cId="0" sldId="32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1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2:39.323" v="66" actId="478"/>
          <ac:spMkLst>
            <pc:docMk/>
            <pc:sldMk cId="0" sldId="321"/>
            <ac:spMk id="11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3:58.875" v="82" actId="478"/>
          <ac:spMkLst>
            <pc:docMk/>
            <pc:sldMk cId="0" sldId="32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0:52:48.410" v="67" actId="1076"/>
          <ac:grpSpMkLst>
            <pc:docMk/>
            <pc:sldMk cId="0" sldId="321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2"/>
        </pc:sldMkLst>
        <pc:spChg chg="del">
          <ac:chgData name="Carey Garback" userId="dc25ffa4-de89-4779-8381-34524c87e417" providerId="ADAL" clId="{6E1D5EB8-13F6-40DF-B512-351F8F358EAF}" dt="2026-03-11T20:53:21.947" v="71" actId="478"/>
          <ac:spMkLst>
            <pc:docMk/>
            <pc:sldMk cId="0" sldId="3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2"/>
            <ac:spMk id="8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3:25.307" v="72" actId="478"/>
          <ac:spMkLst>
            <pc:docMk/>
            <pc:sldMk cId="0" sldId="322"/>
            <ac:spMk id="19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3:18.674" v="70" actId="478"/>
          <ac:grpSpMkLst>
            <pc:docMk/>
            <pc:sldMk cId="0" sldId="322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3"/>
        </pc:sldMkLst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25.451" v="88" actId="478"/>
          <ac:spMkLst>
            <pc:docMk/>
            <pc:sldMk cId="0" sldId="323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47.401" v="92" actId="478"/>
          <ac:spMkLst>
            <pc:docMk/>
            <pc:sldMk cId="0" sldId="323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53.236" v="94" actId="478"/>
          <ac:spMkLst>
            <pc:docMk/>
            <pc:sldMk cId="0" sldId="32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3"/>
            <ac:spMk id="9" creationId="{00000000-0000-0000-0000-000000000000}"/>
          </ac:spMkLst>
        </pc:spChg>
        <pc:spChg chg="add del">
          <ac:chgData name="Carey Garback" userId="dc25ffa4-de89-4779-8381-34524c87e417" providerId="ADAL" clId="{6E1D5EB8-13F6-40DF-B512-351F8F358EAF}" dt="2026-03-11T20:54:51.299" v="93" actId="478"/>
          <ac:spMkLst>
            <pc:docMk/>
            <pc:sldMk cId="0" sldId="323"/>
            <ac:spMk id="11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4:30.936" v="89" actId="478"/>
          <ac:spMkLst>
            <pc:docMk/>
            <pc:sldMk cId="0" sldId="323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4:44.007" v="91" actId="478"/>
          <ac:grpSpMkLst>
            <pc:docMk/>
            <pc:sldMk cId="0" sldId="323"/>
            <ac:grpSpMk id="3" creationId="{00000000-0000-0000-0000-000000000000}"/>
          </ac:grpSpMkLst>
        </pc:grpChg>
      </pc:sldChg>
      <pc:sldChg chg="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4"/>
        </pc:sldMkLst>
        <pc:spChg chg="del">
          <ac:chgData name="Carey Garback" userId="dc25ffa4-de89-4779-8381-34524c87e417" providerId="ADAL" clId="{6E1D5EB8-13F6-40DF-B512-351F8F358EAF}" dt="2026-03-11T20:55:04.982" v="96" actId="478"/>
          <ac:spMkLst>
            <pc:docMk/>
            <pc:sldMk cId="0" sldId="32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4"/>
            <ac:spMk id="7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06.218" v="97" actId="478"/>
          <ac:spMkLst>
            <pc:docMk/>
            <pc:sldMk cId="0" sldId="324"/>
            <ac:spMk id="16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03.088" v="95" actId="478"/>
          <ac:grpSpMkLst>
            <pc:docMk/>
            <pc:sldMk cId="0" sldId="324"/>
            <ac:grpSpMk id="3" creationId="{00000000-0000-0000-0000-000000000000}"/>
          </ac:grpSpMkLst>
        </pc:grpChg>
      </pc:sldChg>
      <pc:sldChg chg="addSp delSp 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5"/>
        </pc:sldMkLst>
        <pc:spChg chg="del">
          <ac:chgData name="Carey Garback" userId="dc25ffa4-de89-4779-8381-34524c87e417" providerId="ADAL" clId="{6E1D5EB8-13F6-40DF-B512-351F8F358EAF}" dt="2026-03-11T20:55:18.164" v="101" actId="478"/>
          <ac:spMkLst>
            <pc:docMk/>
            <pc:sldMk cId="0" sldId="325"/>
            <ac:spMk id="2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6.635" v="105" actId="478"/>
          <ac:spMkLst>
            <pc:docMk/>
            <pc:sldMk cId="0" sldId="325"/>
            <ac:spMk id="4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2.875" v="103" actId="478"/>
          <ac:spMkLst>
            <pc:docMk/>
            <pc:sldMk cId="0" sldId="325"/>
            <ac:spMk id="5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16.399" v="100" actId="478"/>
          <ac:spMkLst>
            <pc:docMk/>
            <pc:sldMk cId="0" sldId="32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5"/>
            <ac:spMk id="9" creationId="{00000000-0000-0000-0000-000000000000}"/>
          </ac:spMkLst>
        </pc:spChg>
        <pc:spChg chg="del">
          <ac:chgData name="Carey Garback" userId="dc25ffa4-de89-4779-8381-34524c87e417" providerId="ADAL" clId="{6E1D5EB8-13F6-40DF-B512-351F8F358EAF}" dt="2026-03-11T20:55:24.178" v="104" actId="478"/>
          <ac:spMkLst>
            <pc:docMk/>
            <pc:sldMk cId="0" sldId="325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19.986" v="102" actId="6549"/>
          <ac:spMkLst>
            <pc:docMk/>
            <pc:sldMk cId="0" sldId="325"/>
            <ac:spMk id="12" creationId="{00000000-0000-0000-0000-000000000000}"/>
          </ac:spMkLst>
        </pc:spChg>
        <pc:grpChg chg="add del">
          <ac:chgData name="Carey Garback" userId="dc25ffa4-de89-4779-8381-34524c87e417" providerId="ADAL" clId="{6E1D5EB8-13F6-40DF-B512-351F8F358EAF}" dt="2026-03-11T20:55:13.521" v="99" actId="478"/>
          <ac:grpSpMkLst>
            <pc:docMk/>
            <pc:sldMk cId="0" sldId="325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00.556" v="390" actId="207"/>
        <pc:sldMkLst>
          <pc:docMk/>
          <pc:sldMk cId="0" sldId="327"/>
        </pc:sldMkLst>
        <pc:spChg chg="mod ord">
          <ac:chgData name="Carey Garback" userId="dc25ffa4-de89-4779-8381-34524c87e417" providerId="ADAL" clId="{6E1D5EB8-13F6-40DF-B512-351F8F358EAF}" dt="2026-03-11T21:15:00.556" v="390" actId="207"/>
          <ac:spMkLst>
            <pc:docMk/>
            <pc:sldMk cId="0" sldId="327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29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0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1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3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19.054" v="392" actId="14100"/>
        <pc:sldMkLst>
          <pc:docMk/>
          <pc:sldMk cId="0" sldId="336"/>
        </pc:sldMkLst>
        <pc:spChg chg="mod ord">
          <ac:chgData name="Carey Garback" userId="dc25ffa4-de89-4779-8381-34524c87e417" providerId="ADAL" clId="{6E1D5EB8-13F6-40DF-B512-351F8F358EAF}" dt="2026-03-11T21:15:19.054" v="392" actId="14100"/>
          <ac:spMkLst>
            <pc:docMk/>
            <pc:sldMk cId="0" sldId="336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7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38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6:41.464" v="286" actId="1037"/>
        <pc:sldMkLst>
          <pc:docMk/>
          <pc:sldMk cId="0" sldId="339"/>
        </pc:sldMkLst>
        <pc:spChg chg="del">
          <ac:chgData name="Carey Garback" userId="dc25ffa4-de89-4779-8381-34524c87e417" providerId="ADAL" clId="{6E1D5EB8-13F6-40DF-B512-351F8F358EAF}" dt="2026-03-11T20:55:34.711" v="106" actId="478"/>
          <ac:spMkLst>
            <pc:docMk/>
            <pc:sldMk cId="0" sldId="33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6:41.464" v="286" actId="1037"/>
          <ac:spMkLst>
            <pc:docMk/>
            <pc:sldMk cId="0" sldId="339"/>
            <ac:spMk id="10" creationId="{00000000-0000-0000-0000-000000000000}"/>
          </ac:spMkLst>
        </pc:spChg>
        <pc:spChg chg="del mod">
          <ac:chgData name="Carey Garback" userId="dc25ffa4-de89-4779-8381-34524c87e417" providerId="ADAL" clId="{6E1D5EB8-13F6-40DF-B512-351F8F358EAF}" dt="2026-03-11T20:55:53.610" v="109" actId="478"/>
          <ac:spMkLst>
            <pc:docMk/>
            <pc:sldMk cId="0" sldId="339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0:55:41.893" v="107" actId="207"/>
          <ac:spMkLst>
            <pc:docMk/>
            <pc:sldMk cId="0" sldId="339"/>
            <ac:spMk id="12" creationId="{00000000-0000-0000-0000-000000000000}"/>
          </ac:spMkLst>
        </pc:spChg>
        <pc:grpChg chg="del">
          <ac:chgData name="Carey Garback" userId="dc25ffa4-de89-4779-8381-34524c87e417" providerId="ADAL" clId="{6E1D5EB8-13F6-40DF-B512-351F8F358EAF}" dt="2026-03-11T20:55:56.315" v="110" actId="478"/>
          <ac:grpSpMkLst>
            <pc:docMk/>
            <pc:sldMk cId="0" sldId="339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07:36.243" v="294" actId="14100"/>
        <pc:sldMkLst>
          <pc:docMk/>
          <pc:sldMk cId="0" sldId="340"/>
        </pc:sldMkLst>
        <pc:spChg chg="mod ord">
          <ac:chgData name="Carey Garback" userId="dc25ffa4-de89-4779-8381-34524c87e417" providerId="ADAL" clId="{6E1D5EB8-13F6-40DF-B512-351F8F358EAF}" dt="2026-03-11T21:07:36.243" v="294" actId="14100"/>
          <ac:spMkLst>
            <pc:docMk/>
            <pc:sldMk cId="0" sldId="34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28.121" v="293" actId="1076"/>
        <pc:sldMkLst>
          <pc:docMk/>
          <pc:sldMk cId="0" sldId="341"/>
        </pc:sldMkLst>
        <pc:spChg chg="mod ord">
          <ac:chgData name="Carey Garback" userId="dc25ffa4-de89-4779-8381-34524c87e417" providerId="ADAL" clId="{6E1D5EB8-13F6-40DF-B512-351F8F358EAF}" dt="2026-03-11T21:07:05.598" v="290" actId="1076"/>
          <ac:spMkLst>
            <pc:docMk/>
            <pc:sldMk cId="0" sldId="34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7:28.121" v="293" actId="1076"/>
          <ac:spMkLst>
            <pc:docMk/>
            <pc:sldMk cId="0" sldId="341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1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3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4"/>
            <ac:spMk id="1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7:49.745" v="296" actId="1076"/>
        <pc:sldMkLst>
          <pc:docMk/>
          <pc:sldMk cId="0" sldId="345"/>
        </pc:sldMkLst>
        <pc:spChg chg="mod ord">
          <ac:chgData name="Carey Garback" userId="dc25ffa4-de89-4779-8381-34524c87e417" providerId="ADAL" clId="{6E1D5EB8-13F6-40DF-B512-351F8F358EAF}" dt="2026-03-11T21:07:49.745" v="296" actId="1076"/>
          <ac:spMkLst>
            <pc:docMk/>
            <pc:sldMk cId="0" sldId="34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5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6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7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8"/>
            <ac:spMk id="3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4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4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0"/>
            <ac:spMk id="10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8:26.903" v="301" actId="14100"/>
        <pc:sldMkLst>
          <pc:docMk/>
          <pc:sldMk cId="0" sldId="351"/>
        </pc:sldMkLst>
        <pc:spChg chg="del">
          <ac:chgData name="Carey Garback" userId="dc25ffa4-de89-4779-8381-34524c87e417" providerId="ADAL" clId="{6E1D5EB8-13F6-40DF-B512-351F8F358EAF}" dt="2026-03-11T21:08:07.410" v="297" actId="478"/>
          <ac:spMkLst>
            <pc:docMk/>
            <pc:sldMk cId="0" sldId="35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14.951" v="298" actId="207"/>
          <ac:spMkLst>
            <pc:docMk/>
            <pc:sldMk cId="0" sldId="351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6.903" v="301" actId="14100"/>
          <ac:spMkLst>
            <pc:docMk/>
            <pc:sldMk cId="0" sldId="35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1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8:21.268" v="300" actId="14100"/>
          <ac:spMkLst>
            <pc:docMk/>
            <pc:sldMk cId="0" sldId="351"/>
            <ac:spMk id="12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08:21.268" v="300" actId="14100"/>
          <ac:grpSpMkLst>
            <pc:docMk/>
            <pc:sldMk cId="0" sldId="351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2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37.952" v="303" actId="1076"/>
        <pc:sldMkLst>
          <pc:docMk/>
          <pc:sldMk cId="0" sldId="35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8:37.952" v="303" actId="1076"/>
          <ac:spMkLst>
            <pc:docMk/>
            <pc:sldMk cId="0" sldId="353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3"/>
            <ac:spMk id="1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4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5"/>
            <ac:spMk id="1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6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5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5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08:54.612" v="304" actId="14100"/>
        <pc:sldMkLst>
          <pc:docMk/>
          <pc:sldMk cId="0" sldId="359"/>
        </pc:sldMkLst>
        <pc:spChg chg="mod">
          <ac:chgData name="Carey Garback" userId="dc25ffa4-de89-4779-8381-34524c87e417" providerId="ADAL" clId="{6E1D5EB8-13F6-40DF-B512-351F8F358EAF}" dt="2026-03-11T21:08:54.612" v="304" actId="14100"/>
          <ac:spMkLst>
            <pc:docMk/>
            <pc:sldMk cId="0" sldId="359"/>
            <ac:spMk id="9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12.492" v="308" actId="1076"/>
        <pc:sldMkLst>
          <pc:docMk/>
          <pc:sldMk cId="0" sldId="360"/>
        </pc:sldMkLst>
        <pc:spChg chg="del">
          <ac:chgData name="Carey Garback" userId="dc25ffa4-de89-4779-8381-34524c87e417" providerId="ADAL" clId="{6E1D5EB8-13F6-40DF-B512-351F8F358EAF}" dt="2026-03-11T21:08:59.763" v="305" actId="478"/>
          <ac:spMkLst>
            <pc:docMk/>
            <pc:sldMk cId="0" sldId="36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12.492" v="308" actId="1076"/>
          <ac:spMkLst>
            <pc:docMk/>
            <pc:sldMk cId="0" sldId="36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04.286" v="306" actId="207"/>
          <ac:spMkLst>
            <pc:docMk/>
            <pc:sldMk cId="0" sldId="36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1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3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09:39.136" v="312" actId="1076"/>
        <pc:sldMkLst>
          <pc:docMk/>
          <pc:sldMk cId="0" sldId="368"/>
        </pc:sldMkLst>
        <pc:spChg chg="del">
          <ac:chgData name="Carey Garback" userId="dc25ffa4-de89-4779-8381-34524c87e417" providerId="ADAL" clId="{6E1D5EB8-13F6-40DF-B512-351F8F358EAF}" dt="2026-03-11T21:09:27.923" v="309" actId="478"/>
          <ac:spMkLst>
            <pc:docMk/>
            <pc:sldMk cId="0" sldId="368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7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9.136" v="312" actId="1076"/>
          <ac:spMkLst>
            <pc:docMk/>
            <pc:sldMk cId="0" sldId="368"/>
            <ac:spMk id="9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0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09:31.915" v="310" actId="207"/>
          <ac:spMkLst>
            <pc:docMk/>
            <pc:sldMk cId="0" sldId="368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6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6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0.463" v="314" actId="1076"/>
        <pc:sldMkLst>
          <pc:docMk/>
          <pc:sldMk cId="0" sldId="370"/>
        </pc:sldMkLst>
        <pc:spChg chg="mod ord">
          <ac:chgData name="Carey Garback" userId="dc25ffa4-de89-4779-8381-34524c87e417" providerId="ADAL" clId="{6E1D5EB8-13F6-40DF-B512-351F8F358EAF}" dt="2026-03-11T21:10:00.463" v="314" actId="1076"/>
          <ac:spMkLst>
            <pc:docMk/>
            <pc:sldMk cId="0" sldId="37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08.482" v="315" actId="404"/>
        <pc:sldMkLst>
          <pc:docMk/>
          <pc:sldMk cId="0" sldId="37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0:08.482" v="315" actId="404"/>
          <ac:spMkLst>
            <pc:docMk/>
            <pc:sldMk cId="0" sldId="37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2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7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7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2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3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4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34.473" v="316" actId="14100"/>
        <pc:sldMkLst>
          <pc:docMk/>
          <pc:sldMk cId="0" sldId="38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5"/>
            <ac:spMk id="7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34.473" v="316" actId="14100"/>
          <ac:grpSpMkLst>
            <pc:docMk/>
            <pc:sldMk cId="0" sldId="385"/>
            <ac:grpSpMk id="4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1:10:41.577" v="317" actId="1076"/>
        <pc:sldMkLst>
          <pc:docMk/>
          <pc:sldMk cId="0" sldId="38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6"/>
            <ac:spMk id="6" creationId="{00000000-0000-0000-0000-000000000000}"/>
          </ac:spMkLst>
        </pc:spChg>
        <pc:grpChg chg="mod">
          <ac:chgData name="Carey Garback" userId="dc25ffa4-de89-4779-8381-34524c87e417" providerId="ADAL" clId="{6E1D5EB8-13F6-40DF-B512-351F8F358EAF}" dt="2026-03-11T21:10:41.577" v="317" actId="1076"/>
          <ac:grpSpMkLst>
            <pc:docMk/>
            <pc:sldMk cId="0" sldId="386"/>
            <ac:grpSpMk id="3" creationId="{00000000-0000-0000-0000-000000000000}"/>
          </ac:grpSpMkLst>
        </pc:gr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7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8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8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0:54.298" v="319" actId="1076"/>
        <pc:sldMkLst>
          <pc:docMk/>
          <pc:sldMk cId="0" sldId="389"/>
        </pc:sldMkLst>
        <pc:spChg chg="mod ord">
          <ac:chgData name="Carey Garback" userId="dc25ffa4-de89-4779-8381-34524c87e417" providerId="ADAL" clId="{6E1D5EB8-13F6-40DF-B512-351F8F358EAF}" dt="2026-03-11T21:10:54.298" v="319" actId="1076"/>
          <ac:spMkLst>
            <pc:docMk/>
            <pc:sldMk cId="0" sldId="38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89"/>
            <ac:spMk id="6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03.377" v="321" actId="1076"/>
        <pc:sldMkLst>
          <pc:docMk/>
          <pc:sldMk cId="0" sldId="390"/>
        </pc:sldMkLst>
        <pc:spChg chg="mod ord">
          <ac:chgData name="Carey Garback" userId="dc25ffa4-de89-4779-8381-34524c87e417" providerId="ADAL" clId="{6E1D5EB8-13F6-40DF-B512-351F8F358EAF}" dt="2026-03-11T21:11:03.377" v="321" actId="1076"/>
          <ac:spMkLst>
            <pc:docMk/>
            <pc:sldMk cId="0" sldId="39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0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36.943" v="329" actId="1076"/>
        <pc:sldMkLst>
          <pc:docMk/>
          <pc:sldMk cId="0" sldId="391"/>
        </pc:sldMkLst>
        <pc:spChg chg="mod ord">
          <ac:chgData name="Carey Garback" userId="dc25ffa4-de89-4779-8381-34524c87e417" providerId="ADAL" clId="{6E1D5EB8-13F6-40DF-B512-351F8F358EAF}" dt="2026-03-11T21:11:36.943" v="329" actId="1076"/>
          <ac:spMkLst>
            <pc:docMk/>
            <pc:sldMk cId="0" sldId="39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1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44.411" v="331" actId="1076"/>
        <pc:sldMkLst>
          <pc:docMk/>
          <pc:sldMk cId="0" sldId="392"/>
        </pc:sldMkLst>
        <pc:spChg chg="mod ord">
          <ac:chgData name="Carey Garback" userId="dc25ffa4-de89-4779-8381-34524c87e417" providerId="ADAL" clId="{6E1D5EB8-13F6-40DF-B512-351F8F358EAF}" dt="2026-03-11T21:11:44.411" v="331" actId="1076"/>
          <ac:spMkLst>
            <pc:docMk/>
            <pc:sldMk cId="0" sldId="39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1.379" v="333" actId="1076"/>
        <pc:sldMkLst>
          <pc:docMk/>
          <pc:sldMk cId="0" sldId="393"/>
        </pc:sldMkLst>
        <pc:spChg chg="mod ord">
          <ac:chgData name="Carey Garback" userId="dc25ffa4-de89-4779-8381-34524c87e417" providerId="ADAL" clId="{6E1D5EB8-13F6-40DF-B512-351F8F358EAF}" dt="2026-03-11T21:11:51.379" v="333" actId="1076"/>
          <ac:spMkLst>
            <pc:docMk/>
            <pc:sldMk cId="0" sldId="39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3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1:58.779" v="335" actId="1076"/>
        <pc:sldMkLst>
          <pc:docMk/>
          <pc:sldMk cId="0" sldId="394"/>
        </pc:sldMkLst>
        <pc:spChg chg="mod ord">
          <ac:chgData name="Carey Garback" userId="dc25ffa4-de89-4779-8381-34524c87e417" providerId="ADAL" clId="{6E1D5EB8-13F6-40DF-B512-351F8F358EAF}" dt="2026-03-11T21:11:58.779" v="335" actId="1076"/>
          <ac:spMkLst>
            <pc:docMk/>
            <pc:sldMk cId="0" sldId="394"/>
            <ac:spMk id="8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4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2:13.763" v="364" actId="1035"/>
        <pc:sldMkLst>
          <pc:docMk/>
          <pc:sldMk cId="0" sldId="395"/>
        </pc:sldMkLst>
        <pc:spChg chg="del">
          <ac:chgData name="Carey Garback" userId="dc25ffa4-de89-4779-8381-34524c87e417" providerId="ADAL" clId="{6E1D5EB8-13F6-40DF-B512-351F8F358EAF}" dt="2026-03-11T21:12:02.808" v="336" actId="478"/>
          <ac:spMkLst>
            <pc:docMk/>
            <pc:sldMk cId="0" sldId="395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13.763" v="364" actId="1035"/>
          <ac:spMkLst>
            <pc:docMk/>
            <pc:sldMk cId="0" sldId="395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2:06.097" v="337" actId="207"/>
          <ac:spMkLst>
            <pc:docMk/>
            <pc:sldMk cId="0" sldId="395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39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6"/>
            <ac:spMk id="1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28.199" v="380" actId="1076"/>
        <pc:sldMkLst>
          <pc:docMk/>
          <pc:sldMk cId="0" sldId="397"/>
        </pc:sldMkLst>
        <pc:spChg chg="mod ord">
          <ac:chgData name="Carey Garback" userId="dc25ffa4-de89-4779-8381-34524c87e417" providerId="ADAL" clId="{6E1D5EB8-13F6-40DF-B512-351F8F358EAF}" dt="2026-03-11T21:13:28.199" v="380" actId="1076"/>
          <ac:spMkLst>
            <pc:docMk/>
            <pc:sldMk cId="0" sldId="397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7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3:17.096" v="377" actId="1076"/>
        <pc:sldMkLst>
          <pc:docMk/>
          <pc:sldMk cId="0" sldId="398"/>
        </pc:sldMkLst>
        <pc:spChg chg="mod ord">
          <ac:chgData name="Carey Garback" userId="dc25ffa4-de89-4779-8381-34524c87e417" providerId="ADAL" clId="{6E1D5EB8-13F6-40DF-B512-351F8F358EAF}" dt="2026-03-11T21:13:17.096" v="377" actId="1076"/>
          <ac:spMkLst>
            <pc:docMk/>
            <pc:sldMk cId="0" sldId="398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398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06.161" v="384" actId="1076"/>
        <pc:sldMkLst>
          <pc:docMk/>
          <pc:sldMk cId="0" sldId="399"/>
        </pc:sldMkLst>
        <pc:spChg chg="del">
          <ac:chgData name="Carey Garback" userId="dc25ffa4-de89-4779-8381-34524c87e417" providerId="ADAL" clId="{6E1D5EB8-13F6-40DF-B512-351F8F358EAF}" dt="2026-03-11T21:13:38.722" v="381" actId="478"/>
          <ac:spMkLst>
            <pc:docMk/>
            <pc:sldMk cId="0" sldId="399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6.161" v="384" actId="1076"/>
          <ac:spMkLst>
            <pc:docMk/>
            <pc:sldMk cId="0" sldId="399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02.665" v="383" actId="207"/>
          <ac:spMkLst>
            <pc:docMk/>
            <pc:sldMk cId="0" sldId="399"/>
            <ac:spMk id="11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4:14.233" v="386" actId="1076"/>
        <pc:sldMkLst>
          <pc:docMk/>
          <pc:sldMk cId="0" sldId="400"/>
        </pc:sldMkLst>
        <pc:spChg chg="del">
          <ac:chgData name="Carey Garback" userId="dc25ffa4-de89-4779-8381-34524c87e417" providerId="ADAL" clId="{6E1D5EB8-13F6-40DF-B512-351F8F358EAF}" dt="2026-03-11T21:13:42.561" v="382" actId="478"/>
          <ac:spMkLst>
            <pc:docMk/>
            <pc:sldMk cId="0" sldId="400"/>
            <ac:spMk id="2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4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5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6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4.233" v="386" actId="1076"/>
          <ac:spMkLst>
            <pc:docMk/>
            <pc:sldMk cId="0" sldId="400"/>
            <ac:spMk id="8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9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0" creationId="{00000000-0000-0000-0000-000000000000}"/>
          </ac:spMkLst>
        </pc:spChg>
        <pc:spChg chg="mod">
          <ac:chgData name="Carey Garback" userId="dc25ffa4-de89-4779-8381-34524c87e417" providerId="ADAL" clId="{6E1D5EB8-13F6-40DF-B512-351F8F358EAF}" dt="2026-03-11T21:14:11.332" v="385" actId="207"/>
          <ac:spMkLst>
            <pc:docMk/>
            <pc:sldMk cId="0" sldId="40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22.529" v="388" actId="1076"/>
        <pc:sldMkLst>
          <pc:docMk/>
          <pc:sldMk cId="0" sldId="401"/>
        </pc:sldMkLst>
        <pc:spChg chg="mod ord">
          <ac:chgData name="Carey Garback" userId="dc25ffa4-de89-4779-8381-34524c87e417" providerId="ADAL" clId="{6E1D5EB8-13F6-40DF-B512-351F8F358EAF}" dt="2026-03-11T21:14:22.529" v="388" actId="1076"/>
          <ac:spMkLst>
            <pc:docMk/>
            <pc:sldMk cId="0" sldId="40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2"/>
            <ac:spMk id="10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4:31.769" v="389" actId="207"/>
        <pc:sldMkLst>
          <pc:docMk/>
          <pc:sldMk cId="0" sldId="403"/>
        </pc:sldMkLst>
        <pc:spChg chg="mod ord">
          <ac:chgData name="Carey Garback" userId="dc25ffa4-de89-4779-8381-34524c87e417" providerId="ADAL" clId="{6E1D5EB8-13F6-40DF-B512-351F8F358EAF}" dt="2026-03-11T21:14:31.769" v="389" actId="207"/>
          <ac:spMkLst>
            <pc:docMk/>
            <pc:sldMk cId="0" sldId="403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4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5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0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08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34.989" v="395" actId="14100"/>
        <pc:sldMkLst>
          <pc:docMk/>
          <pc:sldMk cId="0" sldId="409"/>
        </pc:sldMkLst>
        <pc:spChg chg="mod ord">
          <ac:chgData name="Carey Garback" userId="dc25ffa4-de89-4779-8381-34524c87e417" providerId="ADAL" clId="{6E1D5EB8-13F6-40DF-B512-351F8F358EAF}" dt="2026-03-11T21:15:34.989" v="395" actId="14100"/>
          <ac:spMkLst>
            <pc:docMk/>
            <pc:sldMk cId="0" sldId="409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0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1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2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7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3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5:46.035" v="396" actId="207"/>
        <pc:sldMkLst>
          <pc:docMk/>
          <pc:sldMk cId="0" sldId="414"/>
        </pc:sldMkLst>
        <pc:spChg chg="mod ord">
          <ac:chgData name="Carey Garback" userId="dc25ffa4-de89-4779-8381-34524c87e417" providerId="ADAL" clId="{6E1D5EB8-13F6-40DF-B512-351F8F358EAF}" dt="2026-03-11T21:15:46.035" v="396" actId="207"/>
          <ac:spMkLst>
            <pc:docMk/>
            <pc:sldMk cId="0" sldId="414"/>
            <ac:spMk id="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5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6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7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8"/>
            <ac:spMk id="8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1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19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4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5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0"/>
            <ac:spMk id="7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2"/>
            <ac:spMk id="12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1:16:43.044" v="427" actId="1076"/>
        <pc:sldMkLst>
          <pc:docMk/>
          <pc:sldMk cId="0" sldId="423"/>
        </pc:sldMkLst>
        <pc:spChg chg="mod ord">
          <ac:chgData name="Carey Garback" userId="dc25ffa4-de89-4779-8381-34524c87e417" providerId="ADAL" clId="{6E1D5EB8-13F6-40DF-B512-351F8F358EAF}" dt="2026-03-11T21:16:43.044" v="427" actId="1076"/>
          <ac:spMkLst>
            <pc:docMk/>
            <pc:sldMk cId="0" sldId="423"/>
            <ac:spMk id="2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09.192" v="428" actId="478"/>
        <pc:sldMkLst>
          <pc:docMk/>
          <pc:sldMk cId="0" sldId="42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4"/>
            <ac:spMk id="3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09.192" v="428" actId="478"/>
          <ac:spMkLst>
            <pc:docMk/>
            <pc:sldMk cId="0" sldId="424"/>
            <ac:spMk id="4" creationId="{00000000-0000-0000-0000-000000000000}"/>
          </ac:spMkLst>
        </pc:spChg>
      </pc:sldChg>
      <pc:sldChg chg="delSp modSp mod modClrScheme chgLayout">
        <pc:chgData name="Carey Garback" userId="dc25ffa4-de89-4779-8381-34524c87e417" providerId="ADAL" clId="{6E1D5EB8-13F6-40DF-B512-351F8F358EAF}" dt="2026-03-11T21:17:14.370" v="429" actId="478"/>
        <pc:sldMkLst>
          <pc:docMk/>
          <pc:sldMk cId="0" sldId="42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5"/>
            <ac:spMk id="5" creationId="{00000000-0000-0000-0000-000000000000}"/>
          </ac:spMkLst>
        </pc:spChg>
        <pc:spChg chg="del mod ord">
          <ac:chgData name="Carey Garback" userId="dc25ffa4-de89-4779-8381-34524c87e417" providerId="ADAL" clId="{6E1D5EB8-13F6-40DF-B512-351F8F358EAF}" dt="2026-03-11T21:17:14.370" v="429" actId="478"/>
          <ac:spMkLst>
            <pc:docMk/>
            <pc:sldMk cId="0" sldId="425"/>
            <ac:spMk id="9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6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2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2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6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0"/>
            <ac:spMk id="11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1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3"/>
            <ac:spMk id="3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4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5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5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6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6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7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7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8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8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39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39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0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0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1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1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2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2"/>
            <ac:spMk id="4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3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3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3"/>
            <ac:spMk id="5" creationId="{00000000-0000-0000-0000-000000000000}"/>
          </ac:spMkLst>
        </pc:spChg>
      </pc:sldChg>
      <pc:sldChg chg="modSp mod modClrScheme chgLayout">
        <pc:chgData name="Carey Garback" userId="dc25ffa4-de89-4779-8381-34524c87e417" providerId="ADAL" clId="{6E1D5EB8-13F6-40DF-B512-351F8F358EAF}" dt="2026-03-11T20:57:21.127" v="111" actId="700"/>
        <pc:sldMkLst>
          <pc:docMk/>
          <pc:sldMk cId="0" sldId="444"/>
        </pc:sldMkLst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2" creationId="{00000000-0000-0000-0000-000000000000}"/>
          </ac:spMkLst>
        </pc:spChg>
        <pc:spChg chg="mod ord">
          <ac:chgData name="Carey Garback" userId="dc25ffa4-de89-4779-8381-34524c87e417" providerId="ADAL" clId="{6E1D5EB8-13F6-40DF-B512-351F8F358EAF}" dt="2026-03-11T20:57:21.127" v="111" actId="700"/>
          <ac:spMkLst>
            <pc:docMk/>
            <pc:sldMk cId="0" sldId="444"/>
            <ac:spMk id="4" creationId="{00000000-0000-0000-0000-000000000000}"/>
          </ac:spMkLst>
        </pc:spChg>
      </pc:sldChg>
      <pc:sldMasterChg chg="del delSldLayout">
        <pc:chgData name="Carey Garback" userId="dc25ffa4-de89-4779-8381-34524c87e417" providerId="ADAL" clId="{6E1D5EB8-13F6-40DF-B512-351F8F358EAF}" dt="2026-03-11T20:48:42.898" v="27" actId="700"/>
        <pc:sldMasterMkLst>
          <pc:docMk/>
          <pc:sldMasterMk cId="3235924352" sldId="2147483660"/>
        </pc:sldMasterMkLst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1035141377" sldId="2147483661"/>
          </pc:sldLayoutMkLst>
        </pc:sldLayoutChg>
        <pc:sldLayoutChg chg="del">
          <pc:chgData name="Carey Garback" userId="dc25ffa4-de89-4779-8381-34524c87e417" providerId="ADAL" clId="{6E1D5EB8-13F6-40DF-B512-351F8F358EAF}" dt="2026-03-11T20:48:42.898" v="27" actId="700"/>
          <pc:sldLayoutMkLst>
            <pc:docMk/>
            <pc:sldMasterMk cId="3235924352" sldId="2147483660"/>
            <pc:sldLayoutMk cId="4027653642" sldId="2147483662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49:21.684" v="28" actId="700"/>
        <pc:sldMasterMkLst>
          <pc:docMk/>
          <pc:sldMasterMk cId="923368649" sldId="2147483666"/>
        </pc:sldMasterMkLst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141453576" sldId="2147483667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1456915426" sldId="2147483668"/>
          </pc:sldLayoutMkLst>
        </pc:sldLayoutChg>
        <pc:sldLayoutChg chg="del">
          <pc:chgData name="Carey Garback" userId="dc25ffa4-de89-4779-8381-34524c87e417" providerId="ADAL" clId="{6E1D5EB8-13F6-40DF-B512-351F8F358EAF}" dt="2026-03-11T20:49:21.684" v="28" actId="700"/>
          <pc:sldLayoutMkLst>
            <pc:docMk/>
            <pc:sldMasterMk cId="923368649" sldId="2147483666"/>
            <pc:sldLayoutMk cId="2183310103" sldId="214748366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1401809999" sldId="2147483679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09978897" sldId="2147483680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2915061967" sldId="2147483681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1914343070" sldId="214748368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1401809999" sldId="2147483679"/>
            <pc:sldLayoutMk cId="365608168" sldId="2147483683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917995300" sldId="2147483685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57960484" sldId="2147483686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738163252" sldId="2147483687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3981737369" sldId="214748368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917995300" sldId="2147483685"/>
            <pc:sldLayoutMk cId="1236164671" sldId="2147483689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4040483893" sldId="2147483691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62507525" sldId="2147483692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3087094166" sldId="2147483693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4040483893" sldId="2147483691"/>
            <pc:sldLayoutMk cId="500174963" sldId="2147483695"/>
          </pc:sldLayoutMkLst>
        </pc:sldLayoutChg>
      </pc:sldMasterChg>
      <pc:sldMasterChg chg="del delSldLayout">
        <pc:chgData name="Carey Garback" userId="dc25ffa4-de89-4779-8381-34524c87e417" providerId="ADAL" clId="{6E1D5EB8-13F6-40DF-B512-351F8F358EAF}" dt="2026-03-11T20:57:21.127" v="111" actId="700"/>
        <pc:sldMasterMkLst>
          <pc:docMk/>
          <pc:sldMasterMk cId="833956046" sldId="2147483697"/>
        </pc:sldMasterMkLst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345404786" sldId="2147483698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048282712" sldId="2147483699"/>
          </pc:sldLayoutMkLst>
        </pc:sldLayoutChg>
        <pc:sldLayoutChg chg="del">
          <pc:chgData name="Carey Garback" userId="dc25ffa4-de89-4779-8381-34524c87e417" providerId="ADAL" clId="{6E1D5EB8-13F6-40DF-B512-351F8F358EAF}" dt="2026-03-11T20:57:21.127" v="111" actId="700"/>
          <pc:sldLayoutMkLst>
            <pc:docMk/>
            <pc:sldMasterMk cId="833956046" sldId="2147483697"/>
            <pc:sldLayoutMk cId="3843714748" sldId="2147483701"/>
          </pc:sldLayoutMkLst>
        </pc:sldLayoutChg>
      </pc:sldMasterChg>
      <pc:sldMasterChg chg="new mod addSldLayout">
        <pc:chgData name="Carey Garback" userId="dc25ffa4-de89-4779-8381-34524c87e417" providerId="ADAL" clId="{6E1D5EB8-13F6-40DF-B512-351F8F358EAF}" dt="2026-03-11T20:45:54.864" v="0" actId="6938"/>
        <pc:sldMasterMkLst>
          <pc:docMk/>
          <pc:sldMasterMk cId="3768917275" sldId="2147483702"/>
        </pc:sldMasterMkLst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4122042031" sldId="2147483703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9336987" sldId="2147483704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999859724" sldId="2147483705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046803670" sldId="2147483706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27527939" sldId="2147483707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568196630" sldId="2147483708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138423179" sldId="2147483709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3639641599" sldId="2147483710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727792376" sldId="2147483711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1611994235" sldId="2147483712"/>
          </pc:sldLayoutMkLst>
        </pc:sldLayoutChg>
        <pc:sldLayoutChg chg="new replId">
          <pc:chgData name="Carey Garback" userId="dc25ffa4-de89-4779-8381-34524c87e417" providerId="ADAL" clId="{6E1D5EB8-13F6-40DF-B512-351F8F358EAF}" dt="2026-03-11T20:45:54.864" v="0" actId="6938"/>
          <pc:sldLayoutMkLst>
            <pc:docMk/>
            <pc:sldMasterMk cId="3768917275" sldId="2147483702"/>
            <pc:sldLayoutMk cId="2774246442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2648E-2733-4EC8-BEDA-1577DE2D3D01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A796C-48E4-4AB2-BF9A-20773E9CD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3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A380C-F67F-EFBA-3B70-375AF924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4AFDB8-8FC5-F48F-B4AE-DA7846B5D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2BEB7-8480-87E5-785A-0C311E8BB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3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95542D-E5F5-D09D-EEA0-06051D45B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2CF76-9965-422C-D7AA-934E02A1E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11D16-F5A9-231C-545E-6906C5F1D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F61943-3342-4554-8403-118C8C1529D5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B990-6EF6-E39E-EF31-38B044D069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0DDA7-C73D-4678-0FED-6404D4AF2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D4C522-3418-4017-B3CC-40AB942034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91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mapper.net/" TargetMode="Externa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139492"/>
            <a:ext cx="10841355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ts val="302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easiest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way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survey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environment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sng" strike="noStrike" kern="0" cap="none" spc="-25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>
                  <a:solidFill>
                    <a:srgbClr val="2F87CC"/>
                  </a:solidFill>
                </a:uFill>
                <a:latin typeface="Arial"/>
                <a:cs typeface="Arial"/>
                <a:hlinkClick r:id="rId3"/>
              </a:rPr>
              <a:t>https://www.cellmapper.net/.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2F87CC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site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geographical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location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their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values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broadcasted.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28316" y="1501140"/>
            <a:ext cx="6350507" cy="240182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742" y="6508431"/>
            <a:ext cx="162560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66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1522624"/>
            <a:ext cx="10687050" cy="173037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9309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here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record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associated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9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this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our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SDR's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view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waterfall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representation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8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8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called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67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06134"/>
            <a:ext cx="10180320" cy="167322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launch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Gqrx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080" lvl="0" indent="0" defTabSz="914400" eaLnBrk="1" fontAlgn="auto" latinLnBrk="0" hangingPunct="1">
              <a:lnSpc>
                <a:spcPts val="2500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option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list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devices.</a:t>
            </a:r>
            <a:r>
              <a:rPr kumimoji="0" sz="2600" b="0" i="0" u="none" strike="noStrike" kern="0" cap="none" spc="-10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68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4400" y="1502664"/>
            <a:ext cx="2743199" cy="28681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529984"/>
            <a:ext cx="10729595" cy="134620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0029" marR="5080" lvl="0" indent="-227329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Select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device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have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plugged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click 	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OK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button.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like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69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36292" y="1589532"/>
            <a:ext cx="6330695" cy="262127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6960" y="4431432"/>
            <a:ext cx="10335895" cy="149225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810"/>
              </a:lnSpc>
              <a:spcBef>
                <a:spcPts val="45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mouse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wheel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top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application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wrote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earlier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while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local tower.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tuned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may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adjust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data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clearly.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70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Surveying</a:t>
            </a:r>
            <a:r>
              <a:rPr spc="-75" dirty="0"/>
              <a:t> </a:t>
            </a:r>
            <a:r>
              <a:rPr spc="-10" dirty="0"/>
              <a:t>Your</a:t>
            </a:r>
            <a:r>
              <a:rPr spc="-80" dirty="0"/>
              <a:t> </a:t>
            </a:r>
            <a:r>
              <a:rPr spc="-10" dirty="0"/>
              <a:t>Environment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3972" y="1397508"/>
            <a:ext cx="6544055" cy="287425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325561"/>
            <a:ext cx="10221913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10" dirty="0"/>
              <a:t> </a:t>
            </a:r>
            <a:r>
              <a:rPr sz="5400" dirty="0"/>
              <a:t>2</a:t>
            </a:r>
            <a:r>
              <a:rPr sz="5400" spc="-20" dirty="0"/>
              <a:t> </a:t>
            </a:r>
            <a:r>
              <a:rPr sz="5400" dirty="0"/>
              <a:t>–</a:t>
            </a:r>
            <a:r>
              <a:rPr sz="5400" spc="-10" dirty="0"/>
              <a:t> </a:t>
            </a:r>
            <a:r>
              <a:rPr sz="5400" dirty="0"/>
              <a:t>Configuring</a:t>
            </a:r>
            <a:r>
              <a:rPr sz="5400" spc="-20" dirty="0"/>
              <a:t> </a:t>
            </a:r>
            <a:r>
              <a:rPr sz="5400" dirty="0"/>
              <a:t>srsRAN</a:t>
            </a:r>
            <a:r>
              <a:rPr sz="5400" spc="-20" dirty="0"/>
              <a:t> </a:t>
            </a:r>
            <a:r>
              <a:rPr sz="5400" spc="-10" dirty="0"/>
              <a:t>Components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575751"/>
            <a:ext cx="10496550" cy="448183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0665" marR="5080" lvl="0" indent="-228600" defTabSz="914400" eaLnBrk="1" fontAlgn="auto" latinLnBrk="0" hangingPunct="1">
              <a:lnSpc>
                <a:spcPts val="25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When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configuring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srsRAN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software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there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couple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that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need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modified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ensure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not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interrupt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surrounding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signals.</a:t>
            </a:r>
            <a:r>
              <a:rPr kumimoji="0" sz="2600" b="0" i="0" u="none" strike="noStrike" kern="0" cap="none" spc="-9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parameters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are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also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important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being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able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cellular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tower.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These</a:t>
            </a:r>
            <a:r>
              <a:rPr kumimoji="0" sz="26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include: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Country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(Mobile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Network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Code)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APN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(Access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EARFCN</a:t>
            </a:r>
            <a:r>
              <a:rPr kumimoji="0" sz="26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(Pre-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defined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Uplink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Downlink</a:t>
            </a:r>
            <a:r>
              <a:rPr kumimoji="0" sz="26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Frequency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pairs)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Gain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srsRAN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1612327"/>
            <a:ext cx="10513695" cy="4286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algn="just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configuration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need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modified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can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found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in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the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directory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below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along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with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all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relevant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config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files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that</a:t>
            </a:r>
            <a:r>
              <a:rPr kumimoji="0" sz="28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will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be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modifying.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Directory: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7212965" lvl="0" indent="-635" defTabSz="914400" eaLnBrk="1" fontAlgn="auto" latinLnBrk="0" hangingPunct="1">
              <a:lnSpc>
                <a:spcPct val="119700"/>
              </a:lnSpc>
              <a:spcBef>
                <a:spcPts val="1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12700" algn="l"/>
                <a:tab pos="239395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	/root/.config/srsran/ Files: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74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9599" y="4753987"/>
            <a:ext cx="6588125" cy="11093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2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2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2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/root/.config/srsran/epc.conf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2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2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2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2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6128" y="1522475"/>
            <a:ext cx="8188450" cy="324154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srsEPC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967" y="2036934"/>
            <a:ext cx="8202295" cy="360426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dns_addr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field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it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points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8.8.8.8.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999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70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Set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apn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to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cs typeface="Segoe UI"/>
              </a:rPr>
              <a:t>srsapn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Segoe UI"/>
              <a:cs typeface="Segoe UI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r>
              <a:rPr kumimoji="0" sz="28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same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name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029" marR="0" lvl="0" indent="-227329" defTabSz="914400" eaLnBrk="1" fontAlgn="auto" latinLnBrk="0" hangingPunct="1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029" algn="l"/>
              </a:tabLst>
              <a:defRPr/>
            </a:pP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8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8580" y="5124716"/>
            <a:ext cx="5989955" cy="1046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enb.conf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/root/.config/srsran/enb.conf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06296" y="1467611"/>
            <a:ext cx="7746491" cy="33817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10" dirty="0"/>
              <a:t>srsENb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8386" y="1529121"/>
            <a:ext cx="9904095" cy="446532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MCC</a:t>
            </a:r>
            <a:r>
              <a:rPr kumimoji="0" sz="26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MNC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match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what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entered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6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Scroll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down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[rf]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header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935" marR="0" lvl="0" indent="-228600" defTabSz="91440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935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dl_earfcn</a:t>
            </a:r>
            <a:r>
              <a:rPr kumimoji="0" sz="26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say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3400(need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more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them)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rx_gain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=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40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(still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finding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lowest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number)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Clr>
                <a:srgbClr val="1A3762"/>
              </a:buClr>
              <a:buSzTx/>
              <a:buFont typeface="Arial"/>
              <a:buChar char="•"/>
              <a:tabLst/>
              <a:defRPr/>
            </a:pP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6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6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6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6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6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1300" marR="0" lvl="0" indent="-228600" defTabSz="914400" eaLnBrk="1" fontAlgn="auto" latinLnBrk="0" hangingPunct="1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6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6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6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950" y="4818180"/>
            <a:ext cx="10738485" cy="12255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ct val="70000"/>
              </a:lnSpc>
              <a:spcBef>
                <a:spcPts val="81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user_db.csv</a:t>
            </a:r>
            <a:r>
              <a:rPr kumimoji="0" sz="20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hold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authentication</a:t>
            </a:r>
            <a:r>
              <a:rPr kumimoji="0" sz="20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authorization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allowed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UE.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Issue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edit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epc.conf</a:t>
            </a:r>
            <a:r>
              <a:rPr kumimoji="0" sz="20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5516880" lvl="0" indent="228600" defTabSz="914400" eaLnBrk="1" fontAlgn="auto" latinLnBrk="0" hangingPunct="1">
              <a:lnSpc>
                <a:spcPts val="2690"/>
              </a:lnSpc>
              <a:spcBef>
                <a:spcPts val="8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130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nano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/root/.config/srsran/user_db.csv 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config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shown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5172" y="1574291"/>
            <a:ext cx="9861802" cy="284835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79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Configuring</a:t>
            </a:r>
            <a:r>
              <a:rPr spc="-155" dirty="0"/>
              <a:t> </a:t>
            </a:r>
            <a:r>
              <a:rPr spc="-25" dirty="0"/>
              <a:t>HSS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3343" y="1801802"/>
            <a:ext cx="9549765" cy="2834640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cards</a:t>
            </a:r>
            <a:r>
              <a:rPr kumimoji="0" sz="20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information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for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&lt;values&gt;: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&lt;unique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name&gt;,mil,&lt;IMSI&gt;,&lt;Ki</a:t>
            </a:r>
            <a:r>
              <a:rPr kumimoji="0" sz="20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key&gt;,opc,&lt;OPC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key&gt;,9000,0000000063af,9,dynamic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Now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save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close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file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using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0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key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sequence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Ctrl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+</a:t>
            </a:r>
            <a:r>
              <a:rPr kumimoji="0" sz="20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x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Press</a:t>
            </a:r>
            <a:r>
              <a:rPr kumimoji="0" sz="20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240665" marR="0" lvl="0" indent="-227965" defTabSz="91440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>
                <a:srgbClr val="1A3762"/>
              </a:buClr>
              <a:buSzTx/>
              <a:buFontTx/>
              <a:buChar char="•"/>
              <a:tabLst>
                <a:tab pos="240665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Hit</a:t>
            </a:r>
            <a:r>
              <a:rPr kumimoji="0" sz="20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0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enter</a:t>
            </a:r>
            <a:endParaRPr kumimoji="0" sz="2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1741059"/>
            <a:ext cx="923925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35" dirty="0"/>
              <a:t> </a:t>
            </a:r>
            <a:r>
              <a:rPr sz="5400" dirty="0"/>
              <a:t>3</a:t>
            </a:r>
            <a:r>
              <a:rPr sz="5400" spc="-45" dirty="0"/>
              <a:t> </a:t>
            </a:r>
            <a:r>
              <a:rPr sz="5400" dirty="0"/>
              <a:t>–</a:t>
            </a:r>
            <a:r>
              <a:rPr sz="5400" spc="-40" dirty="0"/>
              <a:t> </a:t>
            </a:r>
            <a:r>
              <a:rPr sz="5400" dirty="0"/>
              <a:t>Programming</a:t>
            </a:r>
            <a:r>
              <a:rPr sz="5400" spc="-40" dirty="0"/>
              <a:t> </a:t>
            </a:r>
            <a:r>
              <a:rPr sz="5400" dirty="0"/>
              <a:t>a</a:t>
            </a:r>
            <a:r>
              <a:rPr sz="5400" spc="-40" dirty="0"/>
              <a:t> </a:t>
            </a:r>
            <a:r>
              <a:rPr sz="5400" dirty="0"/>
              <a:t>SIM</a:t>
            </a:r>
            <a:r>
              <a:rPr sz="5400" spc="-35" dirty="0"/>
              <a:t> </a:t>
            </a:r>
            <a:r>
              <a:rPr sz="5400" spc="-20" dirty="0"/>
              <a:t>Card</a:t>
            </a:r>
            <a:endParaRPr sz="5400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4608" y="2487167"/>
            <a:ext cx="8668511" cy="373837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81</a:t>
            </a: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 idx="4294967295"/>
          </p:nvPr>
        </p:nvSpPr>
        <p:spPr>
          <a:xfrm>
            <a:off x="0" y="411163"/>
            <a:ext cx="7045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8967" y="1534054"/>
            <a:ext cx="10132695" cy="824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346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reader,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insert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programmable SIM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card,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check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connectivity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by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running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following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command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13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13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terminal: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sudo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pcsc_scan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If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reader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and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card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is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recognized,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end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13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output</a:t>
            </a:r>
            <a:r>
              <a:rPr kumimoji="0" sz="1300" b="0" i="0" u="none" strike="noStrike" kern="0" cap="none" spc="-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130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look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similar</a:t>
            </a:r>
            <a:r>
              <a:rPr kumimoji="0" sz="1300" b="0" i="0" u="none" strike="noStrike" kern="0" cap="none" spc="-1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13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13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below: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82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4878" rIns="0" bIns="0" rtlCol="0">
            <a:spAutoFit/>
          </a:bodyPr>
          <a:lstStyle/>
          <a:p>
            <a:pPr marL="242570" marR="5080" indent="-228600">
              <a:lnSpc>
                <a:spcPts val="2500"/>
              </a:lnSpc>
              <a:spcBef>
                <a:spcPts val="705"/>
              </a:spcBef>
            </a:pPr>
            <a:r>
              <a:rPr sz="2600" dirty="0"/>
              <a:t>Next</a:t>
            </a:r>
            <a:r>
              <a:rPr sz="2600" spc="-55" dirty="0"/>
              <a:t> </a:t>
            </a:r>
            <a:r>
              <a:rPr sz="2600" dirty="0"/>
              <a:t>we</a:t>
            </a:r>
            <a:r>
              <a:rPr sz="2600" spc="-40" dirty="0"/>
              <a:t> </a:t>
            </a:r>
            <a:r>
              <a:rPr sz="2600" dirty="0"/>
              <a:t>need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35" dirty="0"/>
              <a:t> </a:t>
            </a:r>
            <a:r>
              <a:rPr sz="2600" dirty="0"/>
              <a:t>test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SIM</a:t>
            </a:r>
            <a:r>
              <a:rPr sz="2600" spc="-35" dirty="0"/>
              <a:t> </a:t>
            </a:r>
            <a:r>
              <a:rPr sz="2600" dirty="0"/>
              <a:t>programming</a:t>
            </a:r>
            <a:r>
              <a:rPr sz="2600" spc="-70" dirty="0"/>
              <a:t> </a:t>
            </a:r>
            <a:r>
              <a:rPr sz="2600" dirty="0"/>
              <a:t>application</a:t>
            </a:r>
            <a:r>
              <a:rPr sz="2600" spc="-45" dirty="0"/>
              <a:t> </a:t>
            </a:r>
            <a:r>
              <a:rPr sz="2600" dirty="0"/>
              <a:t>in</a:t>
            </a:r>
            <a:r>
              <a:rPr sz="2600" spc="-25" dirty="0"/>
              <a:t> </a:t>
            </a:r>
            <a:r>
              <a:rPr sz="2600" dirty="0"/>
              <a:t>order</a:t>
            </a:r>
            <a:r>
              <a:rPr sz="2600" spc="-55" dirty="0"/>
              <a:t> </a:t>
            </a:r>
            <a:r>
              <a:rPr sz="2600" dirty="0"/>
              <a:t>to</a:t>
            </a:r>
            <a:r>
              <a:rPr sz="2600" spc="-30" dirty="0"/>
              <a:t> </a:t>
            </a:r>
            <a:r>
              <a:rPr sz="2600" dirty="0"/>
              <a:t>find</a:t>
            </a:r>
            <a:r>
              <a:rPr sz="2600" spc="-35" dirty="0"/>
              <a:t> </a:t>
            </a:r>
            <a:r>
              <a:rPr sz="2600" spc="-25" dirty="0"/>
              <a:t>the </a:t>
            </a:r>
            <a:r>
              <a:rPr sz="2600" dirty="0"/>
              <a:t>correct</a:t>
            </a:r>
            <a:r>
              <a:rPr sz="2600" spc="-45" dirty="0"/>
              <a:t> </a:t>
            </a:r>
            <a:r>
              <a:rPr sz="2600" dirty="0"/>
              <a:t>port</a:t>
            </a:r>
            <a:r>
              <a:rPr sz="2600" spc="-35" dirty="0"/>
              <a:t> </a:t>
            </a:r>
            <a:r>
              <a:rPr sz="2600" dirty="0"/>
              <a:t>assignment</a:t>
            </a:r>
            <a:r>
              <a:rPr sz="2600" spc="-55" dirty="0"/>
              <a:t> </a:t>
            </a:r>
            <a:r>
              <a:rPr sz="2600" dirty="0"/>
              <a:t>that</a:t>
            </a:r>
            <a:r>
              <a:rPr sz="2600" spc="-25" dirty="0"/>
              <a:t> </a:t>
            </a:r>
            <a:r>
              <a:rPr sz="2600" dirty="0"/>
              <a:t>was</a:t>
            </a:r>
            <a:r>
              <a:rPr sz="2600" spc="-35" dirty="0"/>
              <a:t> </a:t>
            </a:r>
            <a:r>
              <a:rPr sz="2600" dirty="0"/>
              <a:t>given</a:t>
            </a:r>
            <a:r>
              <a:rPr sz="2600" spc="-35" dirty="0"/>
              <a:t> </a:t>
            </a:r>
            <a:r>
              <a:rPr sz="2600" dirty="0"/>
              <a:t>to</a:t>
            </a:r>
            <a:r>
              <a:rPr sz="2600" spc="-15" dirty="0"/>
              <a:t> </a:t>
            </a:r>
            <a:r>
              <a:rPr sz="2600" dirty="0"/>
              <a:t>the</a:t>
            </a:r>
            <a:r>
              <a:rPr sz="2600" spc="-25" dirty="0"/>
              <a:t> </a:t>
            </a:r>
            <a:r>
              <a:rPr sz="2600" dirty="0"/>
              <a:t>SIM</a:t>
            </a:r>
            <a:r>
              <a:rPr sz="2600" spc="-25" dirty="0"/>
              <a:t> </a:t>
            </a:r>
            <a:r>
              <a:rPr sz="2600" dirty="0"/>
              <a:t>card</a:t>
            </a:r>
            <a:r>
              <a:rPr sz="2600" spc="-35" dirty="0"/>
              <a:t> </a:t>
            </a:r>
            <a:r>
              <a:rPr sz="2600" spc="-20" dirty="0"/>
              <a:t>reader.</a:t>
            </a:r>
            <a:r>
              <a:rPr sz="2600" spc="-80" dirty="0"/>
              <a:t> </a:t>
            </a:r>
            <a:r>
              <a:rPr sz="2600" dirty="0"/>
              <a:t>This</a:t>
            </a:r>
            <a:r>
              <a:rPr sz="2600" spc="-35" dirty="0"/>
              <a:t> </a:t>
            </a:r>
            <a:r>
              <a:rPr sz="2600" spc="-25" dirty="0"/>
              <a:t>is </a:t>
            </a:r>
            <a:r>
              <a:rPr sz="2600" dirty="0"/>
              <a:t>done</a:t>
            </a:r>
            <a:r>
              <a:rPr sz="2600" spc="-40" dirty="0"/>
              <a:t> </a:t>
            </a:r>
            <a:r>
              <a:rPr sz="2600" dirty="0"/>
              <a:t>by</a:t>
            </a:r>
            <a:r>
              <a:rPr sz="2600" spc="-45" dirty="0"/>
              <a:t> </a:t>
            </a:r>
            <a:r>
              <a:rPr sz="2600" dirty="0"/>
              <a:t>issuing</a:t>
            </a:r>
            <a:r>
              <a:rPr sz="2600" spc="-40" dirty="0"/>
              <a:t> </a:t>
            </a:r>
            <a:r>
              <a:rPr sz="2600" dirty="0"/>
              <a:t>the</a:t>
            </a:r>
            <a:r>
              <a:rPr sz="2600" spc="-40" dirty="0"/>
              <a:t> </a:t>
            </a:r>
            <a:r>
              <a:rPr sz="2600" dirty="0"/>
              <a:t>following</a:t>
            </a:r>
            <a:r>
              <a:rPr sz="2600" spc="-40" dirty="0"/>
              <a:t> </a:t>
            </a:r>
            <a:r>
              <a:rPr sz="2600" dirty="0"/>
              <a:t>command</a:t>
            </a:r>
            <a:r>
              <a:rPr sz="2600" spc="-60" dirty="0"/>
              <a:t> </a:t>
            </a:r>
            <a:r>
              <a:rPr sz="2600" dirty="0"/>
              <a:t>from</a:t>
            </a:r>
            <a:r>
              <a:rPr sz="2600" spc="-35" dirty="0"/>
              <a:t> </a:t>
            </a:r>
            <a:r>
              <a:rPr sz="2600" dirty="0"/>
              <a:t>the</a:t>
            </a:r>
            <a:r>
              <a:rPr sz="2600" spc="-35" dirty="0"/>
              <a:t> </a:t>
            </a:r>
            <a:r>
              <a:rPr sz="2600" dirty="0"/>
              <a:t>~/pysim</a:t>
            </a:r>
            <a:r>
              <a:rPr sz="2600" spc="-60" dirty="0"/>
              <a:t> </a:t>
            </a:r>
            <a:r>
              <a:rPr sz="2600" spc="-10" dirty="0"/>
              <a:t>directory:</a:t>
            </a:r>
            <a:endParaRPr sz="2600"/>
          </a:p>
          <a:p>
            <a:pPr marL="14604">
              <a:lnSpc>
                <a:spcPct val="100000"/>
              </a:lnSpc>
              <a:spcBef>
                <a:spcPts val="385"/>
              </a:spcBef>
            </a:pPr>
            <a:r>
              <a:rPr sz="2600" spc="-10" dirty="0"/>
              <a:t>./pySim-read.py</a:t>
            </a:r>
            <a:endParaRPr sz="2600"/>
          </a:p>
          <a:p>
            <a:pPr marL="242570" marR="241935" indent="-228600">
              <a:lnSpc>
                <a:spcPts val="2500"/>
              </a:lnSpc>
              <a:spcBef>
                <a:spcPts val="969"/>
              </a:spcBef>
            </a:pPr>
            <a:r>
              <a:rPr sz="2600" dirty="0"/>
              <a:t>If</a:t>
            </a:r>
            <a:r>
              <a:rPr sz="2600" spc="-30" dirty="0"/>
              <a:t> </a:t>
            </a:r>
            <a:r>
              <a:rPr sz="2600" dirty="0"/>
              <a:t>everything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40" dirty="0"/>
              <a:t> </a:t>
            </a:r>
            <a:r>
              <a:rPr sz="2600" dirty="0"/>
              <a:t>setup</a:t>
            </a:r>
            <a:r>
              <a:rPr sz="2600" spc="-30" dirty="0"/>
              <a:t> </a:t>
            </a:r>
            <a:r>
              <a:rPr sz="2600" dirty="0"/>
              <a:t>correctly</a:t>
            </a:r>
            <a:r>
              <a:rPr sz="2600" spc="-55" dirty="0"/>
              <a:t> </a:t>
            </a:r>
            <a:r>
              <a:rPr sz="2600" dirty="0"/>
              <a:t>and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20" dirty="0"/>
              <a:t> </a:t>
            </a:r>
            <a:r>
              <a:rPr sz="2600" dirty="0"/>
              <a:t>port</a:t>
            </a:r>
            <a:r>
              <a:rPr sz="2600" spc="-40" dirty="0"/>
              <a:t> </a:t>
            </a:r>
            <a:r>
              <a:rPr sz="2600" dirty="0"/>
              <a:t>is</a:t>
            </a:r>
            <a:r>
              <a:rPr sz="2600" spc="-30" dirty="0"/>
              <a:t> </a:t>
            </a:r>
            <a:r>
              <a:rPr sz="2600" dirty="0"/>
              <a:t>on</a:t>
            </a:r>
            <a:r>
              <a:rPr sz="2600" spc="-30" dirty="0"/>
              <a:t> </a:t>
            </a:r>
            <a:r>
              <a:rPr sz="2600" dirty="0"/>
              <a:t>the</a:t>
            </a:r>
            <a:r>
              <a:rPr sz="2600" spc="-30" dirty="0"/>
              <a:t> </a:t>
            </a:r>
            <a:r>
              <a:rPr sz="2600" dirty="0"/>
              <a:t>default</a:t>
            </a:r>
            <a:r>
              <a:rPr sz="2600" spc="-25" dirty="0"/>
              <a:t> </a:t>
            </a:r>
            <a:r>
              <a:rPr sz="2600" dirty="0"/>
              <a:t>of</a:t>
            </a:r>
            <a:r>
              <a:rPr sz="2600" spc="-40" dirty="0"/>
              <a:t> </a:t>
            </a:r>
            <a:r>
              <a:rPr sz="2600" dirty="0"/>
              <a:t>0</a:t>
            </a:r>
            <a:r>
              <a:rPr sz="2600" spc="-25" dirty="0"/>
              <a:t> </a:t>
            </a:r>
            <a:r>
              <a:rPr sz="2600" dirty="0"/>
              <a:t>you</a:t>
            </a:r>
            <a:r>
              <a:rPr sz="2600" spc="-40" dirty="0"/>
              <a:t> </a:t>
            </a:r>
            <a:r>
              <a:rPr sz="2600" spc="-20" dirty="0"/>
              <a:t>will </a:t>
            </a:r>
            <a:r>
              <a:rPr sz="2600" dirty="0"/>
              <a:t>see</a:t>
            </a:r>
            <a:r>
              <a:rPr sz="2600" spc="-45" dirty="0"/>
              <a:t> </a:t>
            </a:r>
            <a:r>
              <a:rPr sz="2600" dirty="0"/>
              <a:t>output</a:t>
            </a:r>
            <a:r>
              <a:rPr sz="2600" spc="-30" dirty="0"/>
              <a:t> </a:t>
            </a:r>
            <a:r>
              <a:rPr sz="2600" dirty="0"/>
              <a:t>similar</a:t>
            </a:r>
            <a:r>
              <a:rPr sz="2600" spc="-65" dirty="0"/>
              <a:t> </a:t>
            </a:r>
            <a:r>
              <a:rPr sz="2600" dirty="0"/>
              <a:t>to</a:t>
            </a:r>
            <a:r>
              <a:rPr sz="2600" spc="-25" dirty="0"/>
              <a:t> </a:t>
            </a:r>
            <a:r>
              <a:rPr sz="2600" spc="-10" dirty="0"/>
              <a:t>below:</a:t>
            </a:r>
            <a:endParaRPr sz="2600"/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94816" y="3928871"/>
            <a:ext cx="9020555" cy="22478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83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Programming</a:t>
            </a:r>
            <a:r>
              <a:rPr spc="-55" dirty="0"/>
              <a:t> </a:t>
            </a:r>
            <a:r>
              <a:rPr dirty="0"/>
              <a:t>SIM</a:t>
            </a:r>
            <a:r>
              <a:rPr spc="-85" dirty="0"/>
              <a:t> </a:t>
            </a:r>
            <a:r>
              <a:rPr spc="-10" dirty="0"/>
              <a:t>Cards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85894" rIns="0" bIns="0" rtlCol="0">
            <a:spAutoFit/>
          </a:bodyPr>
          <a:lstStyle/>
          <a:p>
            <a:pPr marL="243204" marR="5080" indent="-229235">
              <a:lnSpc>
                <a:spcPts val="2110"/>
              </a:lnSpc>
              <a:spcBef>
                <a:spcPts val="605"/>
              </a:spcBef>
            </a:pPr>
            <a:r>
              <a:rPr sz="2200" dirty="0"/>
              <a:t>Now</a:t>
            </a:r>
            <a:r>
              <a:rPr sz="2200" spc="-40" dirty="0"/>
              <a:t> </a:t>
            </a:r>
            <a:r>
              <a:rPr sz="2200" dirty="0"/>
              <a:t>we</a:t>
            </a:r>
            <a:r>
              <a:rPr sz="2200" spc="-45" dirty="0"/>
              <a:t> </a:t>
            </a:r>
            <a:r>
              <a:rPr sz="2200" dirty="0"/>
              <a:t>have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be</a:t>
            </a:r>
            <a:r>
              <a:rPr sz="2200" spc="-45" dirty="0"/>
              <a:t> </a:t>
            </a:r>
            <a:r>
              <a:rPr sz="2200" dirty="0"/>
              <a:t>able</a:t>
            </a:r>
            <a:r>
              <a:rPr sz="2200" spc="-50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connect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5" dirty="0"/>
              <a:t> </a:t>
            </a:r>
            <a:r>
              <a:rPr sz="2200" dirty="0"/>
              <a:t>our</a:t>
            </a:r>
            <a:r>
              <a:rPr sz="2200" spc="-40" dirty="0"/>
              <a:t> </a:t>
            </a:r>
            <a:r>
              <a:rPr sz="2200" spc="-20" dirty="0"/>
              <a:t>LTE</a:t>
            </a:r>
            <a:r>
              <a:rPr sz="2200" spc="-35" dirty="0"/>
              <a:t> </a:t>
            </a:r>
            <a:r>
              <a:rPr sz="2200" dirty="0"/>
              <a:t>network.</a:t>
            </a:r>
            <a:r>
              <a:rPr sz="2200" spc="-30" dirty="0"/>
              <a:t> </a:t>
            </a:r>
            <a:r>
              <a:rPr sz="2200" dirty="0"/>
              <a:t>Below</a:t>
            </a:r>
            <a:r>
              <a:rPr sz="2200" spc="-50" dirty="0"/>
              <a:t> </a:t>
            </a:r>
            <a:r>
              <a:rPr sz="2200" spc="-25" dirty="0"/>
              <a:t>is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command</a:t>
            </a:r>
            <a:r>
              <a:rPr sz="2200" spc="-10" dirty="0"/>
              <a:t> </a:t>
            </a:r>
            <a:r>
              <a:rPr sz="2200" dirty="0"/>
              <a:t>that</a:t>
            </a:r>
            <a:r>
              <a:rPr sz="2200" spc="-45" dirty="0"/>
              <a:t> </a:t>
            </a:r>
            <a:r>
              <a:rPr sz="2200" dirty="0"/>
              <a:t>is</a:t>
            </a:r>
            <a:r>
              <a:rPr sz="2200" spc="-50" dirty="0"/>
              <a:t> </a:t>
            </a:r>
            <a:r>
              <a:rPr sz="2200" dirty="0"/>
              <a:t>used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40" dirty="0"/>
              <a:t> </a:t>
            </a:r>
            <a:r>
              <a:rPr sz="2200" dirty="0"/>
              <a:t>program</a:t>
            </a:r>
            <a:r>
              <a:rPr sz="2200" spc="-15" dirty="0"/>
              <a:t> </a:t>
            </a:r>
            <a:r>
              <a:rPr sz="2200" dirty="0"/>
              <a:t>the</a:t>
            </a:r>
            <a:r>
              <a:rPr sz="2200" spc="-45" dirty="0"/>
              <a:t> </a:t>
            </a:r>
            <a:r>
              <a:rPr sz="2200" dirty="0"/>
              <a:t>SIM’s,</a:t>
            </a:r>
            <a:r>
              <a:rPr sz="2200" spc="-40" dirty="0"/>
              <a:t> </a:t>
            </a:r>
            <a:r>
              <a:rPr sz="2200" dirty="0"/>
              <a:t>you</a:t>
            </a:r>
            <a:r>
              <a:rPr sz="2200" spc="-35" dirty="0"/>
              <a:t> </a:t>
            </a:r>
            <a:r>
              <a:rPr sz="2200" dirty="0"/>
              <a:t>need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30" dirty="0"/>
              <a:t> </a:t>
            </a:r>
            <a:r>
              <a:rPr sz="2200" dirty="0"/>
              <a:t>fill</a:t>
            </a:r>
            <a:r>
              <a:rPr sz="2200" spc="-65" dirty="0"/>
              <a:t> </a:t>
            </a:r>
            <a:r>
              <a:rPr sz="2200" dirty="0"/>
              <a:t>the</a:t>
            </a:r>
            <a:r>
              <a:rPr sz="2200" spc="-30" dirty="0"/>
              <a:t> </a:t>
            </a:r>
            <a:r>
              <a:rPr sz="2200" dirty="0"/>
              <a:t>values</a:t>
            </a:r>
            <a:r>
              <a:rPr sz="2200" spc="-40" dirty="0"/>
              <a:t> </a:t>
            </a:r>
            <a:r>
              <a:rPr sz="2200" dirty="0"/>
              <a:t>in</a:t>
            </a:r>
            <a:r>
              <a:rPr sz="2200" spc="-45" dirty="0"/>
              <a:t> </a:t>
            </a:r>
            <a:r>
              <a:rPr sz="2200" spc="-20" dirty="0"/>
              <a:t>with </a:t>
            </a:r>
            <a:r>
              <a:rPr sz="2200" dirty="0"/>
              <a:t>your</a:t>
            </a:r>
            <a:r>
              <a:rPr sz="2200" spc="-50" dirty="0"/>
              <a:t> </a:t>
            </a:r>
            <a:r>
              <a:rPr sz="2200" dirty="0"/>
              <a:t>specific</a:t>
            </a:r>
            <a:r>
              <a:rPr sz="2200" spc="-70" dirty="0"/>
              <a:t> </a:t>
            </a:r>
            <a:r>
              <a:rPr sz="2200" dirty="0"/>
              <a:t>team’s</a:t>
            </a:r>
            <a:r>
              <a:rPr sz="2200" spc="-50" dirty="0"/>
              <a:t> </a:t>
            </a:r>
            <a:r>
              <a:rPr sz="2200" dirty="0"/>
              <a:t>SIM</a:t>
            </a:r>
            <a:r>
              <a:rPr sz="2200" spc="-5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information</a:t>
            </a:r>
            <a:r>
              <a:rPr sz="2200" spc="-50" dirty="0"/>
              <a:t> </a:t>
            </a:r>
            <a:r>
              <a:rPr sz="2200" dirty="0"/>
              <a:t>that</a:t>
            </a:r>
            <a:r>
              <a:rPr sz="2200" spc="-55" dirty="0"/>
              <a:t> </a:t>
            </a:r>
            <a:r>
              <a:rPr sz="2200" dirty="0"/>
              <a:t>was</a:t>
            </a:r>
            <a:r>
              <a:rPr sz="2200" spc="-55" dirty="0"/>
              <a:t> </a:t>
            </a:r>
            <a:r>
              <a:rPr sz="2200" dirty="0"/>
              <a:t>provided</a:t>
            </a:r>
            <a:r>
              <a:rPr sz="2200" spc="-35" dirty="0"/>
              <a:t> </a:t>
            </a:r>
            <a:r>
              <a:rPr sz="2200" dirty="0"/>
              <a:t>to</a:t>
            </a:r>
            <a:r>
              <a:rPr sz="2200" spc="-60" dirty="0"/>
              <a:t> </a:t>
            </a:r>
            <a:r>
              <a:rPr sz="2200" spc="-20" dirty="0"/>
              <a:t>you.</a:t>
            </a:r>
            <a:endParaRPr sz="2200"/>
          </a:p>
          <a:p>
            <a:pPr marL="14604">
              <a:lnSpc>
                <a:spcPts val="2375"/>
              </a:lnSpc>
              <a:spcBef>
                <a:spcPts val="505"/>
              </a:spcBef>
            </a:pPr>
            <a:r>
              <a:rPr sz="2200" spc="-20" dirty="0"/>
              <a:t>./pySim-</a:t>
            </a:r>
            <a:r>
              <a:rPr sz="2200" dirty="0"/>
              <a:t>prog.py</a:t>
            </a:r>
            <a:r>
              <a:rPr sz="2200" spc="-15" dirty="0"/>
              <a:t> </a:t>
            </a:r>
            <a:r>
              <a:rPr sz="2200" spc="-10" dirty="0"/>
              <a:t>-</a:t>
            </a:r>
            <a:r>
              <a:rPr sz="2200" dirty="0"/>
              <a:t>p</a:t>
            </a:r>
            <a:r>
              <a:rPr sz="2200" spc="-35" dirty="0"/>
              <a:t> </a:t>
            </a:r>
            <a:r>
              <a:rPr sz="2200" dirty="0"/>
              <a:t>&lt;Port</a:t>
            </a:r>
            <a:r>
              <a:rPr sz="2200" spc="-30" dirty="0"/>
              <a:t> </a:t>
            </a:r>
            <a:r>
              <a:rPr sz="2200" dirty="0"/>
              <a:t>your</a:t>
            </a:r>
            <a:r>
              <a:rPr sz="2200" spc="-30" dirty="0"/>
              <a:t> </a:t>
            </a:r>
            <a:r>
              <a:rPr sz="2200" dirty="0"/>
              <a:t>sim</a:t>
            </a:r>
            <a:r>
              <a:rPr sz="2200" spc="-40" dirty="0"/>
              <a:t> </a:t>
            </a:r>
            <a:r>
              <a:rPr sz="2200" dirty="0"/>
              <a:t>card</a:t>
            </a:r>
            <a:r>
              <a:rPr sz="2200" spc="-40" dirty="0"/>
              <a:t> </a:t>
            </a:r>
            <a:r>
              <a:rPr sz="2200" dirty="0"/>
              <a:t>reader</a:t>
            </a:r>
            <a:r>
              <a:rPr sz="2200" spc="-35" dirty="0"/>
              <a:t> </a:t>
            </a:r>
            <a:r>
              <a:rPr sz="2200" dirty="0"/>
              <a:t>was</a:t>
            </a:r>
            <a:r>
              <a:rPr sz="2200" spc="-40" dirty="0"/>
              <a:t> </a:t>
            </a:r>
            <a:r>
              <a:rPr sz="2200" dirty="0"/>
              <a:t>on&gt;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x</a:t>
            </a:r>
            <a:r>
              <a:rPr sz="2200" spc="-40" dirty="0"/>
              <a:t> </a:t>
            </a:r>
            <a:r>
              <a:rPr sz="2200" dirty="0"/>
              <a:t>&lt;Network</a:t>
            </a:r>
            <a:r>
              <a:rPr sz="2200" spc="-30" dirty="0"/>
              <a:t> </a:t>
            </a:r>
            <a:r>
              <a:rPr sz="2200" dirty="0"/>
              <a:t>MCC&gt;</a:t>
            </a:r>
            <a:r>
              <a:rPr sz="2200" spc="-10" dirty="0"/>
              <a:t> -</a:t>
            </a:r>
            <a:r>
              <a:rPr sz="2200" spc="-50" dirty="0"/>
              <a:t>y</a:t>
            </a:r>
            <a:endParaRPr sz="2200"/>
          </a:p>
          <a:p>
            <a:pPr marL="242570">
              <a:lnSpc>
                <a:spcPts val="2115"/>
              </a:lnSpc>
            </a:pPr>
            <a:r>
              <a:rPr sz="2200" dirty="0"/>
              <a:t>&lt;Network</a:t>
            </a:r>
            <a:r>
              <a:rPr sz="2200" spc="-40" dirty="0"/>
              <a:t> </a:t>
            </a:r>
            <a:r>
              <a:rPr sz="2200" dirty="0"/>
              <a:t>MNC&gt;</a:t>
            </a:r>
            <a:r>
              <a:rPr sz="2200" spc="-25" dirty="0"/>
              <a:t> </a:t>
            </a:r>
            <a:r>
              <a:rPr sz="2200" spc="-10" dirty="0"/>
              <a:t>-</a:t>
            </a:r>
            <a:r>
              <a:rPr sz="2200" dirty="0"/>
              <a:t>n</a:t>
            </a:r>
            <a:r>
              <a:rPr sz="2200" spc="-45" dirty="0"/>
              <a:t> </a:t>
            </a:r>
            <a:r>
              <a:rPr sz="2200" dirty="0"/>
              <a:t>&lt;Operator</a:t>
            </a:r>
            <a:r>
              <a:rPr sz="2200" spc="-25" dirty="0"/>
              <a:t> </a:t>
            </a:r>
            <a:r>
              <a:rPr sz="2200" dirty="0"/>
              <a:t>Name&gt;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t</a:t>
            </a:r>
            <a:r>
              <a:rPr sz="2200" spc="-35" dirty="0"/>
              <a:t> </a:t>
            </a:r>
            <a:r>
              <a:rPr sz="2200" dirty="0"/>
              <a:t>&lt;SIM</a:t>
            </a:r>
            <a:r>
              <a:rPr sz="2200" spc="-45" dirty="0"/>
              <a:t> </a:t>
            </a:r>
            <a:r>
              <a:rPr sz="2200" dirty="0"/>
              <a:t>card</a:t>
            </a:r>
            <a:r>
              <a:rPr sz="2200" spc="-50" dirty="0"/>
              <a:t> </a:t>
            </a:r>
            <a:r>
              <a:rPr sz="2200" dirty="0"/>
              <a:t>type&gt;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i</a:t>
            </a:r>
            <a:r>
              <a:rPr sz="2200" spc="-45" dirty="0"/>
              <a:t> </a:t>
            </a:r>
            <a:r>
              <a:rPr sz="2200" dirty="0"/>
              <a:t>&lt;imsi&gt;</a:t>
            </a:r>
            <a:r>
              <a:rPr sz="2200" spc="-50" dirty="0"/>
              <a:t> </a:t>
            </a:r>
            <a:r>
              <a:rPr sz="2200" spc="-10" dirty="0"/>
              <a:t>-</a:t>
            </a:r>
            <a:r>
              <a:rPr sz="2200" dirty="0"/>
              <a:t>s</a:t>
            </a:r>
            <a:r>
              <a:rPr sz="2200" spc="-35" dirty="0"/>
              <a:t> </a:t>
            </a:r>
            <a:r>
              <a:rPr sz="2200" dirty="0"/>
              <a:t>&lt;iccid&gt;</a:t>
            </a:r>
            <a:r>
              <a:rPr sz="2200" spc="-60" dirty="0"/>
              <a:t> </a:t>
            </a:r>
            <a:r>
              <a:rPr sz="2200" spc="-10" dirty="0"/>
              <a:t>-</a:t>
            </a:r>
            <a:r>
              <a:rPr sz="2200" spc="-50" dirty="0"/>
              <a:t>o</a:t>
            </a:r>
            <a:endParaRPr sz="2200"/>
          </a:p>
          <a:p>
            <a:pPr marL="243204">
              <a:lnSpc>
                <a:spcPts val="2375"/>
              </a:lnSpc>
            </a:pPr>
            <a:r>
              <a:rPr sz="2200" dirty="0"/>
              <a:t>&lt;OPC</a:t>
            </a:r>
            <a:r>
              <a:rPr sz="2200" spc="-35" dirty="0"/>
              <a:t> </a:t>
            </a:r>
            <a:r>
              <a:rPr sz="2200" dirty="0"/>
              <a:t>Key&gt;</a:t>
            </a:r>
            <a:r>
              <a:rPr sz="2200" spc="-30" dirty="0"/>
              <a:t> </a:t>
            </a:r>
            <a:r>
              <a:rPr sz="2200" spc="-10" dirty="0"/>
              <a:t>-</a:t>
            </a:r>
            <a:r>
              <a:rPr sz="2200" dirty="0"/>
              <a:t>k</a:t>
            </a:r>
            <a:r>
              <a:rPr sz="2200" spc="-35" dirty="0"/>
              <a:t> </a:t>
            </a:r>
            <a:r>
              <a:rPr sz="2200" dirty="0"/>
              <a:t>&lt;Ki&gt;</a:t>
            </a:r>
            <a:r>
              <a:rPr sz="2200" spc="-40" dirty="0"/>
              <a:t> </a:t>
            </a:r>
            <a:r>
              <a:rPr sz="2200" spc="-10" dirty="0"/>
              <a:t>-</a:t>
            </a:r>
            <a:r>
              <a:rPr sz="2200" dirty="0"/>
              <a:t>a</a:t>
            </a:r>
            <a:r>
              <a:rPr sz="2200" spc="-30" dirty="0"/>
              <a:t> </a:t>
            </a:r>
            <a:r>
              <a:rPr sz="2200" dirty="0"/>
              <a:t>&lt;ADM</a:t>
            </a:r>
            <a:r>
              <a:rPr sz="2200" spc="-25" dirty="0"/>
              <a:t> </a:t>
            </a:r>
            <a:r>
              <a:rPr sz="2200" spc="-20" dirty="0"/>
              <a:t>Pin&gt;</a:t>
            </a:r>
            <a:endParaRPr sz="2200"/>
          </a:p>
          <a:p>
            <a:pPr marL="14604">
              <a:lnSpc>
                <a:spcPct val="100000"/>
              </a:lnSpc>
              <a:spcBef>
                <a:spcPts val="465"/>
              </a:spcBef>
            </a:pPr>
            <a:r>
              <a:rPr sz="2200" dirty="0"/>
              <a:t>If</a:t>
            </a:r>
            <a:r>
              <a:rPr sz="2200" spc="-50" dirty="0"/>
              <a:t> </a:t>
            </a:r>
            <a:r>
              <a:rPr sz="2200" dirty="0"/>
              <a:t>all</a:t>
            </a:r>
            <a:r>
              <a:rPr sz="2200" spc="-60" dirty="0"/>
              <a:t> </a:t>
            </a:r>
            <a:r>
              <a:rPr sz="2200" dirty="0"/>
              <a:t>values</a:t>
            </a:r>
            <a:r>
              <a:rPr sz="2200" spc="-35" dirty="0"/>
              <a:t> </a:t>
            </a:r>
            <a:r>
              <a:rPr sz="2200" dirty="0"/>
              <a:t>are</a:t>
            </a:r>
            <a:r>
              <a:rPr sz="2200" spc="-50" dirty="0"/>
              <a:t> </a:t>
            </a:r>
            <a:r>
              <a:rPr sz="2200" dirty="0"/>
              <a:t>entered</a:t>
            </a:r>
            <a:r>
              <a:rPr sz="2200" spc="-35" dirty="0"/>
              <a:t> </a:t>
            </a:r>
            <a:r>
              <a:rPr sz="2200" spc="-10" dirty="0"/>
              <a:t>correctly,</a:t>
            </a:r>
            <a:r>
              <a:rPr sz="2200" spc="-30" dirty="0"/>
              <a:t> </a:t>
            </a:r>
            <a:r>
              <a:rPr sz="2200" dirty="0"/>
              <a:t>you</a:t>
            </a:r>
            <a:r>
              <a:rPr sz="2200" spc="-45" dirty="0"/>
              <a:t> </a:t>
            </a:r>
            <a:r>
              <a:rPr sz="2200" dirty="0"/>
              <a:t>will</a:t>
            </a:r>
            <a:r>
              <a:rPr sz="2200" spc="-45" dirty="0"/>
              <a:t> </a:t>
            </a:r>
            <a:r>
              <a:rPr sz="2200" dirty="0"/>
              <a:t>see</a:t>
            </a:r>
            <a:r>
              <a:rPr sz="2200" spc="-50" dirty="0"/>
              <a:t> </a:t>
            </a:r>
            <a:r>
              <a:rPr sz="2200" dirty="0"/>
              <a:t>output</a:t>
            </a:r>
            <a:r>
              <a:rPr sz="2200" spc="-50" dirty="0"/>
              <a:t> </a:t>
            </a:r>
            <a:r>
              <a:rPr sz="2200" dirty="0"/>
              <a:t>similar</a:t>
            </a:r>
            <a:r>
              <a:rPr sz="2200" spc="-45" dirty="0"/>
              <a:t> </a:t>
            </a:r>
            <a:r>
              <a:rPr sz="2200" dirty="0"/>
              <a:t>to</a:t>
            </a:r>
            <a:r>
              <a:rPr sz="2200" spc="-50" dirty="0"/>
              <a:t> </a:t>
            </a:r>
            <a:r>
              <a:rPr sz="2200" dirty="0"/>
              <a:t>the</a:t>
            </a:r>
            <a:r>
              <a:rPr sz="2200" spc="-40" dirty="0"/>
              <a:t> </a:t>
            </a:r>
            <a:r>
              <a:rPr sz="2200" dirty="0"/>
              <a:t>picture</a:t>
            </a:r>
            <a:r>
              <a:rPr sz="2200" spc="-50" dirty="0"/>
              <a:t> </a:t>
            </a:r>
            <a:r>
              <a:rPr sz="2200" spc="-10" dirty="0"/>
              <a:t>below.</a:t>
            </a:r>
            <a:endParaRPr sz="22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26692" y="3953255"/>
            <a:ext cx="8007095" cy="19689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223839" y="1344611"/>
            <a:ext cx="8577262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/>
              <a:t>Lab</a:t>
            </a:r>
            <a:r>
              <a:rPr sz="5400" spc="-65" dirty="0"/>
              <a:t> </a:t>
            </a:r>
            <a:r>
              <a:rPr sz="5400" dirty="0"/>
              <a:t>4</a:t>
            </a:r>
            <a:r>
              <a:rPr sz="5400" spc="-75" dirty="0"/>
              <a:t> </a:t>
            </a:r>
            <a:r>
              <a:rPr sz="5400" dirty="0"/>
              <a:t>–</a:t>
            </a:r>
            <a:r>
              <a:rPr sz="5400" spc="-65" dirty="0"/>
              <a:t> </a:t>
            </a:r>
            <a:r>
              <a:rPr sz="5400" dirty="0"/>
              <a:t>Connecting</a:t>
            </a:r>
            <a:r>
              <a:rPr sz="5400" spc="-70" dirty="0"/>
              <a:t> </a:t>
            </a:r>
            <a:r>
              <a:rPr sz="5400" dirty="0"/>
              <a:t>the</a:t>
            </a:r>
            <a:r>
              <a:rPr sz="5400" spc="-70" dirty="0"/>
              <a:t> </a:t>
            </a:r>
            <a:r>
              <a:rPr sz="5400" dirty="0"/>
              <a:t>TCU</a:t>
            </a:r>
            <a:r>
              <a:rPr sz="5400" spc="-85" dirty="0"/>
              <a:t> </a:t>
            </a:r>
            <a:r>
              <a:rPr sz="5400" dirty="0"/>
              <a:t>to</a:t>
            </a:r>
            <a:r>
              <a:rPr sz="5400" spc="-75" dirty="0"/>
              <a:t> </a:t>
            </a:r>
            <a:r>
              <a:rPr sz="5400" spc="-10" dirty="0"/>
              <a:t>Your</a:t>
            </a:r>
            <a:r>
              <a:rPr sz="5400" spc="-55" dirty="0"/>
              <a:t> </a:t>
            </a:r>
            <a:r>
              <a:rPr sz="5400" spc="-10" dirty="0"/>
              <a:t>Tower</a:t>
            </a:r>
            <a:endParaRPr sz="5400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85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0" y="1381125"/>
            <a:ext cx="10733088" cy="3670300"/>
          </a:xfrm>
          <a:prstGeom prst="rect">
            <a:avLst/>
          </a:prstGeom>
        </p:spPr>
        <p:txBody>
          <a:bodyPr vert="horz" wrap="square" lIns="0" tIns="243927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760"/>
              </a:spcBef>
            </a:pPr>
            <a:r>
              <a:rPr spc="-150" dirty="0"/>
              <a:t>To</a:t>
            </a:r>
            <a:r>
              <a:rPr spc="-35" dirty="0"/>
              <a:t> </a:t>
            </a:r>
            <a:r>
              <a:rPr dirty="0"/>
              <a:t>start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srsRAN</a:t>
            </a:r>
            <a:r>
              <a:rPr spc="-35" dirty="0"/>
              <a:t> </a:t>
            </a:r>
            <a:r>
              <a:rPr dirty="0"/>
              <a:t>program</a:t>
            </a:r>
            <a:r>
              <a:rPr spc="-35" dirty="0"/>
              <a:t> </a:t>
            </a:r>
            <a:r>
              <a:rPr dirty="0"/>
              <a:t>open</a:t>
            </a:r>
            <a:r>
              <a:rPr spc="-30" dirty="0"/>
              <a:t> </a:t>
            </a:r>
            <a:r>
              <a:rPr dirty="0"/>
              <a:t>up</a:t>
            </a:r>
            <a:r>
              <a:rPr spc="-40" dirty="0"/>
              <a:t> </a:t>
            </a:r>
            <a:r>
              <a:rPr dirty="0"/>
              <a:t>two</a:t>
            </a:r>
            <a:r>
              <a:rPr spc="-40" dirty="0"/>
              <a:t> </a:t>
            </a:r>
            <a:r>
              <a:rPr spc="-10" dirty="0"/>
              <a:t>terminals.</a:t>
            </a:r>
          </a:p>
          <a:p>
            <a:pPr marL="242570" marR="1353820" indent="-229235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0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first</a:t>
            </a:r>
            <a:r>
              <a:rPr spc="-4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want</a:t>
            </a:r>
            <a:r>
              <a:rPr spc="-3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start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EPC</a:t>
            </a:r>
            <a:r>
              <a:rPr spc="-25" dirty="0"/>
              <a:t> </a:t>
            </a:r>
            <a:r>
              <a:rPr dirty="0"/>
              <a:t>first,</a:t>
            </a:r>
            <a:r>
              <a:rPr spc="-50" dirty="0"/>
              <a:t> </a:t>
            </a:r>
            <a:r>
              <a:rPr dirty="0"/>
              <a:t>issue</a:t>
            </a:r>
            <a:r>
              <a:rPr spc="-30" dirty="0"/>
              <a:t> </a:t>
            </a:r>
            <a:r>
              <a:rPr spc="-25" dirty="0"/>
              <a:t>the </a:t>
            </a:r>
            <a:r>
              <a:rPr dirty="0"/>
              <a:t>following</a:t>
            </a:r>
            <a:r>
              <a:rPr spc="-80" dirty="0"/>
              <a:t> </a:t>
            </a:r>
            <a:r>
              <a:rPr spc="-10" dirty="0"/>
              <a:t>command</a:t>
            </a:r>
          </a:p>
          <a:p>
            <a:pPr marL="241300" indent="-227329">
              <a:lnSpc>
                <a:spcPct val="100000"/>
              </a:lnSpc>
              <a:spcBef>
                <a:spcPts val="625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spc="-10" dirty="0"/>
              <a:t>srsepc</a:t>
            </a:r>
          </a:p>
          <a:p>
            <a:pPr marL="13970" marR="5080">
              <a:lnSpc>
                <a:spcPts val="3030"/>
              </a:lnSpc>
              <a:spcBef>
                <a:spcPts val="1035"/>
              </a:spcBef>
            </a:pP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second</a:t>
            </a:r>
            <a:r>
              <a:rPr spc="-35" dirty="0"/>
              <a:t> </a:t>
            </a:r>
            <a:r>
              <a:rPr dirty="0"/>
              <a:t>terminal</a:t>
            </a:r>
            <a:r>
              <a:rPr spc="-25" dirty="0"/>
              <a:t> </a:t>
            </a:r>
            <a:r>
              <a:rPr dirty="0"/>
              <a:t>you</a:t>
            </a:r>
            <a:r>
              <a:rPr spc="-45" dirty="0"/>
              <a:t> </a:t>
            </a:r>
            <a:r>
              <a:rPr dirty="0"/>
              <a:t>want</a:t>
            </a:r>
            <a:r>
              <a:rPr spc="-2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start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ENb,</a:t>
            </a:r>
            <a:r>
              <a:rPr spc="-25" dirty="0"/>
              <a:t> </a:t>
            </a:r>
            <a:r>
              <a:rPr dirty="0"/>
              <a:t>issue</a:t>
            </a:r>
            <a:r>
              <a:rPr spc="-4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following command</a:t>
            </a:r>
          </a:p>
          <a:p>
            <a:pPr marL="241300" indent="-227329">
              <a:lnSpc>
                <a:spcPct val="100000"/>
              </a:lnSpc>
              <a:spcBef>
                <a:spcPts val="610"/>
              </a:spcBef>
              <a:buClr>
                <a:srgbClr val="1A3762"/>
              </a:buClr>
              <a:buChar char="•"/>
              <a:tabLst>
                <a:tab pos="241935" algn="l"/>
              </a:tabLst>
            </a:pPr>
            <a:r>
              <a:rPr dirty="0"/>
              <a:t>sudo</a:t>
            </a:r>
            <a:r>
              <a:rPr spc="-45" dirty="0"/>
              <a:t> </a:t>
            </a:r>
            <a:r>
              <a:rPr dirty="0"/>
              <a:t>srsenb</a:t>
            </a:r>
            <a:r>
              <a:rPr spc="-40" dirty="0"/>
              <a:t> </a:t>
            </a:r>
            <a:r>
              <a:rPr spc="-10" dirty="0"/>
              <a:t>--gui.enable=1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70615"/>
            <a:ext cx="10667365" cy="836294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marR="5080" lvl="0" indent="-229235" defTabSz="914400" eaLnBrk="1" fontAlgn="auto" latinLnBrk="0" hangingPunct="1">
              <a:lnSpc>
                <a:spcPts val="3030"/>
              </a:lnSpc>
              <a:spcBef>
                <a:spcPts val="4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screen</a:t>
            </a:r>
            <a:r>
              <a:rPr kumimoji="0" sz="28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pop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up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displaying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8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current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channel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activity</a:t>
            </a:r>
            <a:r>
              <a:rPr kumimoji="0" sz="28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8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8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8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above.</a:t>
            </a:r>
            <a:endParaRPr kumimoji="0" sz="2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76172" y="1501140"/>
            <a:ext cx="8346947" cy="32933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87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Cellular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and</a:t>
            </a:r>
            <a:r>
              <a:rPr kumimoji="0" sz="1400" b="0" i="0" u="none" strike="noStrike" kern="0" cap="none" spc="-5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Telematics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</a:rPr>
              <a:t>Course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7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ASSURED</a:t>
            </a:r>
            <a:r>
              <a:rPr kumimoji="0" sz="1050" b="0" i="0" u="none" strike="noStrike" kern="0" cap="none" spc="2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INFORMATION</a:t>
            </a:r>
            <a:r>
              <a:rPr kumimoji="0" sz="1050" b="0" i="0" u="none" strike="noStrike" kern="0" cap="none" spc="24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 </a:t>
            </a:r>
            <a:r>
              <a:rPr kumimoji="0" sz="1050" b="0" i="0" u="none" strike="noStrike" kern="0" cap="none" spc="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ranklin Gothic Medium Cond"/>
              </a:rPr>
              <a:t>SECURITY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</a:rPr>
              <a:t>88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 idx="4294967295"/>
          </p:nvPr>
        </p:nvSpPr>
        <p:spPr>
          <a:xfrm>
            <a:off x="0" y="411163"/>
            <a:ext cx="9971088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Starting</a:t>
            </a:r>
            <a:r>
              <a:rPr spc="195" dirty="0"/>
              <a:t> </a:t>
            </a:r>
            <a:r>
              <a:rPr spc="-10" dirty="0"/>
              <a:t>srsRAN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9467" y="4741659"/>
            <a:ext cx="10540365" cy="126936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lvl="0" indent="-228600" defTabSz="914400" eaLnBrk="1" fontAlgn="auto" latinLnBrk="0" hangingPunct="1">
              <a:lnSpc>
                <a:spcPts val="2300"/>
              </a:lnSpc>
              <a:spcBef>
                <a:spcPts val="6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Once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9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TCU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connects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your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tower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you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should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get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lower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left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picture.</a:t>
            </a:r>
            <a:r>
              <a:rPr kumimoji="0" sz="2400" b="0" i="0" u="none" strike="noStrike" kern="0" cap="none" spc="-1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Along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with</a:t>
            </a:r>
            <a:r>
              <a:rPr kumimoji="0" sz="2400" b="0" i="0" u="none" strike="noStrike" kern="0" cap="none" spc="-3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user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connected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message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visual</a:t>
            </a:r>
            <a:r>
              <a:rPr kumimoji="0" sz="2400" b="0" i="0" u="none" strike="noStrike" kern="0" cap="none" spc="-3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indicator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can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be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seen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in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5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GUI.</a:t>
            </a:r>
            <a:r>
              <a:rPr kumimoji="0" sz="2400" b="0" i="0" u="none" strike="noStrike" kern="0" cap="none" spc="-1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All</a:t>
            </a:r>
            <a:r>
              <a:rPr kumimoji="0" sz="2400" b="0" i="0" u="none" strike="noStrike" kern="0" cap="none" spc="-4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4</a:t>
            </a:r>
            <a:r>
              <a:rPr kumimoji="0" sz="2400" b="0" i="0" u="none" strike="noStrike" kern="0" cap="none" spc="-4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windows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will</a:t>
            </a:r>
            <a:r>
              <a:rPr kumimoji="0" sz="2400" b="0" i="0" u="none" strike="noStrike" kern="0" cap="none" spc="-5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show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different</a:t>
            </a:r>
            <a:r>
              <a:rPr kumimoji="0" sz="2400" b="0" i="0" u="none" strike="noStrike" kern="0" cap="none" spc="-7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aspects</a:t>
            </a:r>
            <a:r>
              <a:rPr kumimoji="0" sz="2400" b="0" i="0" u="none" strike="noStrike" kern="0" cap="none" spc="-6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of</a:t>
            </a:r>
            <a:r>
              <a:rPr kumimoji="0" sz="2400" b="0" i="0" u="none" strike="noStrike" kern="0" cap="none" spc="-7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the</a:t>
            </a:r>
            <a:r>
              <a:rPr kumimoji="0" sz="2400" b="0" i="0" u="none" strike="noStrike" kern="0" cap="none" spc="-8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LTE</a:t>
            </a:r>
            <a:r>
              <a:rPr kumimoji="0" sz="2400" b="0" i="0" u="none" strike="noStrike" kern="0" cap="none" spc="-6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 </a:t>
            </a:r>
            <a:r>
              <a:rPr kumimoji="0" sz="2400" b="0" i="0" u="none" strike="noStrike" kern="0" cap="none" spc="-1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Arial"/>
                <a:cs typeface="Arial"/>
              </a:rPr>
              <a:t>connection.</a:t>
            </a:r>
            <a:endParaRPr kumimoji="0" sz="2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25880" y="1586483"/>
            <a:ext cx="8388095" cy="3073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139980" y="6491082"/>
            <a:ext cx="854710" cy="227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ts val="166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Joseph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133562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Reith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80783" y="6508431"/>
            <a:ext cx="942975" cy="17780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February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21,</a:t>
            </a:r>
            <a:r>
              <a:rPr kumimoji="0" sz="1050" b="0" i="0" u="none" strike="noStrike" kern="0" cap="none" spc="-25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 </a:t>
            </a:r>
            <a:r>
              <a:rPr kumimoji="0" sz="1050" b="0" i="0" u="none" strike="noStrike" kern="0" cap="none" spc="-2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Franklin Gothic Medium Cond"/>
                <a:cs typeface="Franklin Gothic Medium Cond"/>
              </a:rPr>
              <a:t>2024</a:t>
            </a:r>
            <a:endParaRPr kumimoji="0" sz="10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Franklin Gothic Medium Cond"/>
              <a:cs typeface="Franklin Gothic Medium Con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c7a77415-c4a3-4262-8430-671f3e8707b6">7J4PPY27XH2W-901365475-257158</_dlc_DocId>
    <_dlc_DocIdUrl xmlns="c7a77415-c4a3-4262-8430-671f3e8707b6">
      <Url>https://automotivei.sharepoint.com/sites/PMO/_layouts/15/DocIdRedir.aspx?ID=7J4PPY27XH2W-901365475-257158</Url>
      <Description>7J4PPY27XH2W-901365475-257158</Description>
    </_dlc_DocIdUrl>
    <TaxCatchAll xmlns="c7a77415-c4a3-4262-8430-671f3e8707b6" xsi:nil="true"/>
    <lcf76f155ced4ddcb4097134ff3c332f xmlns="69a7259e-7a2c-42d5-bc84-25eccf0dce8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B86F8708159745A0B6896184DE9576" ma:contentTypeVersion="19" ma:contentTypeDescription="Create a new document." ma:contentTypeScope="" ma:versionID="493bf26d373952ea1ae3b9e24cd19b33">
  <xsd:schema xmlns:xsd="http://www.w3.org/2001/XMLSchema" xmlns:xs="http://www.w3.org/2001/XMLSchema" xmlns:p="http://schemas.microsoft.com/office/2006/metadata/properties" xmlns:ns2="c7a77415-c4a3-4262-8430-671f3e8707b6" xmlns:ns3="69a7259e-7a2c-42d5-bc84-25eccf0dce8b" targetNamespace="http://schemas.microsoft.com/office/2006/metadata/properties" ma:root="true" ma:fieldsID="69c00e31f84d56e19bb090b7ea67ab52" ns2:_="" ns3:_="">
    <xsd:import namespace="c7a77415-c4a3-4262-8430-671f3e8707b6"/>
    <xsd:import namespace="69a7259e-7a2c-42d5-bc84-25eccf0dce8b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2:SharedWithUsers" minOccurs="0"/>
                <xsd:element ref="ns2:SharedWithDetail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a77415-c4a3-4262-8430-671f3e8707b6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d3a045ce-0abc-407a-a385-daab9685d46b}" ma:internalName="TaxCatchAll" ma:showField="CatchAllData" ma:web="c7a77415-c4a3-4262-8430-671f3e8707b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7259e-7a2c-42d5-bc84-25eccf0dce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a126d71-af09-421f-972c-d16e59c147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C592EF-85C1-482B-896B-DED434B6FCC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E71A463F-9F4B-47AC-91AA-3962FD8F3CE5}">
  <ds:schemaRefs>
    <ds:schemaRef ds:uri="http://schemas.microsoft.com/office/2006/metadata/properties"/>
    <ds:schemaRef ds:uri="http://schemas.microsoft.com/office/infopath/2007/PartnerControls"/>
    <ds:schemaRef ds:uri="c7a77415-c4a3-4262-8430-671f3e8707b6"/>
    <ds:schemaRef ds:uri="69a7259e-7a2c-42d5-bc84-25eccf0dce8b"/>
  </ds:schemaRefs>
</ds:datastoreItem>
</file>

<file path=customXml/itemProps3.xml><?xml version="1.0" encoding="utf-8"?>
<ds:datastoreItem xmlns:ds="http://schemas.openxmlformats.org/officeDocument/2006/customXml" ds:itemID="{8FEF19B7-7529-453B-A7D5-A8465340F1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a77415-c4a3-4262-8430-671f3e8707b6"/>
    <ds:schemaRef ds:uri="69a7259e-7a2c-42d5-bc84-25eccf0dce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4EE72F3-C956-4A5B-833F-E761B5D8ACD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1381</Words>
  <Application>Microsoft Office PowerPoint</Application>
  <PresentationFormat>Widescreen</PresentationFormat>
  <Paragraphs>192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Franklin Gothic Medium Cond</vt:lpstr>
      <vt:lpstr>Segoe UI</vt:lpstr>
      <vt:lpstr>Custom Design</vt:lpstr>
      <vt:lpstr>Surveying Your Environment</vt:lpstr>
      <vt:lpstr>Surveying Your Environment</vt:lpstr>
      <vt:lpstr>Surveying Your Environment</vt:lpstr>
      <vt:lpstr>Surveying Your Environment</vt:lpstr>
      <vt:lpstr>Surveying Your Environment</vt:lpstr>
      <vt:lpstr>Lab 2 – Configuring srsRAN Components</vt:lpstr>
      <vt:lpstr>Configuring srsRAN</vt:lpstr>
      <vt:lpstr>Configuring srsRAN</vt:lpstr>
      <vt:lpstr>Configuring srsEPC</vt:lpstr>
      <vt:lpstr>Configuring srsEPC</vt:lpstr>
      <vt:lpstr>Configuring srsENb</vt:lpstr>
      <vt:lpstr>Configuring srsENb</vt:lpstr>
      <vt:lpstr>Configuring HSS</vt:lpstr>
      <vt:lpstr>Configuring HSS</vt:lpstr>
      <vt:lpstr>Lab 3 – Programming a SIM Card</vt:lpstr>
      <vt:lpstr>Programming SIM Cards</vt:lpstr>
      <vt:lpstr>Programming SIM Cards</vt:lpstr>
      <vt:lpstr>Programming SIM Cards</vt:lpstr>
      <vt:lpstr>Lab 4 – Connecting the TCU to Your Tower</vt:lpstr>
      <vt:lpstr>Starting srsRAN</vt:lpstr>
      <vt:lpstr>Starting srsRAN</vt:lpstr>
      <vt:lpstr>Starting srsRAN</vt:lpstr>
      <vt:lpstr>Starting srsRAN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Carey Garback</dc:creator>
  <cp:lastModifiedBy>Probert, Neal</cp:lastModifiedBy>
  <cp:revision>7</cp:revision>
  <dcterms:created xsi:type="dcterms:W3CDTF">2026-03-11T18:02:03Z</dcterms:created>
  <dcterms:modified xsi:type="dcterms:W3CDTF">2026-04-29T14:13:39Z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9C55993E-2489-4B16-A624-642EE1CF50C1</vt:lpwstr>
  </property>
  <property fmtid="{D5CDD505-2E9C-101B-9397-08002B2CF9AE}" pid="3" name="ArticulatePath">
    <vt:lpwstr>Presentation1</vt:lpwstr>
  </property>
  <property fmtid="{D5CDD505-2E9C-101B-9397-08002B2CF9AE}" pid="4" name="_dlc_DocIdItemGuid">
    <vt:lpwstr>93579079-5068-410a-b208-65d154b95cd0</vt:lpwstr>
  </property>
  <property fmtid="{D5CDD505-2E9C-101B-9397-08002B2CF9AE}" pid="5" name="ContentTypeId">
    <vt:lpwstr>0x01010067B86F8708159745A0B6896184DE9576</vt:lpwstr>
  </property>
  <property fmtid="{D5CDD505-2E9C-101B-9397-08002B2CF9AE}" pid="6" name="MediaServiceImageTags">
    <vt:lpwstr/>
  </property>
</Properties>
</file>